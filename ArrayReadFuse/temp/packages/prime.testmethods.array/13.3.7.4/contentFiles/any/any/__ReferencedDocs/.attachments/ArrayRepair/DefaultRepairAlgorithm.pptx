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350" r:id="rId6"/>
    <p:sldId id="349" r:id="rId7"/>
    <p:sldId id="351" r:id="rId8"/>
    <p:sldId id="352" r:id="rId9"/>
    <p:sldId id="367" r:id="rId10"/>
    <p:sldId id="355" r:id="rId11"/>
    <p:sldId id="356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54" r:id="rId22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00FF"/>
    <a:srgbClr val="0000FF"/>
    <a:srgbClr val="2872C5"/>
    <a:srgbClr val="525252"/>
    <a:srgbClr val="FFFFFF"/>
    <a:srgbClr val="00C7FD"/>
    <a:srgbClr val="0068B5"/>
    <a:srgbClr val="004A86"/>
    <a:srgbClr val="FC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48C230-BB87-40B8-89FA-77BBB05F078E}" v="5" dt="2021-03-03T19:32:00.89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585" autoAdjust="0"/>
  </p:normalViewPr>
  <p:slideViewPr>
    <p:cSldViewPr snapToGrid="0" snapToObjects="1">
      <p:cViewPr varScale="1">
        <p:scale>
          <a:sx n="110" d="100"/>
          <a:sy n="110" d="100"/>
        </p:scale>
        <p:origin x="576" y="102"/>
      </p:cViewPr>
      <p:guideLst/>
    </p:cSldViewPr>
  </p:slideViewPr>
  <p:outlineViewPr>
    <p:cViewPr>
      <p:scale>
        <a:sx n="33" d="100"/>
        <a:sy n="33" d="100"/>
      </p:scale>
      <p:origin x="0" y="-7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Chun-yu" userId="57c5ba99-e68a-448a-8f42-8e6ab6811b9f" providerId="ADAL" clId="{4B48C230-BB87-40B8-89FA-77BBB05F078E}"/>
    <pc:docChg chg="custSel addSld delSld modSld">
      <pc:chgData name="Yang, Chun-yu" userId="57c5ba99-e68a-448a-8f42-8e6ab6811b9f" providerId="ADAL" clId="{4B48C230-BB87-40B8-89FA-77BBB05F078E}" dt="2021-03-03T19:32:16.641" v="8" actId="47"/>
      <pc:docMkLst>
        <pc:docMk/>
      </pc:docMkLst>
      <pc:sldChg chg="addSp delSp modSp">
        <pc:chgData name="Yang, Chun-yu" userId="57c5ba99-e68a-448a-8f42-8e6ab6811b9f" providerId="ADAL" clId="{4B48C230-BB87-40B8-89FA-77BBB05F078E}" dt="2021-03-03T19:31:12.054" v="4"/>
        <pc:sldMkLst>
          <pc:docMk/>
          <pc:sldMk cId="3296833610" sldId="366"/>
        </pc:sldMkLst>
        <pc:spChg chg="add del mod">
          <ac:chgData name="Yang, Chun-yu" userId="57c5ba99-e68a-448a-8f42-8e6ab6811b9f" providerId="ADAL" clId="{4B48C230-BB87-40B8-89FA-77BBB05F078E}" dt="2021-03-03T19:31:12.054" v="4"/>
          <ac:spMkLst>
            <pc:docMk/>
            <pc:sldMk cId="3296833610" sldId="366"/>
            <ac:spMk id="31" creationId="{A4F743D2-AE56-4125-A1B0-044E302CCB05}"/>
          </ac:spMkLst>
        </pc:spChg>
        <pc:spChg chg="add del mod">
          <ac:chgData name="Yang, Chun-yu" userId="57c5ba99-e68a-448a-8f42-8e6ab6811b9f" providerId="ADAL" clId="{4B48C230-BB87-40B8-89FA-77BBB05F078E}" dt="2021-03-03T19:31:12.054" v="4"/>
          <ac:spMkLst>
            <pc:docMk/>
            <pc:sldMk cId="3296833610" sldId="366"/>
            <ac:spMk id="32" creationId="{4E3B546A-7D8B-4F07-8B7D-57A2BE83C141}"/>
          </ac:spMkLst>
        </pc:spChg>
        <pc:spChg chg="add del mod">
          <ac:chgData name="Yang, Chun-yu" userId="57c5ba99-e68a-448a-8f42-8e6ab6811b9f" providerId="ADAL" clId="{4B48C230-BB87-40B8-89FA-77BBB05F078E}" dt="2021-03-03T19:31:12.054" v="4"/>
          <ac:spMkLst>
            <pc:docMk/>
            <pc:sldMk cId="3296833610" sldId="366"/>
            <ac:spMk id="33" creationId="{E495D21A-C967-47FA-84BF-AD4BF670BC5D}"/>
          </ac:spMkLst>
        </pc:spChg>
        <pc:spChg chg="add del mod">
          <ac:chgData name="Yang, Chun-yu" userId="57c5ba99-e68a-448a-8f42-8e6ab6811b9f" providerId="ADAL" clId="{4B48C230-BB87-40B8-89FA-77BBB05F078E}" dt="2021-03-03T19:31:12.054" v="4"/>
          <ac:spMkLst>
            <pc:docMk/>
            <pc:sldMk cId="3296833610" sldId="366"/>
            <ac:spMk id="34" creationId="{F6539859-F3A8-4041-8660-727D9955DFDE}"/>
          </ac:spMkLst>
        </pc:spChg>
        <pc:spChg chg="add del mod">
          <ac:chgData name="Yang, Chun-yu" userId="57c5ba99-e68a-448a-8f42-8e6ab6811b9f" providerId="ADAL" clId="{4B48C230-BB87-40B8-89FA-77BBB05F078E}" dt="2021-03-03T19:31:12.054" v="4"/>
          <ac:spMkLst>
            <pc:docMk/>
            <pc:sldMk cId="3296833610" sldId="366"/>
            <ac:spMk id="36" creationId="{2D13872B-B476-4062-9A0F-05DBE182F062}"/>
          </ac:spMkLst>
        </pc:spChg>
        <pc:spChg chg="add del mod">
          <ac:chgData name="Yang, Chun-yu" userId="57c5ba99-e68a-448a-8f42-8e6ab6811b9f" providerId="ADAL" clId="{4B48C230-BB87-40B8-89FA-77BBB05F078E}" dt="2021-03-03T19:31:12.054" v="4"/>
          <ac:spMkLst>
            <pc:docMk/>
            <pc:sldMk cId="3296833610" sldId="366"/>
            <ac:spMk id="37" creationId="{2A083338-7106-4704-993F-CEECF2CCCAD0}"/>
          </ac:spMkLst>
        </pc:spChg>
        <pc:cxnChg chg="add del mod">
          <ac:chgData name="Yang, Chun-yu" userId="57c5ba99-e68a-448a-8f42-8e6ab6811b9f" providerId="ADAL" clId="{4B48C230-BB87-40B8-89FA-77BBB05F078E}" dt="2021-03-03T19:31:12.054" v="4"/>
          <ac:cxnSpMkLst>
            <pc:docMk/>
            <pc:sldMk cId="3296833610" sldId="366"/>
            <ac:cxnSpMk id="39" creationId="{5AEE905E-79A9-462D-A613-8C416F3DD465}"/>
          </ac:cxnSpMkLst>
        </pc:cxnChg>
        <pc:cxnChg chg="add del mod">
          <ac:chgData name="Yang, Chun-yu" userId="57c5ba99-e68a-448a-8f42-8e6ab6811b9f" providerId="ADAL" clId="{4B48C230-BB87-40B8-89FA-77BBB05F078E}" dt="2021-03-03T19:31:12.054" v="4"/>
          <ac:cxnSpMkLst>
            <pc:docMk/>
            <pc:sldMk cId="3296833610" sldId="366"/>
            <ac:cxnSpMk id="40" creationId="{C255EF33-A1A9-4BFB-8D03-EBBABE5A28A6}"/>
          </ac:cxnSpMkLst>
        </pc:cxnChg>
      </pc:sldChg>
      <pc:sldChg chg="addSp delSp modSp new del mod">
        <pc:chgData name="Yang, Chun-yu" userId="57c5ba99-e68a-448a-8f42-8e6ab6811b9f" providerId="ADAL" clId="{4B48C230-BB87-40B8-89FA-77BBB05F078E}" dt="2021-03-03T19:32:15.047" v="7" actId="47"/>
        <pc:sldMkLst>
          <pc:docMk/>
          <pc:sldMk cId="231901844" sldId="368"/>
        </pc:sldMkLst>
        <pc:spChg chg="del">
          <ac:chgData name="Yang, Chun-yu" userId="57c5ba99-e68a-448a-8f42-8e6ab6811b9f" providerId="ADAL" clId="{4B48C230-BB87-40B8-89FA-77BBB05F078E}" dt="2021-03-03T19:30:38.657" v="1"/>
          <ac:spMkLst>
            <pc:docMk/>
            <pc:sldMk cId="231901844" sldId="368"/>
            <ac:spMk id="2" creationId="{47FFBBB1-89ED-4486-96FE-2FC344BB3C52}"/>
          </ac:spMkLst>
        </pc:spChg>
        <pc:spChg chg="del">
          <ac:chgData name="Yang, Chun-yu" userId="57c5ba99-e68a-448a-8f42-8e6ab6811b9f" providerId="ADAL" clId="{4B48C230-BB87-40B8-89FA-77BBB05F078E}" dt="2021-03-03T19:30:38.657" v="1"/>
          <ac:spMkLst>
            <pc:docMk/>
            <pc:sldMk cId="231901844" sldId="368"/>
            <ac:spMk id="3" creationId="{8ED2E12C-6DB1-4D86-BABA-7AC811BBA7E9}"/>
          </ac:spMkLst>
        </pc:spChg>
        <pc:spChg chg="del">
          <ac:chgData name="Yang, Chun-yu" userId="57c5ba99-e68a-448a-8f42-8e6ab6811b9f" providerId="ADAL" clId="{4B48C230-BB87-40B8-89FA-77BBB05F078E}" dt="2021-03-03T19:30:38.657" v="1"/>
          <ac:spMkLst>
            <pc:docMk/>
            <pc:sldMk cId="231901844" sldId="368"/>
            <ac:spMk id="4" creationId="{183D2486-4D39-4E1F-BFC7-5B21544E36D4}"/>
          </ac:spMkLst>
        </pc:spChg>
        <pc:spChg chg="add del mod">
          <ac:chgData name="Yang, Chun-yu" userId="57c5ba99-e68a-448a-8f42-8e6ab6811b9f" providerId="ADAL" clId="{4B48C230-BB87-40B8-89FA-77BBB05F078E}" dt="2021-03-03T19:30:41.056" v="2" actId="478"/>
          <ac:spMkLst>
            <pc:docMk/>
            <pc:sldMk cId="231901844" sldId="368"/>
            <ac:spMk id="5" creationId="{087F5790-ED88-471C-931B-E524D0E8B3CF}"/>
          </ac:spMkLst>
        </pc:spChg>
        <pc:spChg chg="add mod">
          <ac:chgData name="Yang, Chun-yu" userId="57c5ba99-e68a-448a-8f42-8e6ab6811b9f" providerId="ADAL" clId="{4B48C230-BB87-40B8-89FA-77BBB05F078E}" dt="2021-03-03T19:31:16.705" v="5"/>
          <ac:spMkLst>
            <pc:docMk/>
            <pc:sldMk cId="231901844" sldId="368"/>
            <ac:spMk id="6" creationId="{02741387-536D-40CD-AE45-CB7939F4E8C1}"/>
          </ac:spMkLst>
        </pc:spChg>
        <pc:spChg chg="add mod">
          <ac:chgData name="Yang, Chun-yu" userId="57c5ba99-e68a-448a-8f42-8e6ab6811b9f" providerId="ADAL" clId="{4B48C230-BB87-40B8-89FA-77BBB05F078E}" dt="2021-03-03T19:31:16.705" v="5"/>
          <ac:spMkLst>
            <pc:docMk/>
            <pc:sldMk cId="231901844" sldId="368"/>
            <ac:spMk id="7" creationId="{F7A3910F-93C3-4CE5-8C5F-A3B0D694F1B8}"/>
          </ac:spMkLst>
        </pc:spChg>
        <pc:spChg chg="add mod">
          <ac:chgData name="Yang, Chun-yu" userId="57c5ba99-e68a-448a-8f42-8e6ab6811b9f" providerId="ADAL" clId="{4B48C230-BB87-40B8-89FA-77BBB05F078E}" dt="2021-03-03T19:31:16.705" v="5"/>
          <ac:spMkLst>
            <pc:docMk/>
            <pc:sldMk cId="231901844" sldId="368"/>
            <ac:spMk id="8" creationId="{8B70B5A6-798E-498D-A48E-E4DF2C142C68}"/>
          </ac:spMkLst>
        </pc:spChg>
        <pc:spChg chg="add mod">
          <ac:chgData name="Yang, Chun-yu" userId="57c5ba99-e68a-448a-8f42-8e6ab6811b9f" providerId="ADAL" clId="{4B48C230-BB87-40B8-89FA-77BBB05F078E}" dt="2021-03-03T19:31:16.705" v="5"/>
          <ac:spMkLst>
            <pc:docMk/>
            <pc:sldMk cId="231901844" sldId="368"/>
            <ac:spMk id="9" creationId="{22A0C094-3A99-45B6-87F4-604EAD1B8A31}"/>
          </ac:spMkLst>
        </pc:spChg>
        <pc:spChg chg="add mod">
          <ac:chgData name="Yang, Chun-yu" userId="57c5ba99-e68a-448a-8f42-8e6ab6811b9f" providerId="ADAL" clId="{4B48C230-BB87-40B8-89FA-77BBB05F078E}" dt="2021-03-03T19:31:16.705" v="5"/>
          <ac:spMkLst>
            <pc:docMk/>
            <pc:sldMk cId="231901844" sldId="368"/>
            <ac:spMk id="10" creationId="{8684D8EA-1BBD-4806-BA75-0298C14BEFC9}"/>
          </ac:spMkLst>
        </pc:spChg>
        <pc:spChg chg="add mod">
          <ac:chgData name="Yang, Chun-yu" userId="57c5ba99-e68a-448a-8f42-8e6ab6811b9f" providerId="ADAL" clId="{4B48C230-BB87-40B8-89FA-77BBB05F078E}" dt="2021-03-03T19:31:16.705" v="5"/>
          <ac:spMkLst>
            <pc:docMk/>
            <pc:sldMk cId="231901844" sldId="368"/>
            <ac:spMk id="11" creationId="{41A8C4C7-B9F7-49F2-B738-B88095A54061}"/>
          </ac:spMkLst>
        </pc:spChg>
        <pc:cxnChg chg="add mod">
          <ac:chgData name="Yang, Chun-yu" userId="57c5ba99-e68a-448a-8f42-8e6ab6811b9f" providerId="ADAL" clId="{4B48C230-BB87-40B8-89FA-77BBB05F078E}" dt="2021-03-03T19:31:16.705" v="5"/>
          <ac:cxnSpMkLst>
            <pc:docMk/>
            <pc:sldMk cId="231901844" sldId="368"/>
            <ac:cxnSpMk id="12" creationId="{7C198CCF-F117-4881-B9D8-A1E59DF46209}"/>
          </ac:cxnSpMkLst>
        </pc:cxnChg>
        <pc:cxnChg chg="add mod">
          <ac:chgData name="Yang, Chun-yu" userId="57c5ba99-e68a-448a-8f42-8e6ab6811b9f" providerId="ADAL" clId="{4B48C230-BB87-40B8-89FA-77BBB05F078E}" dt="2021-03-03T19:31:16.705" v="5"/>
          <ac:cxnSpMkLst>
            <pc:docMk/>
            <pc:sldMk cId="231901844" sldId="368"/>
            <ac:cxnSpMk id="13" creationId="{82A218D2-B73E-44DC-A551-D20B9E8909C7}"/>
          </ac:cxnSpMkLst>
        </pc:cxnChg>
      </pc:sldChg>
      <pc:sldChg chg="add del">
        <pc:chgData name="Yang, Chun-yu" userId="57c5ba99-e68a-448a-8f42-8e6ab6811b9f" providerId="ADAL" clId="{4B48C230-BB87-40B8-89FA-77BBB05F078E}" dt="2021-03-03T19:32:16.641" v="8" actId="47"/>
        <pc:sldMkLst>
          <pc:docMk/>
          <pc:sldMk cId="2317039518" sldId="369"/>
        </pc:sldMkLst>
      </pc:sldChg>
    </pc:docChg>
  </pc:docChgLst>
  <pc:docChgLst>
    <pc:chgData name="Yang, Chun-yu" userId="57c5ba99-e68a-448a-8f42-8e6ab6811b9f" providerId="ADAL" clId="{86406501-AF24-4232-852D-25705974DC37}"/>
    <pc:docChg chg="undo redo custSel addSld delSld modSld">
      <pc:chgData name="Yang, Chun-yu" userId="57c5ba99-e68a-448a-8f42-8e6ab6811b9f" providerId="ADAL" clId="{86406501-AF24-4232-852D-25705974DC37}" dt="2020-12-17T01:52:52.593" v="1716" actId="478"/>
      <pc:docMkLst>
        <pc:docMk/>
      </pc:docMkLst>
      <pc:sldChg chg="modSp del">
        <pc:chgData name="Yang, Chun-yu" userId="57c5ba99-e68a-448a-8f42-8e6ab6811b9f" providerId="ADAL" clId="{86406501-AF24-4232-852D-25705974DC37}" dt="2020-12-17T01:39:10.083" v="1289" actId="2696"/>
        <pc:sldMkLst>
          <pc:docMk/>
          <pc:sldMk cId="263984605" sldId="353"/>
        </pc:sldMkLst>
        <pc:spChg chg="mod">
          <ac:chgData name="Yang, Chun-yu" userId="57c5ba99-e68a-448a-8f42-8e6ab6811b9f" providerId="ADAL" clId="{86406501-AF24-4232-852D-25705974DC37}" dt="2020-12-15T17:57:55.472" v="5" actId="20577"/>
          <ac:spMkLst>
            <pc:docMk/>
            <pc:sldMk cId="263984605" sldId="353"/>
            <ac:spMk id="9" creationId="{3D2CCE07-8CA8-4EB0-A21B-A0E349C92DA7}"/>
          </ac:spMkLst>
        </pc:spChg>
        <pc:spChg chg="mod">
          <ac:chgData name="Yang, Chun-yu" userId="57c5ba99-e68a-448a-8f42-8e6ab6811b9f" providerId="ADAL" clId="{86406501-AF24-4232-852D-25705974DC37}" dt="2020-12-15T17:57:59.143" v="7" actId="20577"/>
          <ac:spMkLst>
            <pc:docMk/>
            <pc:sldMk cId="263984605" sldId="353"/>
            <ac:spMk id="10" creationId="{82630CC7-0F8D-4149-88A5-F9548F99A200}"/>
          </ac:spMkLst>
        </pc:spChg>
      </pc:sldChg>
      <pc:sldChg chg="addSp delSp modSp add delAnim modAnim">
        <pc:chgData name="Yang, Chun-yu" userId="57c5ba99-e68a-448a-8f42-8e6ab6811b9f" providerId="ADAL" clId="{86406501-AF24-4232-852D-25705974DC37}" dt="2020-12-17T01:11:24.887" v="1055"/>
        <pc:sldMkLst>
          <pc:docMk/>
          <pc:sldMk cId="3007922603" sldId="355"/>
        </pc:sldMkLst>
        <pc:spChg chg="mod">
          <ac:chgData name="Yang, Chun-yu" userId="57c5ba99-e68a-448a-8f42-8e6ab6811b9f" providerId="ADAL" clId="{86406501-AF24-4232-852D-25705974DC37}" dt="2020-12-16T23:57:44.782" v="22" actId="20577"/>
          <ac:spMkLst>
            <pc:docMk/>
            <pc:sldMk cId="3007922603" sldId="355"/>
            <ac:spMk id="2" creationId="{0B5E56D1-11A7-BC4F-9A96-5CA6CF89352F}"/>
          </ac:spMkLst>
        </pc:spChg>
        <pc:spChg chg="add del mod">
          <ac:chgData name="Yang, Chun-yu" userId="57c5ba99-e68a-448a-8f42-8e6ab6811b9f" providerId="ADAL" clId="{86406501-AF24-4232-852D-25705974DC37}" dt="2020-12-17T00:20:49.887" v="375" actId="478"/>
          <ac:spMkLst>
            <pc:docMk/>
            <pc:sldMk cId="3007922603" sldId="355"/>
            <ac:spMk id="9" creationId="{3D2CCE07-8CA8-4EB0-A21B-A0E349C92DA7}"/>
          </ac:spMkLst>
        </pc:spChg>
        <pc:spChg chg="mod">
          <ac:chgData name="Yang, Chun-yu" userId="57c5ba99-e68a-448a-8f42-8e6ab6811b9f" providerId="ADAL" clId="{86406501-AF24-4232-852D-25705974DC37}" dt="2020-12-16T23:59:45.196" v="30" actId="20577"/>
          <ac:spMkLst>
            <pc:docMk/>
            <pc:sldMk cId="3007922603" sldId="355"/>
            <ac:spMk id="10" creationId="{82630CC7-0F8D-4149-88A5-F9548F99A200}"/>
          </ac:spMkLst>
        </pc:spChg>
        <pc:spChg chg="add del mod">
          <ac:chgData name="Yang, Chun-yu" userId="57c5ba99-e68a-448a-8f42-8e6ab6811b9f" providerId="ADAL" clId="{86406501-AF24-4232-852D-25705974DC37}" dt="2020-12-17T00:20:49.887" v="375" actId="478"/>
          <ac:spMkLst>
            <pc:docMk/>
            <pc:sldMk cId="3007922603" sldId="355"/>
            <ac:spMk id="13" creationId="{45670C0A-668B-46C8-89C5-63F6D05AC695}"/>
          </ac:spMkLst>
        </pc:spChg>
        <pc:spChg chg="add del mod">
          <ac:chgData name="Yang, Chun-yu" userId="57c5ba99-e68a-448a-8f42-8e6ab6811b9f" providerId="ADAL" clId="{86406501-AF24-4232-852D-25705974DC37}" dt="2020-12-17T00:40:51.460" v="758" actId="478"/>
          <ac:spMkLst>
            <pc:docMk/>
            <pc:sldMk cId="3007922603" sldId="355"/>
            <ac:spMk id="26" creationId="{A122DA1B-1FB5-4061-9392-44713C89C6BD}"/>
          </ac:spMkLst>
        </pc:spChg>
        <pc:spChg chg="add mod">
          <ac:chgData name="Yang, Chun-yu" userId="57c5ba99-e68a-448a-8f42-8e6ab6811b9f" providerId="ADAL" clId="{86406501-AF24-4232-852D-25705974DC37}" dt="2020-12-17T00:44:54.264" v="805" actId="1036"/>
          <ac:spMkLst>
            <pc:docMk/>
            <pc:sldMk cId="3007922603" sldId="355"/>
            <ac:spMk id="72" creationId="{AEE8B7FF-D1D6-47E9-80FA-02F6DC572D2F}"/>
          </ac:spMkLst>
        </pc:spChg>
        <pc:spChg chg="add mod">
          <ac:chgData name="Yang, Chun-yu" userId="57c5ba99-e68a-448a-8f42-8e6ab6811b9f" providerId="ADAL" clId="{86406501-AF24-4232-852D-25705974DC37}" dt="2020-12-17T00:47:56.598" v="861" actId="1036"/>
          <ac:spMkLst>
            <pc:docMk/>
            <pc:sldMk cId="3007922603" sldId="355"/>
            <ac:spMk id="73" creationId="{4BE427A9-DFEB-476E-961E-8ACAD1660C1D}"/>
          </ac:spMkLst>
        </pc:spChg>
        <pc:spChg chg="add mod">
          <ac:chgData name="Yang, Chun-yu" userId="57c5ba99-e68a-448a-8f42-8e6ab6811b9f" providerId="ADAL" clId="{86406501-AF24-4232-852D-25705974DC37}" dt="2020-12-17T00:55:10.393" v="949" actId="208"/>
          <ac:spMkLst>
            <pc:docMk/>
            <pc:sldMk cId="3007922603" sldId="355"/>
            <ac:spMk id="74" creationId="{4773920E-3956-4B39-BBF1-875169432B32}"/>
          </ac:spMkLst>
        </pc:spChg>
        <pc:spChg chg="add mod">
          <ac:chgData name="Yang, Chun-yu" userId="57c5ba99-e68a-448a-8f42-8e6ab6811b9f" providerId="ADAL" clId="{86406501-AF24-4232-852D-25705974DC37}" dt="2020-12-17T01:05:09.307" v="1021" actId="1038"/>
          <ac:spMkLst>
            <pc:docMk/>
            <pc:sldMk cId="3007922603" sldId="355"/>
            <ac:spMk id="78" creationId="{411EB89D-4CF2-426F-80F6-178E558E065C}"/>
          </ac:spMkLst>
        </pc:spChg>
        <pc:spChg chg="add del mod">
          <ac:chgData name="Yang, Chun-yu" userId="57c5ba99-e68a-448a-8f42-8e6ab6811b9f" providerId="ADAL" clId="{86406501-AF24-4232-852D-25705974DC37}" dt="2020-12-17T01:11:14.342" v="1050" actId="478"/>
          <ac:spMkLst>
            <pc:docMk/>
            <pc:sldMk cId="3007922603" sldId="355"/>
            <ac:spMk id="82" creationId="{0728E5E6-F10A-48B2-AAF0-0A0D51120BF5}"/>
          </ac:spMkLst>
        </pc:spChg>
        <pc:spChg chg="add mod">
          <ac:chgData name="Yang, Chun-yu" userId="57c5ba99-e68a-448a-8f42-8e6ab6811b9f" providerId="ADAL" clId="{86406501-AF24-4232-852D-25705974DC37}" dt="2020-12-17T01:11:22.768" v="1054" actId="1038"/>
          <ac:spMkLst>
            <pc:docMk/>
            <pc:sldMk cId="3007922603" sldId="355"/>
            <ac:spMk id="83" creationId="{1E65B00F-3151-4946-8234-03D898CB08A7}"/>
          </ac:spMkLst>
        </pc:spChg>
        <pc:graphicFrameChg chg="modGraphic">
          <ac:chgData name="Yang, Chun-yu" userId="57c5ba99-e68a-448a-8f42-8e6ab6811b9f" providerId="ADAL" clId="{86406501-AF24-4232-852D-25705974DC37}" dt="2020-12-17T00:57:30.158" v="963" actId="20577"/>
          <ac:graphicFrameMkLst>
            <pc:docMk/>
            <pc:sldMk cId="3007922603" sldId="355"/>
            <ac:graphicFrameMk id="23" creationId="{8DF49518-F604-4D4B-B861-5A857143139E}"/>
          </ac:graphicFrameMkLst>
        </pc:graphicFrameChg>
        <pc:picChg chg="add del mod">
          <ac:chgData name="Yang, Chun-yu" userId="57c5ba99-e68a-448a-8f42-8e6ab6811b9f" providerId="ADAL" clId="{86406501-AF24-4232-852D-25705974DC37}" dt="2020-12-17T00:16:24.581" v="214"/>
          <ac:picMkLst>
            <pc:docMk/>
            <pc:sldMk cId="3007922603" sldId="355"/>
            <ac:picMk id="3" creationId="{F19C9CCC-B684-455A-88C0-2E4827F6BFBA}"/>
          </ac:picMkLst>
        </pc:picChg>
        <pc:picChg chg="add mod ord">
          <ac:chgData name="Yang, Chun-yu" userId="57c5ba99-e68a-448a-8f42-8e6ab6811b9f" providerId="ADAL" clId="{86406501-AF24-4232-852D-25705974DC37}" dt="2020-12-17T00:27:46.266" v="596" actId="1035"/>
          <ac:picMkLst>
            <pc:docMk/>
            <pc:sldMk cId="3007922603" sldId="355"/>
            <ac:picMk id="4" creationId="{E03A88FD-9751-4A58-9CBE-95FC9A2CAA2D}"/>
          </ac:picMkLst>
        </pc:picChg>
        <pc:picChg chg="add del mod">
          <ac:chgData name="Yang, Chun-yu" userId="57c5ba99-e68a-448a-8f42-8e6ab6811b9f" providerId="ADAL" clId="{86406501-AF24-4232-852D-25705974DC37}" dt="2020-12-17T00:41:33.520" v="768" actId="478"/>
          <ac:picMkLst>
            <pc:docMk/>
            <pc:sldMk cId="3007922603" sldId="355"/>
            <ac:picMk id="25" creationId="{887CF8A2-DE3D-488D-984E-A3AB55BDBB5A}"/>
          </ac:picMkLst>
        </pc:picChg>
        <pc:picChg chg="add mod">
          <ac:chgData name="Yang, Chun-yu" userId="57c5ba99-e68a-448a-8f42-8e6ab6811b9f" providerId="ADAL" clId="{86406501-AF24-4232-852D-25705974DC37}" dt="2020-12-17T00:41:49.727" v="771" actId="14100"/>
          <ac:picMkLst>
            <pc:docMk/>
            <pc:sldMk cId="3007922603" sldId="355"/>
            <ac:picMk id="28" creationId="{28F7EE3F-5FD4-49A9-ABE0-6FFCC5A73DBB}"/>
          </ac:picMkLst>
        </pc:picChg>
        <pc:picChg chg="add del mod">
          <ac:chgData name="Yang, Chun-yu" userId="57c5ba99-e68a-448a-8f42-8e6ab6811b9f" providerId="ADAL" clId="{86406501-AF24-4232-852D-25705974DC37}" dt="2020-12-17T00:21:05.221" v="396" actId="478"/>
          <ac:picMkLst>
            <pc:docMk/>
            <pc:sldMk cId="3007922603" sldId="355"/>
            <ac:picMk id="31" creationId="{93B11A60-6B51-4AE8-A240-71804708832D}"/>
          </ac:picMkLst>
        </pc:picChg>
        <pc:picChg chg="add del">
          <ac:chgData name="Yang, Chun-yu" userId="57c5ba99-e68a-448a-8f42-8e6ab6811b9f" providerId="ADAL" clId="{86406501-AF24-4232-852D-25705974DC37}" dt="2020-12-17T00:21:04.245" v="395" actId="478"/>
          <ac:picMkLst>
            <pc:docMk/>
            <pc:sldMk cId="3007922603" sldId="355"/>
            <ac:picMk id="32" creationId="{1153A67B-C70E-41AF-BADB-0E09A4075D78}"/>
          </ac:picMkLst>
        </pc:picChg>
        <pc:picChg chg="add del">
          <ac:chgData name="Yang, Chun-yu" userId="57c5ba99-e68a-448a-8f42-8e6ab6811b9f" providerId="ADAL" clId="{86406501-AF24-4232-852D-25705974DC37}" dt="2020-12-17T00:21:03.471" v="394" actId="478"/>
          <ac:picMkLst>
            <pc:docMk/>
            <pc:sldMk cId="3007922603" sldId="355"/>
            <ac:picMk id="33" creationId="{FBEF8931-46E1-4E0F-B0E8-0CFEEED9ECFA}"/>
          </ac:picMkLst>
        </pc:picChg>
        <pc:picChg chg="add del">
          <ac:chgData name="Yang, Chun-yu" userId="57c5ba99-e68a-448a-8f42-8e6ab6811b9f" providerId="ADAL" clId="{86406501-AF24-4232-852D-25705974DC37}" dt="2020-12-17T00:21:02.038" v="393" actId="478"/>
          <ac:picMkLst>
            <pc:docMk/>
            <pc:sldMk cId="3007922603" sldId="355"/>
            <ac:picMk id="34" creationId="{8DB3C365-30B0-4ABF-846A-66B5B8D1B008}"/>
          </ac:picMkLst>
        </pc:picChg>
        <pc:picChg chg="add del">
          <ac:chgData name="Yang, Chun-yu" userId="57c5ba99-e68a-448a-8f42-8e6ab6811b9f" providerId="ADAL" clId="{86406501-AF24-4232-852D-25705974DC37}" dt="2020-12-17T00:21:01.058" v="392" actId="478"/>
          <ac:picMkLst>
            <pc:docMk/>
            <pc:sldMk cId="3007922603" sldId="355"/>
            <ac:picMk id="36" creationId="{0BC5AEBF-15BF-4FE3-9080-47799E532C9D}"/>
          </ac:picMkLst>
        </pc:picChg>
        <pc:picChg chg="add del">
          <ac:chgData name="Yang, Chun-yu" userId="57c5ba99-e68a-448a-8f42-8e6ab6811b9f" providerId="ADAL" clId="{86406501-AF24-4232-852D-25705974DC37}" dt="2020-12-17T00:21:00.349" v="391" actId="478"/>
          <ac:picMkLst>
            <pc:docMk/>
            <pc:sldMk cId="3007922603" sldId="355"/>
            <ac:picMk id="37" creationId="{14453995-8C27-4529-8D58-BA5FED8B172B}"/>
          </ac:picMkLst>
        </pc:picChg>
        <pc:picChg chg="add del">
          <ac:chgData name="Yang, Chun-yu" userId="57c5ba99-e68a-448a-8f42-8e6ab6811b9f" providerId="ADAL" clId="{86406501-AF24-4232-852D-25705974DC37}" dt="2020-12-17T00:20:59.517" v="390" actId="478"/>
          <ac:picMkLst>
            <pc:docMk/>
            <pc:sldMk cId="3007922603" sldId="355"/>
            <ac:picMk id="39" creationId="{1D139C86-DCC4-49DF-85BE-884502551AB3}"/>
          </ac:picMkLst>
        </pc:picChg>
        <pc:picChg chg="add del">
          <ac:chgData name="Yang, Chun-yu" userId="57c5ba99-e68a-448a-8f42-8e6ab6811b9f" providerId="ADAL" clId="{86406501-AF24-4232-852D-25705974DC37}" dt="2020-12-17T00:20:54.206" v="389"/>
          <ac:picMkLst>
            <pc:docMk/>
            <pc:sldMk cId="3007922603" sldId="355"/>
            <ac:picMk id="40" creationId="{BCAC1C44-4176-4A11-A521-CBA3F54FD2A0}"/>
          </ac:picMkLst>
        </pc:picChg>
        <pc:picChg chg="add del">
          <ac:chgData name="Yang, Chun-yu" userId="57c5ba99-e68a-448a-8f42-8e6ab6811b9f" providerId="ADAL" clId="{86406501-AF24-4232-852D-25705974DC37}" dt="2020-12-17T00:20:54.014" v="388"/>
          <ac:picMkLst>
            <pc:docMk/>
            <pc:sldMk cId="3007922603" sldId="355"/>
            <ac:picMk id="42" creationId="{25928B5D-678E-47BD-A602-3040C441F119}"/>
          </ac:picMkLst>
        </pc:picChg>
        <pc:picChg chg="add del">
          <ac:chgData name="Yang, Chun-yu" userId="57c5ba99-e68a-448a-8f42-8e6ab6811b9f" providerId="ADAL" clId="{86406501-AF24-4232-852D-25705974DC37}" dt="2020-12-17T00:20:53.822" v="387"/>
          <ac:picMkLst>
            <pc:docMk/>
            <pc:sldMk cId="3007922603" sldId="355"/>
            <ac:picMk id="43" creationId="{C692066E-EA0B-496B-9623-96B359AEC39E}"/>
          </ac:picMkLst>
        </pc:picChg>
        <pc:picChg chg="add del">
          <ac:chgData name="Yang, Chun-yu" userId="57c5ba99-e68a-448a-8f42-8e6ab6811b9f" providerId="ADAL" clId="{86406501-AF24-4232-852D-25705974DC37}" dt="2020-12-17T00:20:53.654" v="386"/>
          <ac:picMkLst>
            <pc:docMk/>
            <pc:sldMk cId="3007922603" sldId="355"/>
            <ac:picMk id="46" creationId="{627FE918-FC40-44FF-93EF-2D19B7BAF4CD}"/>
          </ac:picMkLst>
        </pc:picChg>
        <pc:picChg chg="add del">
          <ac:chgData name="Yang, Chun-yu" userId="57c5ba99-e68a-448a-8f42-8e6ab6811b9f" providerId="ADAL" clId="{86406501-AF24-4232-852D-25705974DC37}" dt="2020-12-17T00:20:53.469" v="385"/>
          <ac:picMkLst>
            <pc:docMk/>
            <pc:sldMk cId="3007922603" sldId="355"/>
            <ac:picMk id="47" creationId="{3C8F7E9A-BE12-4C98-87B6-6552B57F6A19}"/>
          </ac:picMkLst>
        </pc:picChg>
        <pc:picChg chg="add del">
          <ac:chgData name="Yang, Chun-yu" userId="57c5ba99-e68a-448a-8f42-8e6ab6811b9f" providerId="ADAL" clId="{86406501-AF24-4232-852D-25705974DC37}" dt="2020-12-17T00:20:53.308" v="384"/>
          <ac:picMkLst>
            <pc:docMk/>
            <pc:sldMk cId="3007922603" sldId="355"/>
            <ac:picMk id="48" creationId="{45740E3D-FA76-42DA-B8BC-B106732023C4}"/>
          </ac:picMkLst>
        </pc:picChg>
        <pc:picChg chg="add del">
          <ac:chgData name="Yang, Chun-yu" userId="57c5ba99-e68a-448a-8f42-8e6ab6811b9f" providerId="ADAL" clId="{86406501-AF24-4232-852D-25705974DC37}" dt="2020-12-17T00:20:53.108" v="383"/>
          <ac:picMkLst>
            <pc:docMk/>
            <pc:sldMk cId="3007922603" sldId="355"/>
            <ac:picMk id="49" creationId="{BBB14878-ACBF-4451-82D2-060D1FDE3765}"/>
          </ac:picMkLst>
        </pc:picChg>
        <pc:picChg chg="add del mod">
          <ac:chgData name="Yang, Chun-yu" userId="57c5ba99-e68a-448a-8f42-8e6ab6811b9f" providerId="ADAL" clId="{86406501-AF24-4232-852D-25705974DC37}" dt="2020-12-17T00:20:49.696" v="374" actId="571"/>
          <ac:picMkLst>
            <pc:docMk/>
            <pc:sldMk cId="3007922603" sldId="355"/>
            <ac:picMk id="50" creationId="{13689F71-A0B6-48C3-8500-A8B181F2B530}"/>
          </ac:picMkLst>
        </pc:picChg>
        <pc:picChg chg="add mod">
          <ac:chgData name="Yang, Chun-yu" userId="57c5ba99-e68a-448a-8f42-8e6ab6811b9f" providerId="ADAL" clId="{86406501-AF24-4232-852D-25705974DC37}" dt="2020-12-17T00:26:52.955" v="496" actId="1037"/>
          <ac:picMkLst>
            <pc:docMk/>
            <pc:sldMk cId="3007922603" sldId="355"/>
            <ac:picMk id="51" creationId="{E53426A0-0CB5-4F83-A851-E0F2D828B747}"/>
          </ac:picMkLst>
        </pc:picChg>
        <pc:picChg chg="add mod">
          <ac:chgData name="Yang, Chun-yu" userId="57c5ba99-e68a-448a-8f42-8e6ab6811b9f" providerId="ADAL" clId="{86406501-AF24-4232-852D-25705974DC37}" dt="2020-12-17T00:27:38.858" v="592" actId="1035"/>
          <ac:picMkLst>
            <pc:docMk/>
            <pc:sldMk cId="3007922603" sldId="355"/>
            <ac:picMk id="52" creationId="{EB1A3003-07BF-4110-96B7-4C14F4D86364}"/>
          </ac:picMkLst>
        </pc:picChg>
        <pc:picChg chg="add mod">
          <ac:chgData name="Yang, Chun-yu" userId="57c5ba99-e68a-448a-8f42-8e6ab6811b9f" providerId="ADAL" clId="{86406501-AF24-4232-852D-25705974DC37}" dt="2020-12-17T00:27:31.746" v="589" actId="1036"/>
          <ac:picMkLst>
            <pc:docMk/>
            <pc:sldMk cId="3007922603" sldId="355"/>
            <ac:picMk id="53" creationId="{DEBE23CC-9DB2-4893-A83C-2E4FEF8C3A66}"/>
          </ac:picMkLst>
        </pc:picChg>
        <pc:picChg chg="add mod">
          <ac:chgData name="Yang, Chun-yu" userId="57c5ba99-e68a-448a-8f42-8e6ab6811b9f" providerId="ADAL" clId="{86406501-AF24-4232-852D-25705974DC37}" dt="2020-12-17T00:27:25.964" v="586" actId="1036"/>
          <ac:picMkLst>
            <pc:docMk/>
            <pc:sldMk cId="3007922603" sldId="355"/>
            <ac:picMk id="54" creationId="{C3593B4E-F0CE-43E3-82B3-815D16871CCD}"/>
          </ac:picMkLst>
        </pc:picChg>
        <pc:picChg chg="add mod">
          <ac:chgData name="Yang, Chun-yu" userId="57c5ba99-e68a-448a-8f42-8e6ab6811b9f" providerId="ADAL" clId="{86406501-AF24-4232-852D-25705974DC37}" dt="2020-12-17T00:27:59.386" v="617" actId="1037"/>
          <ac:picMkLst>
            <pc:docMk/>
            <pc:sldMk cId="3007922603" sldId="355"/>
            <ac:picMk id="55" creationId="{09553C77-C913-4EAC-80DA-361189A3A719}"/>
          </ac:picMkLst>
        </pc:picChg>
        <pc:picChg chg="add mod">
          <ac:chgData name="Yang, Chun-yu" userId="57c5ba99-e68a-448a-8f42-8e6ab6811b9f" providerId="ADAL" clId="{86406501-AF24-4232-852D-25705974DC37}" dt="2020-12-17T00:30:30.314" v="742" actId="1035"/>
          <ac:picMkLst>
            <pc:docMk/>
            <pc:sldMk cId="3007922603" sldId="355"/>
            <ac:picMk id="56" creationId="{4968A973-D642-462C-B1B1-5B3B8F51BDA6}"/>
          </ac:picMkLst>
        </pc:picChg>
        <pc:picChg chg="add del mod">
          <ac:chgData name="Yang, Chun-yu" userId="57c5ba99-e68a-448a-8f42-8e6ab6811b9f" providerId="ADAL" clId="{86406501-AF24-4232-852D-25705974DC37}" dt="2020-12-17T00:28:30.994" v="684" actId="478"/>
          <ac:picMkLst>
            <pc:docMk/>
            <pc:sldMk cId="3007922603" sldId="355"/>
            <ac:picMk id="57" creationId="{88416B17-60F6-4B65-9F73-98C9CF3F0598}"/>
          </ac:picMkLst>
        </pc:picChg>
        <pc:picChg chg="add del mod">
          <ac:chgData name="Yang, Chun-yu" userId="57c5ba99-e68a-448a-8f42-8e6ab6811b9f" providerId="ADAL" clId="{86406501-AF24-4232-852D-25705974DC37}" dt="2020-12-17T00:28:46.394" v="704" actId="478"/>
          <ac:picMkLst>
            <pc:docMk/>
            <pc:sldMk cId="3007922603" sldId="355"/>
            <ac:picMk id="58" creationId="{42688CF7-8F91-4FF0-AFB6-70BF1D4AA6A8}"/>
          </ac:picMkLst>
        </pc:picChg>
        <pc:picChg chg="add mod">
          <ac:chgData name="Yang, Chun-yu" userId="57c5ba99-e68a-448a-8f42-8e6ab6811b9f" providerId="ADAL" clId="{86406501-AF24-4232-852D-25705974DC37}" dt="2020-12-17T00:30:29.469" v="741" actId="1035"/>
          <ac:picMkLst>
            <pc:docMk/>
            <pc:sldMk cId="3007922603" sldId="355"/>
            <ac:picMk id="59" creationId="{0F385545-7CCD-4AD3-B699-CB18E69C5C9F}"/>
          </ac:picMkLst>
        </pc:picChg>
        <pc:picChg chg="add mod">
          <ac:chgData name="Yang, Chun-yu" userId="57c5ba99-e68a-448a-8f42-8e6ab6811b9f" providerId="ADAL" clId="{86406501-AF24-4232-852D-25705974DC37}" dt="2020-12-17T00:30:28.393" v="740" actId="1035"/>
          <ac:picMkLst>
            <pc:docMk/>
            <pc:sldMk cId="3007922603" sldId="355"/>
            <ac:picMk id="60" creationId="{EF16C514-1F1F-4B88-A269-A63EB2FE06D5}"/>
          </ac:picMkLst>
        </pc:picChg>
        <pc:picChg chg="add mod">
          <ac:chgData name="Yang, Chun-yu" userId="57c5ba99-e68a-448a-8f42-8e6ab6811b9f" providerId="ADAL" clId="{86406501-AF24-4232-852D-25705974DC37}" dt="2020-12-17T00:30:27.129" v="739" actId="1035"/>
          <ac:picMkLst>
            <pc:docMk/>
            <pc:sldMk cId="3007922603" sldId="355"/>
            <ac:picMk id="61" creationId="{B2077FFA-3839-4A8F-B70E-B78080A31275}"/>
          </ac:picMkLst>
        </pc:picChg>
        <pc:picChg chg="add mod">
          <ac:chgData name="Yang, Chun-yu" userId="57c5ba99-e68a-448a-8f42-8e6ab6811b9f" providerId="ADAL" clId="{86406501-AF24-4232-852D-25705974DC37}" dt="2020-12-17T00:30:24.858" v="738" actId="1035"/>
          <ac:picMkLst>
            <pc:docMk/>
            <pc:sldMk cId="3007922603" sldId="355"/>
            <ac:picMk id="62" creationId="{1CCDC79D-DCC0-473A-B28A-1CEBF25F9EC8}"/>
          </ac:picMkLst>
        </pc:picChg>
        <pc:picChg chg="add mod">
          <ac:chgData name="Yang, Chun-yu" userId="57c5ba99-e68a-448a-8f42-8e6ab6811b9f" providerId="ADAL" clId="{86406501-AF24-4232-852D-25705974DC37}" dt="2020-12-17T00:30:23.787" v="737" actId="1035"/>
          <ac:picMkLst>
            <pc:docMk/>
            <pc:sldMk cId="3007922603" sldId="355"/>
            <ac:picMk id="63" creationId="{8386749F-5517-44D8-9C6C-426ECB699B12}"/>
          </ac:picMkLst>
        </pc:picChg>
        <pc:picChg chg="add del mod">
          <ac:chgData name="Yang, Chun-yu" userId="57c5ba99-e68a-448a-8f42-8e6ab6811b9f" providerId="ADAL" clId="{86406501-AF24-4232-852D-25705974DC37}" dt="2020-12-17T00:29:53.441" v="716" actId="478"/>
          <ac:picMkLst>
            <pc:docMk/>
            <pc:sldMk cId="3007922603" sldId="355"/>
            <ac:picMk id="64" creationId="{14E9BAB9-6D06-4A4C-A1D1-5BEA1D3FA824}"/>
          </ac:picMkLst>
        </pc:picChg>
        <pc:picChg chg="add del mod">
          <ac:chgData name="Yang, Chun-yu" userId="57c5ba99-e68a-448a-8f42-8e6ab6811b9f" providerId="ADAL" clId="{86406501-AF24-4232-852D-25705974DC37}" dt="2020-12-17T00:29:51.851" v="715" actId="478"/>
          <ac:picMkLst>
            <pc:docMk/>
            <pc:sldMk cId="3007922603" sldId="355"/>
            <ac:picMk id="65" creationId="{7C0B99DC-0244-43C5-BFDC-9CB349D66828}"/>
          </ac:picMkLst>
        </pc:picChg>
        <pc:picChg chg="add del mod">
          <ac:chgData name="Yang, Chun-yu" userId="57c5ba99-e68a-448a-8f42-8e6ab6811b9f" providerId="ADAL" clId="{86406501-AF24-4232-852D-25705974DC37}" dt="2020-12-17T00:30:02.887" v="728" actId="478"/>
          <ac:picMkLst>
            <pc:docMk/>
            <pc:sldMk cId="3007922603" sldId="355"/>
            <ac:picMk id="66" creationId="{3F021359-1203-46DE-BA39-84146F80F582}"/>
          </ac:picMkLst>
        </pc:picChg>
        <pc:picChg chg="add mod">
          <ac:chgData name="Yang, Chun-yu" userId="57c5ba99-e68a-448a-8f42-8e6ab6811b9f" providerId="ADAL" clId="{86406501-AF24-4232-852D-25705974DC37}" dt="2020-12-17T00:30:22.258" v="736" actId="1035"/>
          <ac:picMkLst>
            <pc:docMk/>
            <pc:sldMk cId="3007922603" sldId="355"/>
            <ac:picMk id="67" creationId="{34534734-6E76-4C07-BA0D-67FD49DDA8C6}"/>
          </ac:picMkLst>
        </pc:picChg>
        <pc:picChg chg="add mod">
          <ac:chgData name="Yang, Chun-yu" userId="57c5ba99-e68a-448a-8f42-8e6ab6811b9f" providerId="ADAL" clId="{86406501-AF24-4232-852D-25705974DC37}" dt="2020-12-17T00:30:21.218" v="735" actId="1035"/>
          <ac:picMkLst>
            <pc:docMk/>
            <pc:sldMk cId="3007922603" sldId="355"/>
            <ac:picMk id="68" creationId="{5D2F4984-0561-43D3-944C-4FE62FA2AA59}"/>
          </ac:picMkLst>
        </pc:picChg>
        <pc:picChg chg="add mod">
          <ac:chgData name="Yang, Chun-yu" userId="57c5ba99-e68a-448a-8f42-8e6ab6811b9f" providerId="ADAL" clId="{86406501-AF24-4232-852D-25705974DC37}" dt="2020-12-17T00:30:17.514" v="732" actId="1035"/>
          <ac:picMkLst>
            <pc:docMk/>
            <pc:sldMk cId="3007922603" sldId="355"/>
            <ac:picMk id="69" creationId="{CA9CCFA0-211A-44FB-A0D2-AD0EC4F61609}"/>
          </ac:picMkLst>
        </pc:picChg>
        <pc:picChg chg="add mod">
          <ac:chgData name="Yang, Chun-yu" userId="57c5ba99-e68a-448a-8f42-8e6ab6811b9f" providerId="ADAL" clId="{86406501-AF24-4232-852D-25705974DC37}" dt="2020-12-17T00:41:53.284" v="772" actId="571"/>
          <ac:picMkLst>
            <pc:docMk/>
            <pc:sldMk cId="3007922603" sldId="355"/>
            <ac:picMk id="70" creationId="{9CB87BA7-09C0-45E4-9A50-8EFE7FB02561}"/>
          </ac:picMkLst>
        </pc:picChg>
        <pc:picChg chg="add mod">
          <ac:chgData name="Yang, Chun-yu" userId="57c5ba99-e68a-448a-8f42-8e6ab6811b9f" providerId="ADAL" clId="{86406501-AF24-4232-852D-25705974DC37}" dt="2020-12-17T00:41:56.061" v="773" actId="571"/>
          <ac:picMkLst>
            <pc:docMk/>
            <pc:sldMk cId="3007922603" sldId="355"/>
            <ac:picMk id="71" creationId="{A5FE152B-73E4-43E1-95DF-83D5E4F5A768}"/>
          </ac:picMkLst>
        </pc:picChg>
        <pc:picChg chg="add mod">
          <ac:chgData name="Yang, Chun-yu" userId="57c5ba99-e68a-448a-8f42-8e6ab6811b9f" providerId="ADAL" clId="{86406501-AF24-4232-852D-25705974DC37}" dt="2020-12-17T01:02:12.430" v="980" actId="1076"/>
          <ac:picMkLst>
            <pc:docMk/>
            <pc:sldMk cId="3007922603" sldId="355"/>
            <ac:picMk id="75" creationId="{447C348A-5EF7-40C1-AFA7-27FF744B1468}"/>
          </ac:picMkLst>
        </pc:picChg>
        <pc:picChg chg="add mod">
          <ac:chgData name="Yang, Chun-yu" userId="57c5ba99-e68a-448a-8f42-8e6ab6811b9f" providerId="ADAL" clId="{86406501-AF24-4232-852D-25705974DC37}" dt="2020-12-17T01:02:16.008" v="981" actId="1076"/>
          <ac:picMkLst>
            <pc:docMk/>
            <pc:sldMk cId="3007922603" sldId="355"/>
            <ac:picMk id="76" creationId="{D4802419-F4DB-441B-87A6-5F890010CCA6}"/>
          </ac:picMkLst>
        </pc:picChg>
        <pc:picChg chg="add mod">
          <ac:chgData name="Yang, Chun-yu" userId="57c5ba99-e68a-448a-8f42-8e6ab6811b9f" providerId="ADAL" clId="{86406501-AF24-4232-852D-25705974DC37}" dt="2020-12-17T01:02:21.708" v="982" actId="1076"/>
          <ac:picMkLst>
            <pc:docMk/>
            <pc:sldMk cId="3007922603" sldId="355"/>
            <ac:picMk id="77" creationId="{F3085FB8-1222-4ED6-81C1-66CA0EDA09E6}"/>
          </ac:picMkLst>
        </pc:picChg>
        <pc:picChg chg="add mod">
          <ac:chgData name="Yang, Chun-yu" userId="57c5ba99-e68a-448a-8f42-8e6ab6811b9f" providerId="ADAL" clId="{86406501-AF24-4232-852D-25705974DC37}" dt="2020-12-17T01:09:16.624" v="1031" actId="1076"/>
          <ac:picMkLst>
            <pc:docMk/>
            <pc:sldMk cId="3007922603" sldId="355"/>
            <ac:picMk id="79" creationId="{155F038A-8C35-4455-B07B-DCA88FC5A15B}"/>
          </ac:picMkLst>
        </pc:picChg>
        <pc:picChg chg="add mod">
          <ac:chgData name="Yang, Chun-yu" userId="57c5ba99-e68a-448a-8f42-8e6ab6811b9f" providerId="ADAL" clId="{86406501-AF24-4232-852D-25705974DC37}" dt="2020-12-17T01:09:34.896" v="1036" actId="1076"/>
          <ac:picMkLst>
            <pc:docMk/>
            <pc:sldMk cId="3007922603" sldId="355"/>
            <ac:picMk id="80" creationId="{F6B7802E-AF62-4991-B1F8-1422F30E00D2}"/>
          </ac:picMkLst>
        </pc:picChg>
        <pc:picChg chg="add mod">
          <ac:chgData name="Yang, Chun-yu" userId="57c5ba99-e68a-448a-8f42-8e6ab6811b9f" providerId="ADAL" clId="{86406501-AF24-4232-852D-25705974DC37}" dt="2020-12-17T01:09:37.800" v="1037" actId="1076"/>
          <ac:picMkLst>
            <pc:docMk/>
            <pc:sldMk cId="3007922603" sldId="355"/>
            <ac:picMk id="81" creationId="{B0CC29C3-3BEB-4946-9A84-2CDB7606577C}"/>
          </ac:picMkLst>
        </pc:picChg>
        <pc:cxnChg chg="mod">
          <ac:chgData name="Yang, Chun-yu" userId="57c5ba99-e68a-448a-8f42-8e6ab6811b9f" providerId="ADAL" clId="{86406501-AF24-4232-852D-25705974DC37}" dt="2020-12-17T00:20:49.887" v="375" actId="478"/>
          <ac:cxnSpMkLst>
            <pc:docMk/>
            <pc:sldMk cId="3007922603" sldId="355"/>
            <ac:cxnSpMk id="35" creationId="{A8E26932-0371-4181-BF98-2FC87C7D84EE}"/>
          </ac:cxnSpMkLst>
        </pc:cxnChg>
      </pc:sldChg>
      <pc:sldChg chg="add del">
        <pc:chgData name="Yang, Chun-yu" userId="57c5ba99-e68a-448a-8f42-8e6ab6811b9f" providerId="ADAL" clId="{86406501-AF24-4232-852D-25705974DC37}" dt="2020-12-16T23:57:07.219" v="9" actId="2696"/>
        <pc:sldMkLst>
          <pc:docMk/>
          <pc:sldMk cId="3222978260" sldId="355"/>
        </pc:sldMkLst>
      </pc:sldChg>
      <pc:sldChg chg="addSp delSp modSp add addAnim delAnim modAnim">
        <pc:chgData name="Yang, Chun-yu" userId="57c5ba99-e68a-448a-8f42-8e6ab6811b9f" providerId="ADAL" clId="{86406501-AF24-4232-852D-25705974DC37}" dt="2020-12-17T01:31:48.359" v="1210" actId="478"/>
        <pc:sldMkLst>
          <pc:docMk/>
          <pc:sldMk cId="465478430" sldId="356"/>
        </pc:sldMkLst>
        <pc:spChg chg="mod">
          <ac:chgData name="Yang, Chun-yu" userId="57c5ba99-e68a-448a-8f42-8e6ab6811b9f" providerId="ADAL" clId="{86406501-AF24-4232-852D-25705974DC37}" dt="2020-12-17T01:11:53.467" v="1061" actId="20577"/>
          <ac:spMkLst>
            <pc:docMk/>
            <pc:sldMk cId="465478430" sldId="356"/>
            <ac:spMk id="2" creationId="{0B5E56D1-11A7-BC4F-9A96-5CA6CF89352F}"/>
          </ac:spMkLst>
        </pc:spChg>
        <pc:spChg chg="add del mod">
          <ac:chgData name="Yang, Chun-yu" userId="57c5ba99-e68a-448a-8f42-8e6ab6811b9f" providerId="ADAL" clId="{86406501-AF24-4232-852D-25705974DC37}" dt="2020-12-17T01:31:48.359" v="1210" actId="478"/>
          <ac:spMkLst>
            <pc:docMk/>
            <pc:sldMk cId="465478430" sldId="356"/>
            <ac:spMk id="3" creationId="{5D602AEC-2DF2-40A3-A0B4-A519685BB73A}"/>
          </ac:spMkLst>
        </pc:spChg>
        <pc:spChg chg="add del mod">
          <ac:chgData name="Yang, Chun-yu" userId="57c5ba99-e68a-448a-8f42-8e6ab6811b9f" providerId="ADAL" clId="{86406501-AF24-4232-852D-25705974DC37}" dt="2020-12-17T01:31:34.360" v="1195" actId="478"/>
          <ac:spMkLst>
            <pc:docMk/>
            <pc:sldMk cId="465478430" sldId="356"/>
            <ac:spMk id="5" creationId="{31B32CEE-B622-479E-9946-E7608AADDE48}"/>
          </ac:spMkLst>
        </pc:spChg>
        <pc:spChg chg="add del mod">
          <ac:chgData name="Yang, Chun-yu" userId="57c5ba99-e68a-448a-8f42-8e6ab6811b9f" providerId="ADAL" clId="{86406501-AF24-4232-852D-25705974DC37}" dt="2020-12-17T01:31:33.034" v="1189" actId="478"/>
          <ac:spMkLst>
            <pc:docMk/>
            <pc:sldMk cId="465478430" sldId="356"/>
            <ac:spMk id="64" creationId="{4739938D-A318-4692-A053-A856822A24CC}"/>
          </ac:spMkLst>
        </pc:spChg>
        <pc:spChg chg="add del mod">
          <ac:chgData name="Yang, Chun-yu" userId="57c5ba99-e68a-448a-8f42-8e6ab6811b9f" providerId="ADAL" clId="{86406501-AF24-4232-852D-25705974DC37}" dt="2020-12-17T01:31:32.653" v="1188" actId="478"/>
          <ac:spMkLst>
            <pc:docMk/>
            <pc:sldMk cId="465478430" sldId="356"/>
            <ac:spMk id="65" creationId="{1A0FC3F4-B027-4E9F-9C66-3853EC8A5B7C}"/>
          </ac:spMkLst>
        </pc:spChg>
        <pc:spChg chg="add del mod">
          <ac:chgData name="Yang, Chun-yu" userId="57c5ba99-e68a-448a-8f42-8e6ab6811b9f" providerId="ADAL" clId="{86406501-AF24-4232-852D-25705974DC37}" dt="2020-12-17T01:31:33.224" v="1190" actId="478"/>
          <ac:spMkLst>
            <pc:docMk/>
            <pc:sldMk cId="465478430" sldId="356"/>
            <ac:spMk id="66" creationId="{7AF54946-1880-4127-BE8E-A9969CC9E7ED}"/>
          </ac:spMkLst>
        </pc:spChg>
        <pc:spChg chg="del">
          <ac:chgData name="Yang, Chun-yu" userId="57c5ba99-e68a-448a-8f42-8e6ab6811b9f" providerId="ADAL" clId="{86406501-AF24-4232-852D-25705974DC37}" dt="2020-12-17T01:12:23.923" v="1072" actId="478"/>
          <ac:spMkLst>
            <pc:docMk/>
            <pc:sldMk cId="465478430" sldId="356"/>
            <ac:spMk id="72" creationId="{AEE8B7FF-D1D6-47E9-80FA-02F6DC572D2F}"/>
          </ac:spMkLst>
        </pc:spChg>
        <pc:spChg chg="del">
          <ac:chgData name="Yang, Chun-yu" userId="57c5ba99-e68a-448a-8f42-8e6ab6811b9f" providerId="ADAL" clId="{86406501-AF24-4232-852D-25705974DC37}" dt="2020-12-17T01:12:23.923" v="1072" actId="478"/>
          <ac:spMkLst>
            <pc:docMk/>
            <pc:sldMk cId="465478430" sldId="356"/>
            <ac:spMk id="73" creationId="{4BE427A9-DFEB-476E-961E-8ACAD1660C1D}"/>
          </ac:spMkLst>
        </pc:spChg>
        <pc:spChg chg="del">
          <ac:chgData name="Yang, Chun-yu" userId="57c5ba99-e68a-448a-8f42-8e6ab6811b9f" providerId="ADAL" clId="{86406501-AF24-4232-852D-25705974DC37}" dt="2020-12-17T01:12:23.923" v="1072" actId="478"/>
          <ac:spMkLst>
            <pc:docMk/>
            <pc:sldMk cId="465478430" sldId="356"/>
            <ac:spMk id="74" creationId="{4773920E-3956-4B39-BBF1-875169432B32}"/>
          </ac:spMkLst>
        </pc:spChg>
        <pc:spChg chg="del">
          <ac:chgData name="Yang, Chun-yu" userId="57c5ba99-e68a-448a-8f42-8e6ab6811b9f" providerId="ADAL" clId="{86406501-AF24-4232-852D-25705974DC37}" dt="2020-12-17T01:12:23.923" v="1072" actId="478"/>
          <ac:spMkLst>
            <pc:docMk/>
            <pc:sldMk cId="465478430" sldId="356"/>
            <ac:spMk id="78" creationId="{411EB89D-4CF2-426F-80F6-178E558E065C}"/>
          </ac:spMkLst>
        </pc:spChg>
        <pc:spChg chg="add del mod">
          <ac:chgData name="Yang, Chun-yu" userId="57c5ba99-e68a-448a-8f42-8e6ab6811b9f" providerId="ADAL" clId="{86406501-AF24-4232-852D-25705974DC37}" dt="2020-12-17T01:31:32.102" v="1187" actId="478"/>
          <ac:spMkLst>
            <pc:docMk/>
            <pc:sldMk cId="465478430" sldId="356"/>
            <ac:spMk id="82" creationId="{952A9BC6-CD86-4916-88B7-39190257D81B}"/>
          </ac:spMkLst>
        </pc:spChg>
        <pc:spChg chg="del">
          <ac:chgData name="Yang, Chun-yu" userId="57c5ba99-e68a-448a-8f42-8e6ab6811b9f" providerId="ADAL" clId="{86406501-AF24-4232-852D-25705974DC37}" dt="2020-12-17T01:12:23.923" v="1072" actId="478"/>
          <ac:spMkLst>
            <pc:docMk/>
            <pc:sldMk cId="465478430" sldId="356"/>
            <ac:spMk id="83" creationId="{1E65B00F-3151-4946-8234-03D898CB08A7}"/>
          </ac:spMkLst>
        </pc:spChg>
        <pc:spChg chg="add del mod">
          <ac:chgData name="Yang, Chun-yu" userId="57c5ba99-e68a-448a-8f42-8e6ab6811b9f" providerId="ADAL" clId="{86406501-AF24-4232-852D-25705974DC37}" dt="2020-12-17T01:31:33.935" v="1194" actId="478"/>
          <ac:spMkLst>
            <pc:docMk/>
            <pc:sldMk cId="465478430" sldId="356"/>
            <ac:spMk id="84" creationId="{BE9A1E1C-6BA6-45AB-89B2-FECCBF6E8A9C}"/>
          </ac:spMkLst>
        </pc:spChg>
        <pc:spChg chg="add del mod">
          <ac:chgData name="Yang, Chun-yu" userId="57c5ba99-e68a-448a-8f42-8e6ab6811b9f" providerId="ADAL" clId="{86406501-AF24-4232-852D-25705974DC37}" dt="2020-12-17T01:31:33.777" v="1193" actId="478"/>
          <ac:spMkLst>
            <pc:docMk/>
            <pc:sldMk cId="465478430" sldId="356"/>
            <ac:spMk id="85" creationId="{2E3F451D-DA6B-4BF3-9DEB-F2A6C4215357}"/>
          </ac:spMkLst>
        </pc:spChg>
        <pc:spChg chg="add del mod">
          <ac:chgData name="Yang, Chun-yu" userId="57c5ba99-e68a-448a-8f42-8e6ab6811b9f" providerId="ADAL" clId="{86406501-AF24-4232-852D-25705974DC37}" dt="2020-12-17T01:31:33.442" v="1191" actId="478"/>
          <ac:spMkLst>
            <pc:docMk/>
            <pc:sldMk cId="465478430" sldId="356"/>
            <ac:spMk id="86" creationId="{FE2E9A9E-7681-40A5-BC40-11B733638697}"/>
          </ac:spMkLst>
        </pc:spChg>
        <pc:spChg chg="add del mod">
          <ac:chgData name="Yang, Chun-yu" userId="57c5ba99-e68a-448a-8f42-8e6ab6811b9f" providerId="ADAL" clId="{86406501-AF24-4232-852D-25705974DC37}" dt="2020-12-17T01:31:40.984" v="1204" actId="14100"/>
          <ac:spMkLst>
            <pc:docMk/>
            <pc:sldMk cId="465478430" sldId="356"/>
            <ac:spMk id="87" creationId="{96D66EFE-078A-49B4-86E0-D90D82392441}"/>
          </ac:spMkLst>
        </pc:sp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4" creationId="{E03A88FD-9751-4A58-9CBE-95FC9A2CAA2D}"/>
          </ac:picMkLst>
        </pc:picChg>
        <pc:picChg chg="del">
          <ac:chgData name="Yang, Chun-yu" userId="57c5ba99-e68a-448a-8f42-8e6ab6811b9f" providerId="ADAL" clId="{86406501-AF24-4232-852D-25705974DC37}" dt="2020-12-17T01:12:13.117" v="1070" actId="478"/>
          <ac:picMkLst>
            <pc:docMk/>
            <pc:sldMk cId="465478430" sldId="356"/>
            <ac:picMk id="28" creationId="{28F7EE3F-5FD4-49A9-ABE0-6FFCC5A73DBB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51" creationId="{E53426A0-0CB5-4F83-A851-E0F2D828B747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52" creationId="{EB1A3003-07BF-4110-96B7-4C14F4D86364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53" creationId="{DEBE23CC-9DB2-4893-A83C-2E4FEF8C3A66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54" creationId="{C3593B4E-F0CE-43E3-82B3-815D16871CCD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55" creationId="{09553C77-C913-4EAC-80DA-361189A3A719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56" creationId="{4968A973-D642-462C-B1B1-5B3B8F51BDA6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59" creationId="{0F385545-7CCD-4AD3-B699-CB18E69C5C9F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60" creationId="{EF16C514-1F1F-4B88-A269-A63EB2FE06D5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61" creationId="{B2077FFA-3839-4A8F-B70E-B78080A31275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62" creationId="{1CCDC79D-DCC0-473A-B28A-1CEBF25F9EC8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63" creationId="{8386749F-5517-44D8-9C6C-426ECB699B12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67" creationId="{34534734-6E76-4C07-BA0D-67FD49DDA8C6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68" creationId="{5D2F4984-0561-43D3-944C-4FE62FA2AA59}"/>
          </ac:picMkLst>
        </pc:picChg>
        <pc:picChg chg="del">
          <ac:chgData name="Yang, Chun-yu" userId="57c5ba99-e68a-448a-8f42-8e6ab6811b9f" providerId="ADAL" clId="{86406501-AF24-4232-852D-25705974DC37}" dt="2020-12-17T01:12:32.628" v="1073" actId="478"/>
          <ac:picMkLst>
            <pc:docMk/>
            <pc:sldMk cId="465478430" sldId="356"/>
            <ac:picMk id="69" creationId="{CA9CCFA0-211A-44FB-A0D2-AD0EC4F61609}"/>
          </ac:picMkLst>
        </pc:picChg>
        <pc:picChg chg="del">
          <ac:chgData name="Yang, Chun-yu" userId="57c5ba99-e68a-448a-8f42-8e6ab6811b9f" providerId="ADAL" clId="{86406501-AF24-4232-852D-25705974DC37}" dt="2020-12-17T01:12:10.372" v="1068" actId="478"/>
          <ac:picMkLst>
            <pc:docMk/>
            <pc:sldMk cId="465478430" sldId="356"/>
            <ac:picMk id="70" creationId="{9CB87BA7-09C0-45E4-9A50-8EFE7FB02561}"/>
          </ac:picMkLst>
        </pc:picChg>
        <pc:picChg chg="del">
          <ac:chgData name="Yang, Chun-yu" userId="57c5ba99-e68a-448a-8f42-8e6ab6811b9f" providerId="ADAL" clId="{86406501-AF24-4232-852D-25705974DC37}" dt="2020-12-17T01:12:07.415" v="1065" actId="478"/>
          <ac:picMkLst>
            <pc:docMk/>
            <pc:sldMk cId="465478430" sldId="356"/>
            <ac:picMk id="71" creationId="{A5FE152B-73E4-43E1-95DF-83D5E4F5A768}"/>
          </ac:picMkLst>
        </pc:picChg>
        <pc:picChg chg="del">
          <ac:chgData name="Yang, Chun-yu" userId="57c5ba99-e68a-448a-8f42-8e6ab6811b9f" providerId="ADAL" clId="{86406501-AF24-4232-852D-25705974DC37}" dt="2020-12-17T01:12:11.594" v="1069" actId="478"/>
          <ac:picMkLst>
            <pc:docMk/>
            <pc:sldMk cId="465478430" sldId="356"/>
            <ac:picMk id="75" creationId="{447C348A-5EF7-40C1-AFA7-27FF744B1468}"/>
          </ac:picMkLst>
        </pc:picChg>
        <pc:picChg chg="del">
          <ac:chgData name="Yang, Chun-yu" userId="57c5ba99-e68a-448a-8f42-8e6ab6811b9f" providerId="ADAL" clId="{86406501-AF24-4232-852D-25705974DC37}" dt="2020-12-17T01:12:09.352" v="1067" actId="478"/>
          <ac:picMkLst>
            <pc:docMk/>
            <pc:sldMk cId="465478430" sldId="356"/>
            <ac:picMk id="76" creationId="{D4802419-F4DB-441B-87A6-5F890010CCA6}"/>
          </ac:picMkLst>
        </pc:picChg>
        <pc:picChg chg="del">
          <ac:chgData name="Yang, Chun-yu" userId="57c5ba99-e68a-448a-8f42-8e6ab6811b9f" providerId="ADAL" clId="{86406501-AF24-4232-852D-25705974DC37}" dt="2020-12-17T01:12:08.320" v="1066" actId="478"/>
          <ac:picMkLst>
            <pc:docMk/>
            <pc:sldMk cId="465478430" sldId="356"/>
            <ac:picMk id="77" creationId="{F3085FB8-1222-4ED6-81C1-66CA0EDA09E6}"/>
          </ac:picMkLst>
        </pc:picChg>
        <pc:picChg chg="del">
          <ac:chgData name="Yang, Chun-yu" userId="57c5ba99-e68a-448a-8f42-8e6ab6811b9f" providerId="ADAL" clId="{86406501-AF24-4232-852D-25705974DC37}" dt="2020-12-17T01:12:05.111" v="1063" actId="478"/>
          <ac:picMkLst>
            <pc:docMk/>
            <pc:sldMk cId="465478430" sldId="356"/>
            <ac:picMk id="79" creationId="{155F038A-8C35-4455-B07B-DCA88FC5A15B}"/>
          </ac:picMkLst>
        </pc:picChg>
        <pc:picChg chg="del">
          <ac:chgData name="Yang, Chun-yu" userId="57c5ba99-e68a-448a-8f42-8e6ab6811b9f" providerId="ADAL" clId="{86406501-AF24-4232-852D-25705974DC37}" dt="2020-12-17T01:12:06.376" v="1064" actId="478"/>
          <ac:picMkLst>
            <pc:docMk/>
            <pc:sldMk cId="465478430" sldId="356"/>
            <ac:picMk id="80" creationId="{F6B7802E-AF62-4991-B1F8-1422F30E00D2}"/>
          </ac:picMkLst>
        </pc:picChg>
        <pc:picChg chg="del">
          <ac:chgData name="Yang, Chun-yu" userId="57c5ba99-e68a-448a-8f42-8e6ab6811b9f" providerId="ADAL" clId="{86406501-AF24-4232-852D-25705974DC37}" dt="2020-12-17T01:12:04.054" v="1062" actId="478"/>
          <ac:picMkLst>
            <pc:docMk/>
            <pc:sldMk cId="465478430" sldId="356"/>
            <ac:picMk id="81" creationId="{B0CC29C3-3BEB-4946-9A84-2CDB7606577C}"/>
          </ac:picMkLst>
        </pc:picChg>
      </pc:sldChg>
      <pc:sldChg chg="add del">
        <pc:chgData name="Yang, Chun-yu" userId="57c5ba99-e68a-448a-8f42-8e6ab6811b9f" providerId="ADAL" clId="{86406501-AF24-4232-852D-25705974DC37}" dt="2020-12-17T01:25:07.456" v="1176"/>
        <pc:sldMkLst>
          <pc:docMk/>
          <pc:sldMk cId="1573866485" sldId="357"/>
        </pc:sldMkLst>
      </pc:sldChg>
      <pc:sldChg chg="addSp delSp modSp add del delAnim modAnim">
        <pc:chgData name="Yang, Chun-yu" userId="57c5ba99-e68a-448a-8f42-8e6ab6811b9f" providerId="ADAL" clId="{86406501-AF24-4232-852D-25705974DC37}" dt="2020-12-17T01:37:14.546" v="1274" actId="2696"/>
        <pc:sldMkLst>
          <pc:docMk/>
          <pc:sldMk cId="3146923286" sldId="357"/>
        </pc:sldMkLst>
        <pc:spChg chg="del">
          <ac:chgData name="Yang, Chun-yu" userId="57c5ba99-e68a-448a-8f42-8e6ab6811b9f" providerId="ADAL" clId="{86406501-AF24-4232-852D-25705974DC37}" dt="2020-12-17T01:32:08.376" v="1221" actId="478"/>
          <ac:spMkLst>
            <pc:docMk/>
            <pc:sldMk cId="3146923286" sldId="357"/>
            <ac:spMk id="3" creationId="{5D602AEC-2DF2-40A3-A0B4-A519685BB73A}"/>
          </ac:spMkLst>
        </pc:spChg>
        <pc:spChg chg="del">
          <ac:chgData name="Yang, Chun-yu" userId="57c5ba99-e68a-448a-8f42-8e6ab6811b9f" providerId="ADAL" clId="{86406501-AF24-4232-852D-25705974DC37}" dt="2020-12-17T01:32:05.387" v="1219" actId="478"/>
          <ac:spMkLst>
            <pc:docMk/>
            <pc:sldMk cId="3146923286" sldId="357"/>
            <ac:spMk id="5" creationId="{31B32CEE-B622-479E-9946-E7608AADDE48}"/>
          </ac:spMkLst>
        </pc:spChg>
        <pc:spChg chg="add del">
          <ac:chgData name="Yang, Chun-yu" userId="57c5ba99-e68a-448a-8f42-8e6ab6811b9f" providerId="ADAL" clId="{86406501-AF24-4232-852D-25705974DC37}" dt="2020-12-17T01:37:08.807" v="1273" actId="478"/>
          <ac:spMkLst>
            <pc:docMk/>
            <pc:sldMk cId="3146923286" sldId="357"/>
            <ac:spMk id="39" creationId="{19CF8B32-31CB-466B-9C2B-C3518A5F676E}"/>
          </ac:spMkLst>
        </pc:spChg>
        <pc:spChg chg="del">
          <ac:chgData name="Yang, Chun-yu" userId="57c5ba99-e68a-448a-8f42-8e6ab6811b9f" providerId="ADAL" clId="{86406501-AF24-4232-852D-25705974DC37}" dt="2020-12-17T01:31:56.163" v="1212" actId="478"/>
          <ac:spMkLst>
            <pc:docMk/>
            <pc:sldMk cId="3146923286" sldId="357"/>
            <ac:spMk id="64" creationId="{4739938D-A318-4692-A053-A856822A24CC}"/>
          </ac:spMkLst>
        </pc:spChg>
        <pc:spChg chg="del">
          <ac:chgData name="Yang, Chun-yu" userId="57c5ba99-e68a-448a-8f42-8e6ab6811b9f" providerId="ADAL" clId="{86406501-AF24-4232-852D-25705974DC37}" dt="2020-12-17T01:31:57.854" v="1214" actId="478"/>
          <ac:spMkLst>
            <pc:docMk/>
            <pc:sldMk cId="3146923286" sldId="357"/>
            <ac:spMk id="65" creationId="{1A0FC3F4-B027-4E9F-9C66-3853EC8A5B7C}"/>
          </ac:spMkLst>
        </pc:spChg>
        <pc:spChg chg="del">
          <ac:chgData name="Yang, Chun-yu" userId="57c5ba99-e68a-448a-8f42-8e6ab6811b9f" providerId="ADAL" clId="{86406501-AF24-4232-852D-25705974DC37}" dt="2020-12-17T01:31:57.201" v="1213" actId="478"/>
          <ac:spMkLst>
            <pc:docMk/>
            <pc:sldMk cId="3146923286" sldId="357"/>
            <ac:spMk id="66" creationId="{7AF54946-1880-4127-BE8E-A9969CC9E7ED}"/>
          </ac:spMkLst>
        </pc:spChg>
        <pc:spChg chg="del">
          <ac:chgData name="Yang, Chun-yu" userId="57c5ba99-e68a-448a-8f42-8e6ab6811b9f" providerId="ADAL" clId="{86406501-AF24-4232-852D-25705974DC37}" dt="2020-12-17T01:32:00.608" v="1215" actId="478"/>
          <ac:spMkLst>
            <pc:docMk/>
            <pc:sldMk cId="3146923286" sldId="357"/>
            <ac:spMk id="82" creationId="{952A9BC6-CD86-4916-88B7-39190257D81B}"/>
          </ac:spMkLst>
        </pc:spChg>
        <pc:spChg chg="del">
          <ac:chgData name="Yang, Chun-yu" userId="57c5ba99-e68a-448a-8f42-8e6ab6811b9f" providerId="ADAL" clId="{86406501-AF24-4232-852D-25705974DC37}" dt="2020-12-17T01:32:07.528" v="1220" actId="478"/>
          <ac:spMkLst>
            <pc:docMk/>
            <pc:sldMk cId="3146923286" sldId="357"/>
            <ac:spMk id="84" creationId="{BE9A1E1C-6BA6-45AB-89B2-FECCBF6E8A9C}"/>
          </ac:spMkLst>
        </pc:spChg>
        <pc:spChg chg="del">
          <ac:chgData name="Yang, Chun-yu" userId="57c5ba99-e68a-448a-8f42-8e6ab6811b9f" providerId="ADAL" clId="{86406501-AF24-4232-852D-25705974DC37}" dt="2020-12-17T01:32:04.249" v="1218" actId="478"/>
          <ac:spMkLst>
            <pc:docMk/>
            <pc:sldMk cId="3146923286" sldId="357"/>
            <ac:spMk id="85" creationId="{2E3F451D-DA6B-4BF3-9DEB-F2A6C4215357}"/>
          </ac:spMkLst>
        </pc:spChg>
        <pc:spChg chg="del">
          <ac:chgData name="Yang, Chun-yu" userId="57c5ba99-e68a-448a-8f42-8e6ab6811b9f" providerId="ADAL" clId="{86406501-AF24-4232-852D-25705974DC37}" dt="2020-12-17T01:32:02.332" v="1216" actId="478"/>
          <ac:spMkLst>
            <pc:docMk/>
            <pc:sldMk cId="3146923286" sldId="357"/>
            <ac:spMk id="86" creationId="{FE2E9A9E-7681-40A5-BC40-11B733638697}"/>
          </ac:spMkLst>
        </pc:spChg>
        <pc:spChg chg="del">
          <ac:chgData name="Yang, Chun-yu" userId="57c5ba99-e68a-448a-8f42-8e6ab6811b9f" providerId="ADAL" clId="{86406501-AF24-4232-852D-25705974DC37}" dt="2020-12-17T01:32:02.998" v="1217" actId="478"/>
          <ac:spMkLst>
            <pc:docMk/>
            <pc:sldMk cId="3146923286" sldId="357"/>
            <ac:spMk id="87" creationId="{96D66EFE-078A-49B4-86E0-D90D82392441}"/>
          </ac:spMkLst>
        </pc:spChg>
        <pc:graphicFrameChg chg="mod modGraphic">
          <ac:chgData name="Yang, Chun-yu" userId="57c5ba99-e68a-448a-8f42-8e6ab6811b9f" providerId="ADAL" clId="{86406501-AF24-4232-852D-25705974DC37}" dt="2020-12-17T01:35:20.924" v="1257"/>
          <ac:graphicFrameMkLst>
            <pc:docMk/>
            <pc:sldMk cId="3146923286" sldId="357"/>
            <ac:graphicFrameMk id="23" creationId="{8DF49518-F604-4D4B-B861-5A857143139E}"/>
          </ac:graphicFrameMkLst>
        </pc:graphicFrameChg>
      </pc:sldChg>
      <pc:sldChg chg="modSp add">
        <pc:chgData name="Yang, Chun-yu" userId="57c5ba99-e68a-448a-8f42-8e6ab6811b9f" providerId="ADAL" clId="{86406501-AF24-4232-852D-25705974DC37}" dt="2020-12-17T01:38:33.087" v="1287"/>
        <pc:sldMkLst>
          <pc:docMk/>
          <pc:sldMk cId="2754143823" sldId="358"/>
        </pc:sldMkLst>
        <pc:graphicFrameChg chg="mod modGraphic">
          <ac:chgData name="Yang, Chun-yu" userId="57c5ba99-e68a-448a-8f42-8e6ab6811b9f" providerId="ADAL" clId="{86406501-AF24-4232-852D-25705974DC37}" dt="2020-12-17T01:38:33.087" v="1287"/>
          <ac:graphicFrameMkLst>
            <pc:docMk/>
            <pc:sldMk cId="2754143823" sldId="358"/>
            <ac:graphicFrameMk id="23" creationId="{8DF49518-F604-4D4B-B861-5A857143139E}"/>
          </ac:graphicFrameMkLst>
        </pc:graphicFrameChg>
      </pc:sldChg>
      <pc:sldChg chg="addSp modSp add modAnim">
        <pc:chgData name="Yang, Chun-yu" userId="57c5ba99-e68a-448a-8f42-8e6ab6811b9f" providerId="ADAL" clId="{86406501-AF24-4232-852D-25705974DC37}" dt="2020-12-17T01:41:25.582" v="1437"/>
        <pc:sldMkLst>
          <pc:docMk/>
          <pc:sldMk cId="466092186" sldId="359"/>
        </pc:sldMkLst>
        <pc:spChg chg="mod">
          <ac:chgData name="Yang, Chun-yu" userId="57c5ba99-e68a-448a-8f42-8e6ab6811b9f" providerId="ADAL" clId="{86406501-AF24-4232-852D-25705974DC37}" dt="2020-12-17T01:39:37.353" v="1329" actId="20577"/>
          <ac:spMkLst>
            <pc:docMk/>
            <pc:sldMk cId="466092186" sldId="359"/>
            <ac:spMk id="2" creationId="{0B5E56D1-11A7-BC4F-9A96-5CA6CF89352F}"/>
          </ac:spMkLst>
        </pc:spChg>
        <pc:spChg chg="add mod">
          <ac:chgData name="Yang, Chun-yu" userId="57c5ba99-e68a-448a-8f42-8e6ab6811b9f" providerId="ADAL" clId="{86406501-AF24-4232-852D-25705974DC37}" dt="2020-12-17T01:40:26.495" v="1342" actId="1035"/>
          <ac:spMkLst>
            <pc:docMk/>
            <pc:sldMk cId="466092186" sldId="359"/>
            <ac:spMk id="3" creationId="{93884CF1-04B1-4E53-BE7A-0A110EF1632F}"/>
          </ac:spMkLst>
        </pc:spChg>
        <pc:spChg chg="add mod">
          <ac:chgData name="Yang, Chun-yu" userId="57c5ba99-e68a-448a-8f42-8e6ab6811b9f" providerId="ADAL" clId="{86406501-AF24-4232-852D-25705974DC37}" dt="2020-12-17T01:40:40.759" v="1346" actId="1038"/>
          <ac:spMkLst>
            <pc:docMk/>
            <pc:sldMk cId="466092186" sldId="359"/>
            <ac:spMk id="31" creationId="{615D5CB8-47E5-4C79-ABFC-58D4458C2CFE}"/>
          </ac:spMkLst>
        </pc:spChg>
        <pc:spChg chg="add mod">
          <ac:chgData name="Yang, Chun-yu" userId="57c5ba99-e68a-448a-8f42-8e6ab6811b9f" providerId="ADAL" clId="{86406501-AF24-4232-852D-25705974DC37}" dt="2020-12-17T01:40:49.432" v="1398" actId="1035"/>
          <ac:spMkLst>
            <pc:docMk/>
            <pc:sldMk cId="466092186" sldId="359"/>
            <ac:spMk id="32" creationId="{BD9C2AD2-988C-409F-98CB-C51A07D942B3}"/>
          </ac:spMkLst>
        </pc:spChg>
        <pc:spChg chg="add mod">
          <ac:chgData name="Yang, Chun-yu" userId="57c5ba99-e68a-448a-8f42-8e6ab6811b9f" providerId="ADAL" clId="{86406501-AF24-4232-852D-25705974DC37}" dt="2020-12-17T01:41:05.318" v="1435" actId="1035"/>
          <ac:spMkLst>
            <pc:docMk/>
            <pc:sldMk cId="466092186" sldId="359"/>
            <ac:spMk id="33" creationId="{D9A2FC55-0B11-4777-B3F2-7800EE232D8F}"/>
          </ac:spMkLst>
        </pc:spChg>
        <pc:graphicFrameChg chg="modGraphic">
          <ac:chgData name="Yang, Chun-yu" userId="57c5ba99-e68a-448a-8f42-8e6ab6811b9f" providerId="ADAL" clId="{86406501-AF24-4232-852D-25705974DC37}" dt="2020-12-17T01:39:57.863" v="1332" actId="207"/>
          <ac:graphicFrameMkLst>
            <pc:docMk/>
            <pc:sldMk cId="466092186" sldId="359"/>
            <ac:graphicFrameMk id="23" creationId="{8DF49518-F604-4D4B-B861-5A857143139E}"/>
          </ac:graphicFrameMkLst>
        </pc:graphicFrameChg>
      </pc:sldChg>
      <pc:sldChg chg="addSp delSp modSp add addAnim delAnim">
        <pc:chgData name="Yang, Chun-yu" userId="57c5ba99-e68a-448a-8f42-8e6ab6811b9f" providerId="ADAL" clId="{86406501-AF24-4232-852D-25705974DC37}" dt="2020-12-17T01:52:52.593" v="1716" actId="478"/>
        <pc:sldMkLst>
          <pc:docMk/>
          <pc:sldMk cId="802399662" sldId="360"/>
        </pc:sldMkLst>
        <pc:spChg chg="del">
          <ac:chgData name="Yang, Chun-yu" userId="57c5ba99-e68a-448a-8f42-8e6ab6811b9f" providerId="ADAL" clId="{86406501-AF24-4232-852D-25705974DC37}" dt="2020-12-17T01:52:47.589" v="1713" actId="478"/>
          <ac:spMkLst>
            <pc:docMk/>
            <pc:sldMk cId="802399662" sldId="360"/>
            <ac:spMk id="3" creationId="{93884CF1-04B1-4E53-BE7A-0A110EF1632F}"/>
          </ac:spMkLst>
        </pc:spChg>
        <pc:spChg chg="add del mod">
          <ac:chgData name="Yang, Chun-yu" userId="57c5ba99-e68a-448a-8f42-8e6ab6811b9f" providerId="ADAL" clId="{86406501-AF24-4232-852D-25705974DC37}" dt="2020-12-17T01:52:49.511" v="1714" actId="478"/>
          <ac:spMkLst>
            <pc:docMk/>
            <pc:sldMk cId="802399662" sldId="360"/>
            <ac:spMk id="31" creationId="{615D5CB8-47E5-4C79-ABFC-58D4458C2CFE}"/>
          </ac:spMkLst>
        </pc:spChg>
        <pc:spChg chg="del">
          <ac:chgData name="Yang, Chun-yu" userId="57c5ba99-e68a-448a-8f42-8e6ab6811b9f" providerId="ADAL" clId="{86406501-AF24-4232-852D-25705974DC37}" dt="2020-12-17T01:52:50.514" v="1715" actId="478"/>
          <ac:spMkLst>
            <pc:docMk/>
            <pc:sldMk cId="802399662" sldId="360"/>
            <ac:spMk id="32" creationId="{BD9C2AD2-988C-409F-98CB-C51A07D942B3}"/>
          </ac:spMkLst>
        </pc:spChg>
        <pc:spChg chg="del mod">
          <ac:chgData name="Yang, Chun-yu" userId="57c5ba99-e68a-448a-8f42-8e6ab6811b9f" providerId="ADAL" clId="{86406501-AF24-4232-852D-25705974DC37}" dt="2020-12-17T01:52:52.593" v="1716" actId="478"/>
          <ac:spMkLst>
            <pc:docMk/>
            <pc:sldMk cId="802399662" sldId="360"/>
            <ac:spMk id="33" creationId="{D9A2FC55-0B11-4777-B3F2-7800EE232D8F}"/>
          </ac:spMkLst>
        </pc:spChg>
        <pc:graphicFrameChg chg="modGraphic">
          <ac:chgData name="Yang, Chun-yu" userId="57c5ba99-e68a-448a-8f42-8e6ab6811b9f" providerId="ADAL" clId="{86406501-AF24-4232-852D-25705974DC37}" dt="2020-12-17T01:42:51.199" v="1471" actId="20577"/>
          <ac:graphicFrameMkLst>
            <pc:docMk/>
            <pc:sldMk cId="802399662" sldId="360"/>
            <ac:graphicFrameMk id="23" creationId="{8DF49518-F604-4D4B-B861-5A857143139E}"/>
          </ac:graphicFrameMkLst>
        </pc:graphicFrameChg>
      </pc:sldChg>
      <pc:sldChg chg="addSp delSp modSp add delAnim modAnim">
        <pc:chgData name="Yang, Chun-yu" userId="57c5ba99-e68a-448a-8f42-8e6ab6811b9f" providerId="ADAL" clId="{86406501-AF24-4232-852D-25705974DC37}" dt="2020-12-17T01:47:33.011" v="1682" actId="208"/>
        <pc:sldMkLst>
          <pc:docMk/>
          <pc:sldMk cId="935646392" sldId="361"/>
        </pc:sldMkLst>
        <pc:spChg chg="mod">
          <ac:chgData name="Yang, Chun-yu" userId="57c5ba99-e68a-448a-8f42-8e6ab6811b9f" providerId="ADAL" clId="{86406501-AF24-4232-852D-25705974DC37}" dt="2020-12-17T01:43:39.597" v="1531" actId="20577"/>
          <ac:spMkLst>
            <pc:docMk/>
            <pc:sldMk cId="935646392" sldId="361"/>
            <ac:spMk id="2" creationId="{0B5E56D1-11A7-BC4F-9A96-5CA6CF89352F}"/>
          </ac:spMkLst>
        </pc:spChg>
        <pc:spChg chg="del">
          <ac:chgData name="Yang, Chun-yu" userId="57c5ba99-e68a-448a-8f42-8e6ab6811b9f" providerId="ADAL" clId="{86406501-AF24-4232-852D-25705974DC37}" dt="2020-12-17T01:43:47.192" v="1532" actId="478"/>
          <ac:spMkLst>
            <pc:docMk/>
            <pc:sldMk cId="935646392" sldId="361"/>
            <ac:spMk id="3" creationId="{93884CF1-04B1-4E53-BE7A-0A110EF1632F}"/>
          </ac:spMkLst>
        </pc:spChg>
        <pc:spChg chg="mod">
          <ac:chgData name="Yang, Chun-yu" userId="57c5ba99-e68a-448a-8f42-8e6ab6811b9f" providerId="ADAL" clId="{86406501-AF24-4232-852D-25705974DC37}" dt="2020-12-17T01:44:06.315" v="1536" actId="208"/>
          <ac:spMkLst>
            <pc:docMk/>
            <pc:sldMk cId="935646392" sldId="361"/>
            <ac:spMk id="13" creationId="{45670C0A-668B-46C8-89C5-63F6D05AC695}"/>
          </ac:spMkLst>
        </pc:spChg>
        <pc:spChg chg="mod">
          <ac:chgData name="Yang, Chun-yu" userId="57c5ba99-e68a-448a-8f42-8e6ab6811b9f" providerId="ADAL" clId="{86406501-AF24-4232-852D-25705974DC37}" dt="2020-12-17T01:47:33.011" v="1682" actId="208"/>
          <ac:spMkLst>
            <pc:docMk/>
            <pc:sldMk cId="935646392" sldId="361"/>
            <ac:spMk id="14" creationId="{303FB5A7-4F1D-4FD3-ACC0-26E07D6FDDF7}"/>
          </ac:spMkLst>
        </pc:spChg>
        <pc:spChg chg="del">
          <ac:chgData name="Yang, Chun-yu" userId="57c5ba99-e68a-448a-8f42-8e6ab6811b9f" providerId="ADAL" clId="{86406501-AF24-4232-852D-25705974DC37}" dt="2020-12-17T01:43:49.698" v="1533" actId="478"/>
          <ac:spMkLst>
            <pc:docMk/>
            <pc:sldMk cId="935646392" sldId="361"/>
            <ac:spMk id="31" creationId="{615D5CB8-47E5-4C79-ABFC-58D4458C2CFE}"/>
          </ac:spMkLst>
        </pc:spChg>
        <pc:spChg chg="del">
          <ac:chgData name="Yang, Chun-yu" userId="57c5ba99-e68a-448a-8f42-8e6ab6811b9f" providerId="ADAL" clId="{86406501-AF24-4232-852D-25705974DC37}" dt="2020-12-17T01:43:51.972" v="1534" actId="478"/>
          <ac:spMkLst>
            <pc:docMk/>
            <pc:sldMk cId="935646392" sldId="361"/>
            <ac:spMk id="32" creationId="{BD9C2AD2-988C-409F-98CB-C51A07D942B3}"/>
          </ac:spMkLst>
        </pc:spChg>
        <pc:spChg chg="del">
          <ac:chgData name="Yang, Chun-yu" userId="57c5ba99-e68a-448a-8f42-8e6ab6811b9f" providerId="ADAL" clId="{86406501-AF24-4232-852D-25705974DC37}" dt="2020-12-17T01:43:53.239" v="1535" actId="478"/>
          <ac:spMkLst>
            <pc:docMk/>
            <pc:sldMk cId="935646392" sldId="361"/>
            <ac:spMk id="33" creationId="{D9A2FC55-0B11-4777-B3F2-7800EE232D8F}"/>
          </ac:spMkLst>
        </pc:spChg>
        <pc:spChg chg="add mod">
          <ac:chgData name="Yang, Chun-yu" userId="57c5ba99-e68a-448a-8f42-8e6ab6811b9f" providerId="ADAL" clId="{86406501-AF24-4232-852D-25705974DC37}" dt="2020-12-17T01:44:38.308" v="1555" actId="1035"/>
          <ac:spMkLst>
            <pc:docMk/>
            <pc:sldMk cId="935646392" sldId="361"/>
            <ac:spMk id="34" creationId="{4D52E516-1EB0-4A9F-91C3-32C9531398B3}"/>
          </ac:spMkLst>
        </pc:spChg>
        <pc:spChg chg="add mod">
          <ac:chgData name="Yang, Chun-yu" userId="57c5ba99-e68a-448a-8f42-8e6ab6811b9f" providerId="ADAL" clId="{86406501-AF24-4232-852D-25705974DC37}" dt="2020-12-17T01:45:11.804" v="1558" actId="1076"/>
          <ac:spMkLst>
            <pc:docMk/>
            <pc:sldMk cId="935646392" sldId="361"/>
            <ac:spMk id="36" creationId="{6E81410E-682C-4A57-AD9A-E194D76C0869}"/>
          </ac:spMkLst>
        </pc:spChg>
        <pc:spChg chg="add mod">
          <ac:chgData name="Yang, Chun-yu" userId="57c5ba99-e68a-448a-8f42-8e6ab6811b9f" providerId="ADAL" clId="{86406501-AF24-4232-852D-25705974DC37}" dt="2020-12-17T01:45:15.205" v="1559" actId="571"/>
          <ac:spMkLst>
            <pc:docMk/>
            <pc:sldMk cId="935646392" sldId="361"/>
            <ac:spMk id="37" creationId="{5CFF6DF0-9565-4E27-807E-9E101EF87B0E}"/>
          </ac:spMkLst>
        </pc:spChg>
        <pc:graphicFrameChg chg="mod modGraphic">
          <ac:chgData name="Yang, Chun-yu" userId="57c5ba99-e68a-448a-8f42-8e6ab6811b9f" providerId="ADAL" clId="{86406501-AF24-4232-852D-25705974DC37}" dt="2020-12-17T01:44:47.008" v="1556" actId="207"/>
          <ac:graphicFrameMkLst>
            <pc:docMk/>
            <pc:sldMk cId="935646392" sldId="361"/>
            <ac:graphicFrameMk id="23" creationId="{8DF49518-F604-4D4B-B861-5A857143139E}"/>
          </ac:graphicFrameMkLst>
        </pc:graphicFrameChg>
      </pc:sldChg>
      <pc:sldChg chg="delSp modSp add delAnim">
        <pc:chgData name="Yang, Chun-yu" userId="57c5ba99-e68a-448a-8f42-8e6ab6811b9f" providerId="ADAL" clId="{86406501-AF24-4232-852D-25705974DC37}" dt="2020-12-17T01:52:41.098" v="1712" actId="478"/>
        <pc:sldMkLst>
          <pc:docMk/>
          <pc:sldMk cId="451484378" sldId="362"/>
        </pc:sldMkLst>
        <pc:spChg chg="mod">
          <ac:chgData name="Yang, Chun-yu" userId="57c5ba99-e68a-448a-8f42-8e6ab6811b9f" providerId="ADAL" clId="{86406501-AF24-4232-852D-25705974DC37}" dt="2020-12-17T01:47:40.727" v="1683" actId="208"/>
          <ac:spMkLst>
            <pc:docMk/>
            <pc:sldMk cId="451484378" sldId="362"/>
            <ac:spMk id="14" creationId="{303FB5A7-4F1D-4FD3-ACC0-26E07D6FDDF7}"/>
          </ac:spMkLst>
        </pc:spChg>
        <pc:spChg chg="del">
          <ac:chgData name="Yang, Chun-yu" userId="57c5ba99-e68a-448a-8f42-8e6ab6811b9f" providerId="ADAL" clId="{86406501-AF24-4232-852D-25705974DC37}" dt="2020-12-17T01:52:38.012" v="1710" actId="478"/>
          <ac:spMkLst>
            <pc:docMk/>
            <pc:sldMk cId="451484378" sldId="362"/>
            <ac:spMk id="34" creationId="{4D52E516-1EB0-4A9F-91C3-32C9531398B3}"/>
          </ac:spMkLst>
        </pc:spChg>
        <pc:spChg chg="del">
          <ac:chgData name="Yang, Chun-yu" userId="57c5ba99-e68a-448a-8f42-8e6ab6811b9f" providerId="ADAL" clId="{86406501-AF24-4232-852D-25705974DC37}" dt="2020-12-17T01:52:39.637" v="1711" actId="478"/>
          <ac:spMkLst>
            <pc:docMk/>
            <pc:sldMk cId="451484378" sldId="362"/>
            <ac:spMk id="36" creationId="{6E81410E-682C-4A57-AD9A-E194D76C0869}"/>
          </ac:spMkLst>
        </pc:spChg>
        <pc:spChg chg="del">
          <ac:chgData name="Yang, Chun-yu" userId="57c5ba99-e68a-448a-8f42-8e6ab6811b9f" providerId="ADAL" clId="{86406501-AF24-4232-852D-25705974DC37}" dt="2020-12-17T01:52:41.098" v="1712" actId="478"/>
          <ac:spMkLst>
            <pc:docMk/>
            <pc:sldMk cId="451484378" sldId="362"/>
            <ac:spMk id="37" creationId="{5CFF6DF0-9565-4E27-807E-9E101EF87B0E}"/>
          </ac:spMkLst>
        </pc:spChg>
        <pc:graphicFrameChg chg="modGraphic">
          <ac:chgData name="Yang, Chun-yu" userId="57c5ba99-e68a-448a-8f42-8e6ab6811b9f" providerId="ADAL" clId="{86406501-AF24-4232-852D-25705974DC37}" dt="2020-12-17T01:45:57.692" v="1566" actId="20577"/>
          <ac:graphicFrameMkLst>
            <pc:docMk/>
            <pc:sldMk cId="451484378" sldId="362"/>
            <ac:graphicFrameMk id="23" creationId="{8DF49518-F604-4D4B-B861-5A857143139E}"/>
          </ac:graphicFrameMkLst>
        </pc:graphicFrameChg>
      </pc:sldChg>
      <pc:sldChg chg="modSp add">
        <pc:chgData name="Yang, Chun-yu" userId="57c5ba99-e68a-448a-8f42-8e6ab6811b9f" providerId="ADAL" clId="{86406501-AF24-4232-852D-25705974DC37}" dt="2020-12-17T01:48:54.298" v="1687" actId="208"/>
        <pc:sldMkLst>
          <pc:docMk/>
          <pc:sldMk cId="2442503985" sldId="363"/>
        </pc:sldMkLst>
        <pc:spChg chg="mod">
          <ac:chgData name="Yang, Chun-yu" userId="57c5ba99-e68a-448a-8f42-8e6ab6811b9f" providerId="ADAL" clId="{86406501-AF24-4232-852D-25705974DC37}" dt="2020-12-17T01:48:43.114" v="1684" actId="208"/>
          <ac:spMkLst>
            <pc:docMk/>
            <pc:sldMk cId="2442503985" sldId="363"/>
            <ac:spMk id="14" creationId="{303FB5A7-4F1D-4FD3-ACC0-26E07D6FDDF7}"/>
          </ac:spMkLst>
        </pc:spChg>
        <pc:spChg chg="mod">
          <ac:chgData name="Yang, Chun-yu" userId="57c5ba99-e68a-448a-8f42-8e6ab6811b9f" providerId="ADAL" clId="{86406501-AF24-4232-852D-25705974DC37}" dt="2020-12-17T01:48:54.298" v="1687" actId="208"/>
          <ac:spMkLst>
            <pc:docMk/>
            <pc:sldMk cId="2442503985" sldId="363"/>
            <ac:spMk id="15" creationId="{FE4FC650-D254-4ABE-BCA8-A8B8D4843C17}"/>
          </ac:spMkLst>
        </pc:spChg>
        <pc:spChg chg="mod">
          <ac:chgData name="Yang, Chun-yu" userId="57c5ba99-e68a-448a-8f42-8e6ab6811b9f" providerId="ADAL" clId="{86406501-AF24-4232-852D-25705974DC37}" dt="2020-12-17T01:47:13.458" v="1681" actId="1036"/>
          <ac:spMkLst>
            <pc:docMk/>
            <pc:sldMk cId="2442503985" sldId="363"/>
            <ac:spMk id="36" creationId="{6E81410E-682C-4A57-AD9A-E194D76C0869}"/>
          </ac:spMkLst>
        </pc:spChg>
        <pc:spChg chg="mod">
          <ac:chgData name="Yang, Chun-yu" userId="57c5ba99-e68a-448a-8f42-8e6ab6811b9f" providerId="ADAL" clId="{86406501-AF24-4232-852D-25705974DC37}" dt="2020-12-17T01:47:03.386" v="1654" actId="1037"/>
          <ac:spMkLst>
            <pc:docMk/>
            <pc:sldMk cId="2442503985" sldId="363"/>
            <ac:spMk id="37" creationId="{5CFF6DF0-9565-4E27-807E-9E101EF87B0E}"/>
          </ac:spMkLst>
        </pc:spChg>
        <pc:graphicFrameChg chg="mod modGraphic">
          <ac:chgData name="Yang, Chun-yu" userId="57c5ba99-e68a-448a-8f42-8e6ab6811b9f" providerId="ADAL" clId="{86406501-AF24-4232-852D-25705974DC37}" dt="2020-12-17T01:46:46.317" v="1575"/>
          <ac:graphicFrameMkLst>
            <pc:docMk/>
            <pc:sldMk cId="2442503985" sldId="363"/>
            <ac:graphicFrameMk id="23" creationId="{8DF49518-F604-4D4B-B861-5A857143139E}"/>
          </ac:graphicFrameMkLst>
        </pc:graphicFrameChg>
      </pc:sldChg>
      <pc:sldChg chg="delSp modSp add delAnim">
        <pc:chgData name="Yang, Chun-yu" userId="57c5ba99-e68a-448a-8f42-8e6ab6811b9f" providerId="ADAL" clId="{86406501-AF24-4232-852D-25705974DC37}" dt="2020-12-17T01:52:31.873" v="1709" actId="478"/>
        <pc:sldMkLst>
          <pc:docMk/>
          <pc:sldMk cId="191284890" sldId="364"/>
        </pc:sldMkLst>
        <pc:spChg chg="del">
          <ac:chgData name="Yang, Chun-yu" userId="57c5ba99-e68a-448a-8f42-8e6ab6811b9f" providerId="ADAL" clId="{86406501-AF24-4232-852D-25705974DC37}" dt="2020-12-17T01:52:28.663" v="1707" actId="478"/>
          <ac:spMkLst>
            <pc:docMk/>
            <pc:sldMk cId="191284890" sldId="364"/>
            <ac:spMk id="34" creationId="{4D52E516-1EB0-4A9F-91C3-32C9531398B3}"/>
          </ac:spMkLst>
        </pc:spChg>
        <pc:spChg chg="del">
          <ac:chgData name="Yang, Chun-yu" userId="57c5ba99-e68a-448a-8f42-8e6ab6811b9f" providerId="ADAL" clId="{86406501-AF24-4232-852D-25705974DC37}" dt="2020-12-17T01:52:30.676" v="1708" actId="478"/>
          <ac:spMkLst>
            <pc:docMk/>
            <pc:sldMk cId="191284890" sldId="364"/>
            <ac:spMk id="36" creationId="{6E81410E-682C-4A57-AD9A-E194D76C0869}"/>
          </ac:spMkLst>
        </pc:spChg>
        <pc:spChg chg="del">
          <ac:chgData name="Yang, Chun-yu" userId="57c5ba99-e68a-448a-8f42-8e6ab6811b9f" providerId="ADAL" clId="{86406501-AF24-4232-852D-25705974DC37}" dt="2020-12-17T01:52:31.873" v="1709" actId="478"/>
          <ac:spMkLst>
            <pc:docMk/>
            <pc:sldMk cId="191284890" sldId="364"/>
            <ac:spMk id="37" creationId="{5CFF6DF0-9565-4E27-807E-9E101EF87B0E}"/>
          </ac:spMkLst>
        </pc:spChg>
        <pc:graphicFrameChg chg="modGraphic">
          <ac:chgData name="Yang, Chun-yu" userId="57c5ba99-e68a-448a-8f42-8e6ab6811b9f" providerId="ADAL" clId="{86406501-AF24-4232-852D-25705974DC37}" dt="2020-12-17T01:49:23.582" v="1694" actId="20577"/>
          <ac:graphicFrameMkLst>
            <pc:docMk/>
            <pc:sldMk cId="191284890" sldId="364"/>
            <ac:graphicFrameMk id="23" creationId="{8DF49518-F604-4D4B-B861-5A857143139E}"/>
          </ac:graphicFrameMkLst>
        </pc:graphicFrameChg>
      </pc:sldChg>
      <pc:sldChg chg="delSp modSp add delAnim">
        <pc:chgData name="Yang, Chun-yu" userId="57c5ba99-e68a-448a-8f42-8e6ab6811b9f" providerId="ADAL" clId="{86406501-AF24-4232-852D-25705974DC37}" dt="2020-12-17T01:49:45.459" v="1700" actId="1076"/>
        <pc:sldMkLst>
          <pc:docMk/>
          <pc:sldMk cId="305983446" sldId="365"/>
        </pc:sldMkLst>
        <pc:spChg chg="mod">
          <ac:chgData name="Yang, Chun-yu" userId="57c5ba99-e68a-448a-8f42-8e6ab6811b9f" providerId="ADAL" clId="{86406501-AF24-4232-852D-25705974DC37}" dt="2020-12-17T01:49:45.459" v="1700" actId="1076"/>
          <ac:spMkLst>
            <pc:docMk/>
            <pc:sldMk cId="305983446" sldId="365"/>
            <ac:spMk id="36" creationId="{6E81410E-682C-4A57-AD9A-E194D76C0869}"/>
          </ac:spMkLst>
        </pc:spChg>
        <pc:spChg chg="del">
          <ac:chgData name="Yang, Chun-yu" userId="57c5ba99-e68a-448a-8f42-8e6ab6811b9f" providerId="ADAL" clId="{86406501-AF24-4232-852D-25705974DC37}" dt="2020-12-17T01:49:42.443" v="1699" actId="478"/>
          <ac:spMkLst>
            <pc:docMk/>
            <pc:sldMk cId="305983446" sldId="365"/>
            <ac:spMk id="37" creationId="{5CFF6DF0-9565-4E27-807E-9E101EF87B0E}"/>
          </ac:spMkLst>
        </pc:spChg>
        <pc:graphicFrameChg chg="mod">
          <ac:chgData name="Yang, Chun-yu" userId="57c5ba99-e68a-448a-8f42-8e6ab6811b9f" providerId="ADAL" clId="{86406501-AF24-4232-852D-25705974DC37}" dt="2020-12-17T01:49:38.390" v="1698"/>
          <ac:graphicFrameMkLst>
            <pc:docMk/>
            <pc:sldMk cId="305983446" sldId="365"/>
            <ac:graphicFrameMk id="23" creationId="{8DF49518-F604-4D4B-B861-5A857143139E}"/>
          </ac:graphicFrameMkLst>
        </pc:graphicFrameChg>
      </pc:sldChg>
      <pc:sldChg chg="delSp modSp add delAnim">
        <pc:chgData name="Yang, Chun-yu" userId="57c5ba99-e68a-448a-8f42-8e6ab6811b9f" providerId="ADAL" clId="{86406501-AF24-4232-852D-25705974DC37}" dt="2020-12-17T01:52:15.929" v="1706" actId="478"/>
        <pc:sldMkLst>
          <pc:docMk/>
          <pc:sldMk cId="3296833610" sldId="366"/>
        </pc:sldMkLst>
        <pc:spChg chg="mod">
          <ac:chgData name="Yang, Chun-yu" userId="57c5ba99-e68a-448a-8f42-8e6ab6811b9f" providerId="ADAL" clId="{86406501-AF24-4232-852D-25705974DC37}" dt="2020-12-17T01:50:24.667" v="1704" actId="208"/>
          <ac:spMkLst>
            <pc:docMk/>
            <pc:sldMk cId="3296833610" sldId="366"/>
            <ac:spMk id="12" creationId="{DE92365F-3A44-4758-ABC7-67D2A12B543B}"/>
          </ac:spMkLst>
        </pc:spChg>
        <pc:spChg chg="del">
          <ac:chgData name="Yang, Chun-yu" userId="57c5ba99-e68a-448a-8f42-8e6ab6811b9f" providerId="ADAL" clId="{86406501-AF24-4232-852D-25705974DC37}" dt="2020-12-17T01:52:15.929" v="1706" actId="478"/>
          <ac:spMkLst>
            <pc:docMk/>
            <pc:sldMk cId="3296833610" sldId="366"/>
            <ac:spMk id="34" creationId="{4D52E516-1EB0-4A9F-91C3-32C9531398B3}"/>
          </ac:spMkLst>
        </pc:spChg>
        <pc:spChg chg="del">
          <ac:chgData name="Yang, Chun-yu" userId="57c5ba99-e68a-448a-8f42-8e6ab6811b9f" providerId="ADAL" clId="{86406501-AF24-4232-852D-25705974DC37}" dt="2020-12-17T01:52:14.045" v="1705" actId="478"/>
          <ac:spMkLst>
            <pc:docMk/>
            <pc:sldMk cId="3296833610" sldId="366"/>
            <ac:spMk id="36" creationId="{6E81410E-682C-4A57-AD9A-E194D76C0869}"/>
          </ac:spMkLst>
        </pc:spChg>
        <pc:graphicFrameChg chg="modGraphic">
          <ac:chgData name="Yang, Chun-yu" userId="57c5ba99-e68a-448a-8f42-8e6ab6811b9f" providerId="ADAL" clId="{86406501-AF24-4232-852D-25705974DC37}" dt="2020-12-17T01:50:14.928" v="1702" actId="20577"/>
          <ac:graphicFrameMkLst>
            <pc:docMk/>
            <pc:sldMk cId="3296833610" sldId="366"/>
            <ac:graphicFrameMk id="23" creationId="{8DF49518-F604-4D4B-B861-5A857143139E}"/>
          </ac:graphicFrameMkLst>
        </pc:graphicFrameChg>
      </pc:sldChg>
    </pc:docChg>
  </pc:docChgLst>
  <pc:docChgLst>
    <pc:chgData name="Yang, Chun-yu" userId="57c5ba99-e68a-448a-8f42-8e6ab6811b9f" providerId="ADAL" clId="{7F19999D-6A46-4DA6-832C-99B7011A6BB1}"/>
    <pc:docChg chg="custSel addSld modSld">
      <pc:chgData name="Yang, Chun-yu" userId="57c5ba99-e68a-448a-8f42-8e6ab6811b9f" providerId="ADAL" clId="{7F19999D-6A46-4DA6-832C-99B7011A6BB1}" dt="2021-01-19T17:34:39.305" v="19" actId="14100"/>
      <pc:docMkLst>
        <pc:docMk/>
      </pc:docMkLst>
      <pc:sldChg chg="addSp delSp modSp add delAnim">
        <pc:chgData name="Yang, Chun-yu" userId="57c5ba99-e68a-448a-8f42-8e6ab6811b9f" providerId="ADAL" clId="{7F19999D-6A46-4DA6-832C-99B7011A6BB1}" dt="2021-01-19T17:34:39.305" v="19" actId="14100"/>
        <pc:sldMkLst>
          <pc:docMk/>
          <pc:sldMk cId="2392974592" sldId="367"/>
        </pc:sldMkLst>
        <pc:spChg chg="del">
          <ac:chgData name="Yang, Chun-yu" userId="57c5ba99-e68a-448a-8f42-8e6ab6811b9f" providerId="ADAL" clId="{7F19999D-6A46-4DA6-832C-99B7011A6BB1}" dt="2021-01-19T17:33:39.482" v="3" actId="478"/>
          <ac:spMkLst>
            <pc:docMk/>
            <pc:sldMk cId="2392974592" sldId="367"/>
            <ac:spMk id="2" creationId="{0B5E56D1-11A7-BC4F-9A96-5CA6CF89352F}"/>
          </ac:spMkLst>
        </pc:spChg>
        <pc:spChg chg="add del mod">
          <ac:chgData name="Yang, Chun-yu" userId="57c5ba99-e68a-448a-8f42-8e6ab6811b9f" providerId="ADAL" clId="{7F19999D-6A46-4DA6-832C-99B7011A6BB1}" dt="2021-01-19T17:33:41.526" v="4" actId="478"/>
          <ac:spMkLst>
            <pc:docMk/>
            <pc:sldMk cId="2392974592" sldId="367"/>
            <ac:spMk id="5" creationId="{14B91102-17E3-4630-B146-A17576A45AF8}"/>
          </ac:spMkLst>
        </pc:spChg>
        <pc:spChg chg="del">
          <ac:chgData name="Yang, Chun-yu" userId="57c5ba99-e68a-448a-8f42-8e6ab6811b9f" providerId="ADAL" clId="{7F19999D-6A46-4DA6-832C-99B7011A6BB1}" dt="2021-01-19T17:33:54.222" v="15" actId="478"/>
          <ac:spMkLst>
            <pc:docMk/>
            <pc:sldMk cId="2392974592" sldId="367"/>
            <ac:spMk id="18" creationId="{91827F21-141C-400D-B903-97D5AEF9F560}"/>
          </ac:spMkLst>
        </pc:spChg>
        <pc:spChg chg="del">
          <ac:chgData name="Yang, Chun-yu" userId="57c5ba99-e68a-448a-8f42-8e6ab6811b9f" providerId="ADAL" clId="{7F19999D-6A46-4DA6-832C-99B7011A6BB1}" dt="2021-01-19T17:33:54.222" v="15" actId="478"/>
          <ac:spMkLst>
            <pc:docMk/>
            <pc:sldMk cId="2392974592" sldId="367"/>
            <ac:spMk id="19" creationId="{D3DFBAF7-B61F-4516-B877-D6C110732A1A}"/>
          </ac:spMkLst>
        </pc:spChg>
        <pc:spChg chg="del">
          <ac:chgData name="Yang, Chun-yu" userId="57c5ba99-e68a-448a-8f42-8e6ab6811b9f" providerId="ADAL" clId="{7F19999D-6A46-4DA6-832C-99B7011A6BB1}" dt="2021-01-19T17:33:54.222" v="15" actId="478"/>
          <ac:spMkLst>
            <pc:docMk/>
            <pc:sldMk cId="2392974592" sldId="367"/>
            <ac:spMk id="20" creationId="{05F38B45-3415-49D0-A6AC-95B26A45D82B}"/>
          </ac:spMkLst>
        </pc:spChg>
        <pc:spChg chg="del">
          <ac:chgData name="Yang, Chun-yu" userId="57c5ba99-e68a-448a-8f42-8e6ab6811b9f" providerId="ADAL" clId="{7F19999D-6A46-4DA6-832C-99B7011A6BB1}" dt="2021-01-19T17:33:54.222" v="15" actId="478"/>
          <ac:spMkLst>
            <pc:docMk/>
            <pc:sldMk cId="2392974592" sldId="367"/>
            <ac:spMk id="21" creationId="{51A5DC2F-0258-47F8-922E-2B45C73BA900}"/>
          </ac:spMkLst>
        </pc:spChg>
        <pc:spChg chg="del">
          <ac:chgData name="Yang, Chun-yu" userId="57c5ba99-e68a-448a-8f42-8e6ab6811b9f" providerId="ADAL" clId="{7F19999D-6A46-4DA6-832C-99B7011A6BB1}" dt="2021-01-19T17:33:54.222" v="15" actId="478"/>
          <ac:spMkLst>
            <pc:docMk/>
            <pc:sldMk cId="2392974592" sldId="367"/>
            <ac:spMk id="22" creationId="{22EBA365-26D9-4C1A-AB4A-7098D93E507B}"/>
          </ac:spMkLst>
        </pc:spChg>
        <pc:spChg chg="del">
          <ac:chgData name="Yang, Chun-yu" userId="57c5ba99-e68a-448a-8f42-8e6ab6811b9f" providerId="ADAL" clId="{7F19999D-6A46-4DA6-832C-99B7011A6BB1}" dt="2021-01-19T17:33:36.110" v="2" actId="478"/>
          <ac:spMkLst>
            <pc:docMk/>
            <pc:sldMk cId="2392974592" sldId="367"/>
            <ac:spMk id="24" creationId="{CA1E82B5-C9BB-4694-982D-C1AB86E9EC34}"/>
          </ac:spMkLst>
        </pc:spChg>
        <pc:spChg chg="del">
          <ac:chgData name="Yang, Chun-yu" userId="57c5ba99-e68a-448a-8f42-8e6ab6811b9f" providerId="ADAL" clId="{7F19999D-6A46-4DA6-832C-99B7011A6BB1}" dt="2021-01-19T17:33:52.384" v="14" actId="478"/>
          <ac:spMkLst>
            <pc:docMk/>
            <pc:sldMk cId="2392974592" sldId="367"/>
            <ac:spMk id="45" creationId="{66EDE6E3-5741-472E-B1C8-00181FB5923A}"/>
          </ac:spMkLst>
        </pc:spChg>
        <pc:spChg chg="del">
          <ac:chgData name="Yang, Chun-yu" userId="57c5ba99-e68a-448a-8f42-8e6ab6811b9f" providerId="ADAL" clId="{7F19999D-6A46-4DA6-832C-99B7011A6BB1}" dt="2021-01-19T17:33:34.382" v="1" actId="478"/>
          <ac:spMkLst>
            <pc:docMk/>
            <pc:sldMk cId="2392974592" sldId="367"/>
            <ac:spMk id="72" creationId="{AEE8B7FF-D1D6-47E9-80FA-02F6DC572D2F}"/>
          </ac:spMkLst>
        </pc:spChg>
        <pc:spChg chg="del">
          <ac:chgData name="Yang, Chun-yu" userId="57c5ba99-e68a-448a-8f42-8e6ab6811b9f" providerId="ADAL" clId="{7F19999D-6A46-4DA6-832C-99B7011A6BB1}" dt="2021-01-19T17:33:34.382" v="1" actId="478"/>
          <ac:spMkLst>
            <pc:docMk/>
            <pc:sldMk cId="2392974592" sldId="367"/>
            <ac:spMk id="73" creationId="{4BE427A9-DFEB-476E-961E-8ACAD1660C1D}"/>
          </ac:spMkLst>
        </pc:spChg>
        <pc:spChg chg="del">
          <ac:chgData name="Yang, Chun-yu" userId="57c5ba99-e68a-448a-8f42-8e6ab6811b9f" providerId="ADAL" clId="{7F19999D-6A46-4DA6-832C-99B7011A6BB1}" dt="2021-01-19T17:33:34.382" v="1" actId="478"/>
          <ac:spMkLst>
            <pc:docMk/>
            <pc:sldMk cId="2392974592" sldId="367"/>
            <ac:spMk id="74" creationId="{4773920E-3956-4B39-BBF1-875169432B32}"/>
          </ac:spMkLst>
        </pc:spChg>
        <pc:spChg chg="del">
          <ac:chgData name="Yang, Chun-yu" userId="57c5ba99-e68a-448a-8f42-8e6ab6811b9f" providerId="ADAL" clId="{7F19999D-6A46-4DA6-832C-99B7011A6BB1}" dt="2021-01-19T17:33:34.382" v="1" actId="478"/>
          <ac:spMkLst>
            <pc:docMk/>
            <pc:sldMk cId="2392974592" sldId="367"/>
            <ac:spMk id="78" creationId="{411EB89D-4CF2-426F-80F6-178E558E065C}"/>
          </ac:spMkLst>
        </pc:spChg>
        <pc:spChg chg="del">
          <ac:chgData name="Yang, Chun-yu" userId="57c5ba99-e68a-448a-8f42-8e6ab6811b9f" providerId="ADAL" clId="{7F19999D-6A46-4DA6-832C-99B7011A6BB1}" dt="2021-01-19T17:33:34.382" v="1" actId="478"/>
          <ac:spMkLst>
            <pc:docMk/>
            <pc:sldMk cId="2392974592" sldId="367"/>
            <ac:spMk id="83" creationId="{1E65B00F-3151-4946-8234-03D898CB08A7}"/>
          </ac:spMkLst>
        </pc:spChg>
        <pc:graphicFrameChg chg="del">
          <ac:chgData name="Yang, Chun-yu" userId="57c5ba99-e68a-448a-8f42-8e6ab6811b9f" providerId="ADAL" clId="{7F19999D-6A46-4DA6-832C-99B7011A6BB1}" dt="2021-01-19T17:33:34.382" v="1" actId="478"/>
          <ac:graphicFrameMkLst>
            <pc:docMk/>
            <pc:sldMk cId="2392974592" sldId="367"/>
            <ac:graphicFrameMk id="23" creationId="{8DF49518-F604-4D4B-B861-5A857143139E}"/>
          </ac:graphicFrameMkLst>
        </pc:graphicFrame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4" creationId="{E03A88FD-9751-4A58-9CBE-95FC9A2CAA2D}"/>
          </ac:picMkLst>
        </pc:picChg>
        <pc:picChg chg="add mod">
          <ac:chgData name="Yang, Chun-yu" userId="57c5ba99-e68a-448a-8f42-8e6ab6811b9f" providerId="ADAL" clId="{7F19999D-6A46-4DA6-832C-99B7011A6BB1}" dt="2021-01-19T17:34:39.305" v="19" actId="14100"/>
          <ac:picMkLst>
            <pc:docMk/>
            <pc:sldMk cId="2392974592" sldId="367"/>
            <ac:picMk id="25" creationId="{70F0D061-35B8-41C6-8546-0D81944C4BE3}"/>
          </ac:picMkLst>
        </pc:picChg>
        <pc:picChg chg="del">
          <ac:chgData name="Yang, Chun-yu" userId="57c5ba99-e68a-448a-8f42-8e6ab6811b9f" providerId="ADAL" clId="{7F19999D-6A46-4DA6-832C-99B7011A6BB1}" dt="2021-01-19T17:33:45.919" v="9" actId="478"/>
          <ac:picMkLst>
            <pc:docMk/>
            <pc:sldMk cId="2392974592" sldId="367"/>
            <ac:picMk id="28" creationId="{28F7EE3F-5FD4-49A9-ABE0-6FFCC5A73DBB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51" creationId="{E53426A0-0CB5-4F83-A851-E0F2D828B747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52" creationId="{EB1A3003-07BF-4110-96B7-4C14F4D86364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53" creationId="{DEBE23CC-9DB2-4893-A83C-2E4FEF8C3A66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54" creationId="{C3593B4E-F0CE-43E3-82B3-815D16871CCD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55" creationId="{09553C77-C913-4EAC-80DA-361189A3A719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56" creationId="{4968A973-D642-462C-B1B1-5B3B8F51BDA6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59" creationId="{0F385545-7CCD-4AD3-B699-CB18E69C5C9F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60" creationId="{EF16C514-1F1F-4B88-A269-A63EB2FE06D5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61" creationId="{B2077FFA-3839-4A8F-B70E-B78080A31275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62" creationId="{1CCDC79D-DCC0-473A-B28A-1CEBF25F9EC8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63" creationId="{8386749F-5517-44D8-9C6C-426ECB699B12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67" creationId="{34534734-6E76-4C07-BA0D-67FD49DDA8C6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68" creationId="{5D2F4984-0561-43D3-944C-4FE62FA2AA59}"/>
          </ac:picMkLst>
        </pc:picChg>
        <pc:picChg chg="del">
          <ac:chgData name="Yang, Chun-yu" userId="57c5ba99-e68a-448a-8f42-8e6ab6811b9f" providerId="ADAL" clId="{7F19999D-6A46-4DA6-832C-99B7011A6BB1}" dt="2021-01-19T17:33:34.382" v="1" actId="478"/>
          <ac:picMkLst>
            <pc:docMk/>
            <pc:sldMk cId="2392974592" sldId="367"/>
            <ac:picMk id="69" creationId="{CA9CCFA0-211A-44FB-A0D2-AD0EC4F61609}"/>
          </ac:picMkLst>
        </pc:picChg>
        <pc:picChg chg="del">
          <ac:chgData name="Yang, Chun-yu" userId="57c5ba99-e68a-448a-8f42-8e6ab6811b9f" providerId="ADAL" clId="{7F19999D-6A46-4DA6-832C-99B7011A6BB1}" dt="2021-01-19T17:33:44.876" v="8" actId="478"/>
          <ac:picMkLst>
            <pc:docMk/>
            <pc:sldMk cId="2392974592" sldId="367"/>
            <ac:picMk id="70" creationId="{9CB87BA7-09C0-45E4-9A50-8EFE7FB02561}"/>
          </ac:picMkLst>
        </pc:picChg>
        <pc:picChg chg="del">
          <ac:chgData name="Yang, Chun-yu" userId="57c5ba99-e68a-448a-8f42-8e6ab6811b9f" providerId="ADAL" clId="{7F19999D-6A46-4DA6-832C-99B7011A6BB1}" dt="2021-01-19T17:33:42.225" v="5" actId="478"/>
          <ac:picMkLst>
            <pc:docMk/>
            <pc:sldMk cId="2392974592" sldId="367"/>
            <ac:picMk id="71" creationId="{A5FE152B-73E4-43E1-95DF-83D5E4F5A768}"/>
          </ac:picMkLst>
        </pc:picChg>
        <pc:picChg chg="del">
          <ac:chgData name="Yang, Chun-yu" userId="57c5ba99-e68a-448a-8f42-8e6ab6811b9f" providerId="ADAL" clId="{7F19999D-6A46-4DA6-832C-99B7011A6BB1}" dt="2021-01-19T17:33:46.938" v="10" actId="478"/>
          <ac:picMkLst>
            <pc:docMk/>
            <pc:sldMk cId="2392974592" sldId="367"/>
            <ac:picMk id="75" creationId="{447C348A-5EF7-40C1-AFA7-27FF744B1468}"/>
          </ac:picMkLst>
        </pc:picChg>
        <pc:picChg chg="del">
          <ac:chgData name="Yang, Chun-yu" userId="57c5ba99-e68a-448a-8f42-8e6ab6811b9f" providerId="ADAL" clId="{7F19999D-6A46-4DA6-832C-99B7011A6BB1}" dt="2021-01-19T17:33:43.972" v="7" actId="478"/>
          <ac:picMkLst>
            <pc:docMk/>
            <pc:sldMk cId="2392974592" sldId="367"/>
            <ac:picMk id="76" creationId="{D4802419-F4DB-441B-87A6-5F890010CCA6}"/>
          </ac:picMkLst>
        </pc:picChg>
        <pc:picChg chg="del">
          <ac:chgData name="Yang, Chun-yu" userId="57c5ba99-e68a-448a-8f42-8e6ab6811b9f" providerId="ADAL" clId="{7F19999D-6A46-4DA6-832C-99B7011A6BB1}" dt="2021-01-19T17:33:49.030" v="12" actId="478"/>
          <ac:picMkLst>
            <pc:docMk/>
            <pc:sldMk cId="2392974592" sldId="367"/>
            <ac:picMk id="77" creationId="{F3085FB8-1222-4ED6-81C1-66CA0EDA09E6}"/>
          </ac:picMkLst>
        </pc:picChg>
        <pc:picChg chg="del">
          <ac:chgData name="Yang, Chun-yu" userId="57c5ba99-e68a-448a-8f42-8e6ab6811b9f" providerId="ADAL" clId="{7F19999D-6A46-4DA6-832C-99B7011A6BB1}" dt="2021-01-19T17:33:50.205" v="13" actId="478"/>
          <ac:picMkLst>
            <pc:docMk/>
            <pc:sldMk cId="2392974592" sldId="367"/>
            <ac:picMk id="79" creationId="{155F038A-8C35-4455-B07B-DCA88FC5A15B}"/>
          </ac:picMkLst>
        </pc:picChg>
        <pc:picChg chg="del">
          <ac:chgData name="Yang, Chun-yu" userId="57c5ba99-e68a-448a-8f42-8e6ab6811b9f" providerId="ADAL" clId="{7F19999D-6A46-4DA6-832C-99B7011A6BB1}" dt="2021-01-19T17:33:42.944" v="6" actId="478"/>
          <ac:picMkLst>
            <pc:docMk/>
            <pc:sldMk cId="2392974592" sldId="367"/>
            <ac:picMk id="80" creationId="{F6B7802E-AF62-4991-B1F8-1422F30E00D2}"/>
          </ac:picMkLst>
        </pc:picChg>
        <pc:picChg chg="del">
          <ac:chgData name="Yang, Chun-yu" userId="57c5ba99-e68a-448a-8f42-8e6ab6811b9f" providerId="ADAL" clId="{7F19999D-6A46-4DA6-832C-99B7011A6BB1}" dt="2021-01-19T17:33:48.076" v="11" actId="478"/>
          <ac:picMkLst>
            <pc:docMk/>
            <pc:sldMk cId="2392974592" sldId="367"/>
            <ac:picMk id="81" creationId="{B0CC29C3-3BEB-4946-9A84-2CDB7606577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D1EA-AB71-483D-A38D-B3B7B73FDE8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3B183-64CC-4B66-856D-40373337AF1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5228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2E257-2A76-E344-863C-0823669A23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1" y="1524000"/>
            <a:ext cx="11010899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A1751-756A-4277-89A8-22853BBB6D43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E81FB-A40F-442D-9F46-93B86A7867F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592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501" y="2139953"/>
            <a:ext cx="11010900" cy="4097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EBDBCA7-2C63-493A-A58C-D158E3304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958B0C-7E1E-42D9-BA94-CF95319AC75D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930BE-2EF7-4A27-B574-CC7F56E23EE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8216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C756FD-D367-4604-947F-678A59EDCA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FAB4E-A299-44C8-AACE-69AB51C1E61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4F3A26-C068-4B72-A83B-34EFCA4E47A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0582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8EEDD-B39B-424B-A23C-C9AFBEFC8D27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00D2CD-C9BB-4E5B-B736-64EC2EA2162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509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5" name="Body Level One…">
            <a:extLst>
              <a:ext uri="{FF2B5EF4-FFF2-40B4-BE49-F238E27FC236}">
                <a16:creationId xmlns:a16="http://schemas.microsoft.com/office/drawing/2014/main" id="{DAF2E6DD-A697-4E26-BA6A-EF0449D7430B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16" name="Body Level One…">
            <a:extLst>
              <a:ext uri="{FF2B5EF4-FFF2-40B4-BE49-F238E27FC236}">
                <a16:creationId xmlns:a16="http://schemas.microsoft.com/office/drawing/2014/main" id="{028C5B46-7804-4459-9F82-F56352D0EE54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47F6B19-5E1B-43E2-BA93-7E68A56CB6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DDC13B9-04CD-43E8-B565-A92ABD110A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F999432-84A5-47D5-B81D-D131E93A939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5378F4-C669-453E-AB16-D61CB1EBDA7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1" y="1612901"/>
            <a:ext cx="57603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88EEF-DC90-47D1-B68D-DAD1BA7BE42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12B19-CF53-47D7-9EA3-459DABB1406B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0525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403981"/>
            <a:ext cx="5129422" cy="601218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B9BADD-04D4-4686-970E-FB0049CC09C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DA4378E-36CA-41C6-8E85-727E1F91A6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034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4A5EA-7602-4C8C-B95C-5306CD887FF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435B75-DFD3-4791-ACEA-AF630FFAB9A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559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1 Horizonta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152" y="3513864"/>
            <a:ext cx="11347450" cy="28908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8EB66-8674-4A4F-B55A-79488DD6B4DC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B9E7C7-FA12-4331-A70E-193D07092A46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9270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550" y="450549"/>
            <a:ext cx="11305062" cy="5956776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AB082-32C5-47FD-9ECB-602F4FA1556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E4005-6DA6-4443-A120-563FA414CBD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5518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r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7C9FC2E-0D67-4420-A61E-1D363937D0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090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C6A53413-DBC6-A349-994F-CB2790ACF8D3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56" r:id="rId3"/>
    <p:sldLayoutId id="2147483759" r:id="rId4"/>
    <p:sldLayoutId id="2147483755" r:id="rId5"/>
    <p:sldLayoutId id="2147483722" r:id="rId6"/>
    <p:sldLayoutId id="2147483778" r:id="rId7"/>
    <p:sldLayoutId id="2147483724" r:id="rId8"/>
    <p:sldLayoutId id="2147483751" r:id="rId9"/>
    <p:sldLayoutId id="2147483730" r:id="rId10"/>
    <p:sldLayoutId id="2147483754" r:id="rId11"/>
    <p:sldLayoutId id="2147483761" r:id="rId12"/>
    <p:sldLayoutId id="2147483749" r:id="rId13"/>
    <p:sldLayoutId id="2147483746" r:id="rId14"/>
    <p:sldLayoutId id="2147483747" r:id="rId15"/>
    <p:sldLayoutId id="2147483769" r:id="rId16"/>
    <p:sldLayoutId id="2147483768" r:id="rId17"/>
    <p:sldLayoutId id="2147483723" r:id="rId18"/>
    <p:sldLayoutId id="2147483770" r:id="rId19"/>
    <p:sldLayoutId id="2147483771" r:id="rId20"/>
    <p:sldLayoutId id="2147483772" r:id="rId21"/>
    <p:sldLayoutId id="2147483752" r:id="rId22"/>
    <p:sldLayoutId id="2147483732" r:id="rId23"/>
    <p:sldLayoutId id="2147483758" r:id="rId24"/>
    <p:sldLayoutId id="2147483757" r:id="rId25"/>
    <p:sldLayoutId id="2147483779" r:id="rId26"/>
    <p:sldLayoutId id="2147483753" r:id="rId27"/>
    <p:sldLayoutId id="2147483763" r:id="rId28"/>
    <p:sldLayoutId id="2147483729" r:id="rId29"/>
    <p:sldLayoutId id="2147483760" r:id="rId30"/>
    <p:sldLayoutId id="2147483764" r:id="rId31"/>
    <p:sldLayoutId id="2147483745" r:id="rId32"/>
    <p:sldLayoutId id="2147483780" r:id="rId33"/>
    <p:sldLayoutId id="2147483744" r:id="rId34"/>
    <p:sldLayoutId id="214748375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>
        <p15:guide id="3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ixabay.com/vectors/check-mark-orange-tick-symbol-304167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Repair Algorithm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39A39-08BC-4F2F-94A3-F43AAEEFAE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Prime Array Repair Methodology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Wajde - Joseph</a:t>
            </a: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array repair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FD3FC-D9CC-CE4E-9D43-8F8C205AB3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01162" y="1415494"/>
            <a:ext cx="4656991" cy="4584830"/>
          </a:xfrm>
        </p:spPr>
        <p:txBody>
          <a:bodyPr>
            <a:normAutofit/>
          </a:bodyPr>
          <a:lstStyle/>
          <a:p>
            <a:r>
              <a:rPr lang="en-US" dirty="0"/>
              <a:t>This is repair algorithm that takes array defects and array resources and return a possible solution.</a:t>
            </a:r>
          </a:p>
          <a:p>
            <a:r>
              <a:rPr lang="en-US" dirty="0"/>
              <a:t>This algorithm is implemented through a prime callback for </a:t>
            </a:r>
            <a:r>
              <a:rPr lang="en-US" dirty="0" err="1"/>
              <a:t>ArrayRepair</a:t>
            </a:r>
            <a:r>
              <a:rPr lang="en-US" dirty="0"/>
              <a:t> test method.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21202-EC81-4C9F-8B47-E6068480B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337" y="1524001"/>
            <a:ext cx="5928387" cy="397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3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Description of the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FD3FC-D9CC-CE4E-9D43-8F8C205AB3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10487269" cy="4584830"/>
          </a:xfrm>
        </p:spPr>
        <p:txBody>
          <a:bodyPr/>
          <a:lstStyle/>
          <a:p>
            <a:r>
              <a:rPr lang="en-US" dirty="0"/>
              <a:t>The algorithm chosen for this callback is greedy by nature, that looks for the optimal solution.</a:t>
            </a:r>
          </a:p>
          <a:p>
            <a:r>
              <a:rPr lang="en-US" dirty="0"/>
              <a:t>In our case, the algorithm will prefer to start wasting the “local” resources over the “global” resources.</a:t>
            </a:r>
          </a:p>
          <a:p>
            <a:r>
              <a:rPr lang="en-US" dirty="0"/>
              <a:t>“local” and “global” are terms that describes the “tree level depth” distance of a resource from a defect. In the actual implementation this is referred as a “priority”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48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Resource-Defect repair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FD3FC-D9CC-CE4E-9D43-8F8C205AB3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1" y="1673402"/>
            <a:ext cx="5312263" cy="39849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priority is value calculated on a given defect and a resource, to describe the “importance” of the resource in relation to the defect location.</a:t>
            </a:r>
          </a:p>
          <a:p>
            <a:r>
              <a:rPr lang="en-US" dirty="0"/>
              <a:t>In this example for “Defect1”: R1 priority is 2 and is the highest among the other priorities because R1 in the array hierarchical structure can solve many other defects that can exist under difference tree branches.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6D218D-DA04-4488-83D4-C34BD87451A8}"/>
              </a:ext>
            </a:extLst>
          </p:cNvPr>
          <p:cNvSpPr/>
          <p:nvPr/>
        </p:nvSpPr>
        <p:spPr>
          <a:xfrm>
            <a:off x="7911856" y="1483573"/>
            <a:ext cx="875323" cy="41997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Slice0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0CF94F-4AA2-4EC6-9557-663644A3E801}"/>
              </a:ext>
            </a:extLst>
          </p:cNvPr>
          <p:cNvSpPr/>
          <p:nvPr/>
        </p:nvSpPr>
        <p:spPr>
          <a:xfrm>
            <a:off x="6932979" y="2412640"/>
            <a:ext cx="1252415" cy="41997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Half-Slice0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CC234C-8B24-4BAC-B64D-8326978A4D4D}"/>
              </a:ext>
            </a:extLst>
          </p:cNvPr>
          <p:cNvSpPr/>
          <p:nvPr/>
        </p:nvSpPr>
        <p:spPr>
          <a:xfrm>
            <a:off x="8480182" y="2412640"/>
            <a:ext cx="1252415" cy="41997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Half-Slice1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85EE1E-B532-4E20-B2D6-B4547002E1C5}"/>
              </a:ext>
            </a:extLst>
          </p:cNvPr>
          <p:cNvSpPr/>
          <p:nvPr/>
        </p:nvSpPr>
        <p:spPr>
          <a:xfrm>
            <a:off x="6509971" y="3440447"/>
            <a:ext cx="565639" cy="41997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Q1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91E614-372E-4B79-BF33-030B7632B700}"/>
              </a:ext>
            </a:extLst>
          </p:cNvPr>
          <p:cNvSpPr/>
          <p:nvPr/>
        </p:nvSpPr>
        <p:spPr>
          <a:xfrm>
            <a:off x="7338402" y="3441754"/>
            <a:ext cx="565639" cy="41997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Q2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EB8704-B8A5-464E-91C1-E51D488532CE}"/>
              </a:ext>
            </a:extLst>
          </p:cNvPr>
          <p:cNvSpPr/>
          <p:nvPr/>
        </p:nvSpPr>
        <p:spPr>
          <a:xfrm>
            <a:off x="8166833" y="3441754"/>
            <a:ext cx="565639" cy="41997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Q1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6229A9-9672-4C4C-8A78-ABE512A4F224}"/>
              </a:ext>
            </a:extLst>
          </p:cNvPr>
          <p:cNvSpPr/>
          <p:nvPr/>
        </p:nvSpPr>
        <p:spPr>
          <a:xfrm>
            <a:off x="8914179" y="3441754"/>
            <a:ext cx="565639" cy="41997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Q2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0CA496-769F-43A8-AC24-57E11BC2BA0E}"/>
              </a:ext>
            </a:extLst>
          </p:cNvPr>
          <p:cNvSpPr/>
          <p:nvPr/>
        </p:nvSpPr>
        <p:spPr>
          <a:xfrm>
            <a:off x="9661525" y="3460263"/>
            <a:ext cx="565639" cy="41997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Q3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518CF4-87DC-4941-8324-D81464E61FC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7559187" y="1903546"/>
            <a:ext cx="790331" cy="509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47F8A7-79C3-4A68-82A1-96D5DB33529A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6792791" y="2832613"/>
            <a:ext cx="766396" cy="607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64F37-CD83-444B-BDA2-3824285D55A6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7559187" y="2832613"/>
            <a:ext cx="62035" cy="609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028059-CA68-4B55-93ED-7F075213AF4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8349518" y="1903546"/>
            <a:ext cx="756872" cy="509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6A47207-3786-46E7-9C5B-755DF4257B2E}"/>
              </a:ext>
            </a:extLst>
          </p:cNvPr>
          <p:cNvSpPr/>
          <p:nvPr/>
        </p:nvSpPr>
        <p:spPr>
          <a:xfrm>
            <a:off x="10141928" y="3486830"/>
            <a:ext cx="352670" cy="28725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R3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4FB9BF-3B99-462A-B160-B2317065C21F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8449653" y="2832613"/>
            <a:ext cx="656737" cy="609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5392A1-1131-4B4F-976C-8D9DEF9CE662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9106390" y="2832613"/>
            <a:ext cx="90609" cy="609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243CFE-4306-41EF-BF8A-12168AE50734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9106390" y="2832613"/>
            <a:ext cx="837955" cy="627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225C75C2-8EC7-41DC-828F-A812123FD615}"/>
              </a:ext>
            </a:extLst>
          </p:cNvPr>
          <p:cNvSpPr/>
          <p:nvPr/>
        </p:nvSpPr>
        <p:spPr>
          <a:xfrm>
            <a:off x="9578487" y="4087913"/>
            <a:ext cx="714131" cy="317381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Defect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61AE6A-D4FD-44F5-8766-9099DFEDEC2A}"/>
              </a:ext>
            </a:extLst>
          </p:cNvPr>
          <p:cNvSpPr/>
          <p:nvPr/>
        </p:nvSpPr>
        <p:spPr>
          <a:xfrm>
            <a:off x="8213847" y="630694"/>
            <a:ext cx="2485536" cy="471924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Array Structure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F2D3B33-0E27-4DFC-94AE-B333D88E8A23}"/>
              </a:ext>
            </a:extLst>
          </p:cNvPr>
          <p:cNvSpPr/>
          <p:nvPr/>
        </p:nvSpPr>
        <p:spPr>
          <a:xfrm>
            <a:off x="9674715" y="2441517"/>
            <a:ext cx="352670" cy="28725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R2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A62F359-1EED-4D89-BC8C-962403CD1717}"/>
              </a:ext>
            </a:extLst>
          </p:cNvPr>
          <p:cNvSpPr/>
          <p:nvPr/>
        </p:nvSpPr>
        <p:spPr>
          <a:xfrm>
            <a:off x="8727954" y="1501012"/>
            <a:ext cx="352670" cy="28725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R1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E22854D-B868-4916-97E4-73F8F26EA287}"/>
              </a:ext>
            </a:extLst>
          </p:cNvPr>
          <p:cNvCxnSpPr/>
          <p:nvPr/>
        </p:nvCxnSpPr>
        <p:spPr>
          <a:xfrm>
            <a:off x="10391531" y="4246603"/>
            <a:ext cx="390769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228F2DB-5CAD-4EF5-9C7C-C8D99347F78A}"/>
              </a:ext>
            </a:extLst>
          </p:cNvPr>
          <p:cNvCxnSpPr>
            <a:cxnSpLocks/>
          </p:cNvCxnSpPr>
          <p:nvPr/>
        </p:nvCxnSpPr>
        <p:spPr>
          <a:xfrm flipV="1">
            <a:off x="10782300" y="3670249"/>
            <a:ext cx="0" cy="576354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210E5CB-0508-4586-9022-286DB0F5AA45}"/>
              </a:ext>
            </a:extLst>
          </p:cNvPr>
          <p:cNvCxnSpPr>
            <a:cxnSpLocks/>
          </p:cNvCxnSpPr>
          <p:nvPr/>
        </p:nvCxnSpPr>
        <p:spPr>
          <a:xfrm flipV="1">
            <a:off x="11063654" y="2665046"/>
            <a:ext cx="0" cy="1602022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E6385BB-108F-4E31-9EB2-C280154099E1}"/>
              </a:ext>
            </a:extLst>
          </p:cNvPr>
          <p:cNvCxnSpPr>
            <a:cxnSpLocks/>
          </p:cNvCxnSpPr>
          <p:nvPr/>
        </p:nvCxnSpPr>
        <p:spPr>
          <a:xfrm flipV="1">
            <a:off x="11466146" y="1673402"/>
            <a:ext cx="0" cy="259366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DEFDA0F-189C-4C5A-8ED8-1EA6F1258B2C}"/>
              </a:ext>
            </a:extLst>
          </p:cNvPr>
          <p:cNvSpPr txBox="1"/>
          <p:nvPr/>
        </p:nvSpPr>
        <p:spPr>
          <a:xfrm>
            <a:off x="10626914" y="3642651"/>
            <a:ext cx="13785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768B714-0CB5-4BA5-A649-00DCC0C6B472}"/>
              </a:ext>
            </a:extLst>
          </p:cNvPr>
          <p:cNvSpPr txBox="1"/>
          <p:nvPr/>
        </p:nvSpPr>
        <p:spPr>
          <a:xfrm>
            <a:off x="10911685" y="2665046"/>
            <a:ext cx="13785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C2C023A-1291-4B2B-B13B-2F7E3D18F486}"/>
              </a:ext>
            </a:extLst>
          </p:cNvPr>
          <p:cNvSpPr txBox="1"/>
          <p:nvPr/>
        </p:nvSpPr>
        <p:spPr>
          <a:xfrm>
            <a:off x="11300052" y="1575274"/>
            <a:ext cx="13785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B9A2C2-1C9E-4B9A-8515-780AD90BCD55}"/>
              </a:ext>
            </a:extLst>
          </p:cNvPr>
          <p:cNvSpPr txBox="1"/>
          <p:nvPr/>
        </p:nvSpPr>
        <p:spPr>
          <a:xfrm>
            <a:off x="10362656" y="4392165"/>
            <a:ext cx="123591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1"/>
                </a:solidFill>
              </a:rPr>
              <a:t>priorities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sym typeface="Helvetica Neue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DBC1647-3E83-4AE1-A21F-C26EE88A4296}"/>
              </a:ext>
            </a:extLst>
          </p:cNvPr>
          <p:cNvSpPr/>
          <p:nvPr/>
        </p:nvSpPr>
        <p:spPr>
          <a:xfrm>
            <a:off x="7197725" y="4047665"/>
            <a:ext cx="714131" cy="317381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Defect 2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1A96BD3-54D1-421E-81A2-EEBC471E4340}"/>
              </a:ext>
            </a:extLst>
          </p:cNvPr>
          <p:cNvCxnSpPr>
            <a:cxnSpLocks/>
          </p:cNvCxnSpPr>
          <p:nvPr/>
        </p:nvCxnSpPr>
        <p:spPr>
          <a:xfrm flipV="1">
            <a:off x="6249377" y="1575274"/>
            <a:ext cx="0" cy="259366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A400876-1ECB-4FC6-B779-E8F930A476D6}"/>
              </a:ext>
            </a:extLst>
          </p:cNvPr>
          <p:cNvCxnSpPr>
            <a:cxnSpLocks/>
          </p:cNvCxnSpPr>
          <p:nvPr/>
        </p:nvCxnSpPr>
        <p:spPr>
          <a:xfrm>
            <a:off x="6249377" y="4206355"/>
            <a:ext cx="926612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C2F74C0-E729-4BDA-8214-6CB3EAF41013}"/>
              </a:ext>
            </a:extLst>
          </p:cNvPr>
          <p:cNvSpPr txBox="1"/>
          <p:nvPr/>
        </p:nvSpPr>
        <p:spPr>
          <a:xfrm>
            <a:off x="6372113" y="1484047"/>
            <a:ext cx="13785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5121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Repair Algorithm High Level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FD3FC-D9CC-CE4E-9D43-8F8C205AB3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80732" y="1517095"/>
            <a:ext cx="6462664" cy="46504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High-level pseudo code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Given the defects &amp; resources. Create a table that will contain in each row: resource, priority &amp; defects it can fix.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Sort table to have at the first line the lowest </a:t>
            </a:r>
            <a:r>
              <a:rPr lang="en-US" b="1" i="1" dirty="0"/>
              <a:t>priority</a:t>
            </a:r>
            <a:r>
              <a:rPr lang="en-US" dirty="0"/>
              <a:t> resource.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Use the resource on the first line, and update table.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If table is NOT empty go to step 2.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dirty="0"/>
              <a:t>If table is empty &amp; NO defects left to solve -&gt; report out solution. Otherwise fail.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E0193E-8E79-4ADD-A9BD-124962CF5A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36"/>
          <a:stretch/>
        </p:blipFill>
        <p:spPr>
          <a:xfrm>
            <a:off x="6559420" y="1809596"/>
            <a:ext cx="5451848" cy="392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78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0F0D061-35B8-41C6-8546-0D81944C4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55" y="464259"/>
            <a:ext cx="4038083" cy="612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97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(Create Table)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626154"/>
              </p:ext>
            </p:extLst>
          </p:nvPr>
        </p:nvGraphicFramePr>
        <p:xfrm>
          <a:off x="261938" y="1614171"/>
          <a:ext cx="5480050" cy="3104261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4378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1934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0325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3672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561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0056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0741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7097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1646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19962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4612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986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453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64045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A88FD-9751-4A58-9CBE-95FC9A2CA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57" y="2149745"/>
            <a:ext cx="5406899" cy="17317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53426A0-0CB5-4F83-A851-E0F2D828B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57" y="2321395"/>
            <a:ext cx="5406899" cy="17317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B1A3003-07BF-4110-96B7-4C14F4D86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53" y="2493045"/>
            <a:ext cx="5406899" cy="17317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EBE23CC-9DB2-4893-A83C-2E4FEF8C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54" y="2666298"/>
            <a:ext cx="5406899" cy="17317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3593B4E-F0CE-43E3-82B3-815D16871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52" y="2839559"/>
            <a:ext cx="5406899" cy="17317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9553C77-C913-4EAC-80DA-361189A3A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2" y="3011209"/>
            <a:ext cx="5406899" cy="17317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968A973-D642-462C-B1B1-5B3B8F51B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2" y="3174840"/>
            <a:ext cx="5406899" cy="17317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F385545-7CCD-4AD3-B699-CB18E69C5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57" y="3352772"/>
            <a:ext cx="5406899" cy="17317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F16C514-1F1F-4B88-A269-A63EB2FE0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57" y="3524422"/>
            <a:ext cx="5406899" cy="173176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2077FFA-3839-4A8F-B70E-B78080A31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3" y="3696072"/>
            <a:ext cx="5406899" cy="17317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CCDC79D-DCC0-473A-B28A-1CEBF25F9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4" y="3869325"/>
            <a:ext cx="5406899" cy="17317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386749F-5517-44D8-9C6C-426ECB699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2" y="4042586"/>
            <a:ext cx="5406899" cy="173176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4534734-6E76-4C07-BA0D-67FD49DDA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2" y="4204006"/>
            <a:ext cx="5406899" cy="17317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D2F4984-0561-43D3-944C-4FE62FA2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2" y="4366662"/>
            <a:ext cx="5406899" cy="17317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A9CCFA0-211A-44FB-A0D2-AD0EC4F61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52" y="4539838"/>
            <a:ext cx="5406899" cy="173176"/>
          </a:xfrm>
          <a:prstGeom prst="rect">
            <a:avLst/>
          </a:prstGeom>
        </p:spPr>
      </p:pic>
      <p:pic>
        <p:nvPicPr>
          <p:cNvPr id="28" name="Picture 27" descr="Shape&#10;&#10;Description automatically generated">
            <a:extLst>
              <a:ext uri="{FF2B5EF4-FFF2-40B4-BE49-F238E27FC236}">
                <a16:creationId xmlns:a16="http://schemas.microsoft.com/office/drawing/2014/main" id="{28F7EE3F-5FD4-49A9-ABE0-6FFCC5A73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37947" y="3657499"/>
            <a:ext cx="596204" cy="652381"/>
          </a:xfrm>
          <a:prstGeom prst="rect">
            <a:avLst/>
          </a:prstGeom>
        </p:spPr>
      </p:pic>
      <p:pic>
        <p:nvPicPr>
          <p:cNvPr id="70" name="Picture 69" descr="Shape&#10;&#10;Description automatically generated">
            <a:extLst>
              <a:ext uri="{FF2B5EF4-FFF2-40B4-BE49-F238E27FC236}">
                <a16:creationId xmlns:a16="http://schemas.microsoft.com/office/drawing/2014/main" id="{9CB87BA7-09C0-45E4-9A50-8EFE7FB02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683723" y="2181863"/>
            <a:ext cx="596204" cy="652381"/>
          </a:xfrm>
          <a:prstGeom prst="rect">
            <a:avLst/>
          </a:prstGeom>
        </p:spPr>
      </p:pic>
      <p:pic>
        <p:nvPicPr>
          <p:cNvPr id="71" name="Picture 70" descr="Shape&#10;&#10;Description automatically generated">
            <a:extLst>
              <a:ext uri="{FF2B5EF4-FFF2-40B4-BE49-F238E27FC236}">
                <a16:creationId xmlns:a16="http://schemas.microsoft.com/office/drawing/2014/main" id="{A5FE152B-73E4-43E1-95DF-83D5E4F5A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760720" y="1033663"/>
            <a:ext cx="596204" cy="652381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AEE8B7FF-D1D6-47E9-80FA-02F6DC572D2F}"/>
              </a:ext>
            </a:extLst>
          </p:cNvPr>
          <p:cNvSpPr/>
          <p:nvPr/>
        </p:nvSpPr>
        <p:spPr>
          <a:xfrm>
            <a:off x="2853103" y="2145323"/>
            <a:ext cx="288682" cy="484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BE427A9-DFEB-476E-961E-8ACAD1660C1D}"/>
              </a:ext>
            </a:extLst>
          </p:cNvPr>
          <p:cNvSpPr/>
          <p:nvPr/>
        </p:nvSpPr>
        <p:spPr>
          <a:xfrm>
            <a:off x="2853104" y="2672859"/>
            <a:ext cx="288682" cy="484721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773920E-3956-4B39-BBF1-875169432B32}"/>
              </a:ext>
            </a:extLst>
          </p:cNvPr>
          <p:cNvSpPr/>
          <p:nvPr/>
        </p:nvSpPr>
        <p:spPr>
          <a:xfrm>
            <a:off x="2841381" y="3165229"/>
            <a:ext cx="288682" cy="48472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5" name="Picture 74" descr="Shape&#10;&#10;Description automatically generated">
            <a:extLst>
              <a:ext uri="{FF2B5EF4-FFF2-40B4-BE49-F238E27FC236}">
                <a16:creationId xmlns:a16="http://schemas.microsoft.com/office/drawing/2014/main" id="{447C348A-5EF7-40C1-AFA7-27FF744B1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541160" y="3551625"/>
            <a:ext cx="596204" cy="652381"/>
          </a:xfrm>
          <a:prstGeom prst="rect">
            <a:avLst/>
          </a:prstGeom>
        </p:spPr>
      </p:pic>
      <p:pic>
        <p:nvPicPr>
          <p:cNvPr id="76" name="Picture 75" descr="Shape&#10;&#10;Description automatically generated">
            <a:extLst>
              <a:ext uri="{FF2B5EF4-FFF2-40B4-BE49-F238E27FC236}">
                <a16:creationId xmlns:a16="http://schemas.microsoft.com/office/drawing/2014/main" id="{D4802419-F4DB-441B-87A6-5F890010C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58099" y="2122079"/>
            <a:ext cx="596204" cy="652381"/>
          </a:xfrm>
          <a:prstGeom prst="rect">
            <a:avLst/>
          </a:prstGeom>
        </p:spPr>
      </p:pic>
      <p:pic>
        <p:nvPicPr>
          <p:cNvPr id="77" name="Picture 76" descr="Shape&#10;&#10;Description automatically generated">
            <a:extLst>
              <a:ext uri="{FF2B5EF4-FFF2-40B4-BE49-F238E27FC236}">
                <a16:creationId xmlns:a16="http://schemas.microsoft.com/office/drawing/2014/main" id="{F3085FB8-1222-4ED6-81C1-66CA0EDA0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48225" y="952265"/>
            <a:ext cx="596204" cy="652381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411EB89D-4CF2-426F-80F6-178E558E065C}"/>
              </a:ext>
            </a:extLst>
          </p:cNvPr>
          <p:cNvSpPr/>
          <p:nvPr/>
        </p:nvSpPr>
        <p:spPr>
          <a:xfrm>
            <a:off x="2841382" y="3704488"/>
            <a:ext cx="288682" cy="48472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9" name="Picture 78" descr="Shape&#10;&#10;Description automatically generated">
            <a:extLst>
              <a:ext uri="{FF2B5EF4-FFF2-40B4-BE49-F238E27FC236}">
                <a16:creationId xmlns:a16="http://schemas.microsoft.com/office/drawing/2014/main" id="{155F038A-8C35-4455-B07B-DCA88FC5A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09168" y="3574388"/>
            <a:ext cx="596204" cy="652381"/>
          </a:xfrm>
          <a:prstGeom prst="rect">
            <a:avLst/>
          </a:prstGeom>
        </p:spPr>
      </p:pic>
      <p:pic>
        <p:nvPicPr>
          <p:cNvPr id="80" name="Picture 79" descr="Shape&#10;&#10;Description automatically generated">
            <a:extLst>
              <a:ext uri="{FF2B5EF4-FFF2-40B4-BE49-F238E27FC236}">
                <a16:creationId xmlns:a16="http://schemas.microsoft.com/office/drawing/2014/main" id="{F6B7802E-AF62-4991-B1F8-1422F30E0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50931" y="960781"/>
            <a:ext cx="596204" cy="652381"/>
          </a:xfrm>
          <a:prstGeom prst="rect">
            <a:avLst/>
          </a:prstGeom>
        </p:spPr>
      </p:pic>
      <p:pic>
        <p:nvPicPr>
          <p:cNvPr id="81" name="Picture 80" descr="Shape&#10;&#10;Description automatically generated">
            <a:extLst>
              <a:ext uri="{FF2B5EF4-FFF2-40B4-BE49-F238E27FC236}">
                <a16:creationId xmlns:a16="http://schemas.microsoft.com/office/drawing/2014/main" id="{B0CC29C3-3BEB-4946-9A84-2CDB76065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201849" y="2262838"/>
            <a:ext cx="596204" cy="652381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1E65B00F-3151-4946-8234-03D898CB08A7}"/>
              </a:ext>
            </a:extLst>
          </p:cNvPr>
          <p:cNvSpPr/>
          <p:nvPr/>
        </p:nvSpPr>
        <p:spPr>
          <a:xfrm>
            <a:off x="2841381" y="4220518"/>
            <a:ext cx="288682" cy="484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0792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FF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4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FF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E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8" grpId="0" animBg="1"/>
      <p:bldP spid="78" grpId="1" animBg="1"/>
      <p:bldP spid="8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(Merge Table)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/>
        </p:nvGraphicFramePr>
        <p:xfrm>
          <a:off x="261938" y="1614171"/>
          <a:ext cx="5480050" cy="3104261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4378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1934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0325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3672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561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0056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0741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7097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1646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19962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4612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986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453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64045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602AEC-2DF2-40A3-A0B4-A519685BB73A}"/>
              </a:ext>
            </a:extLst>
          </p:cNvPr>
          <p:cNvSpPr/>
          <p:nvPr/>
        </p:nvSpPr>
        <p:spPr>
          <a:xfrm>
            <a:off x="5967046" y="4953022"/>
            <a:ext cx="1617785" cy="734228"/>
          </a:xfrm>
          <a:prstGeom prst="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Arrow: Curved Left 4">
            <a:extLst>
              <a:ext uri="{FF2B5EF4-FFF2-40B4-BE49-F238E27FC236}">
                <a16:creationId xmlns:a16="http://schemas.microsoft.com/office/drawing/2014/main" id="{31B32CEE-B622-479E-9946-E7608AADDE48}"/>
              </a:ext>
            </a:extLst>
          </p:cNvPr>
          <p:cNvSpPr/>
          <p:nvPr/>
        </p:nvSpPr>
        <p:spPr>
          <a:xfrm>
            <a:off x="7436498" y="4300538"/>
            <a:ext cx="497827" cy="1033145"/>
          </a:xfrm>
          <a:prstGeom prst="curvedLef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39938D-A318-4692-A053-A856822A24CC}"/>
              </a:ext>
            </a:extLst>
          </p:cNvPr>
          <p:cNvSpPr/>
          <p:nvPr/>
        </p:nvSpPr>
        <p:spPr>
          <a:xfrm>
            <a:off x="2660407" y="2630290"/>
            <a:ext cx="1699845" cy="219456"/>
          </a:xfrm>
          <a:prstGeom prst="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A0FC3F4-B027-4E9F-9C66-3853EC8A5B7C}"/>
              </a:ext>
            </a:extLst>
          </p:cNvPr>
          <p:cNvSpPr/>
          <p:nvPr/>
        </p:nvSpPr>
        <p:spPr>
          <a:xfrm>
            <a:off x="2661139" y="3136844"/>
            <a:ext cx="1699845" cy="219456"/>
          </a:xfrm>
          <a:prstGeom prst="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F54946-1880-4127-BE8E-A9969CC9E7ED}"/>
              </a:ext>
            </a:extLst>
          </p:cNvPr>
          <p:cNvSpPr/>
          <p:nvPr/>
        </p:nvSpPr>
        <p:spPr>
          <a:xfrm>
            <a:off x="2660408" y="2829582"/>
            <a:ext cx="1699845" cy="219456"/>
          </a:xfrm>
          <a:prstGeom prst="rect">
            <a:avLst/>
          </a:prstGeom>
          <a:noFill/>
          <a:ln w="28575" cap="flat">
            <a:solidFill>
              <a:srgbClr val="00FF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52A9BC6-CD86-4916-88B7-39190257D81B}"/>
              </a:ext>
            </a:extLst>
          </p:cNvPr>
          <p:cNvSpPr/>
          <p:nvPr/>
        </p:nvSpPr>
        <p:spPr>
          <a:xfrm>
            <a:off x="2661140" y="3828502"/>
            <a:ext cx="1699845" cy="219456"/>
          </a:xfrm>
          <a:prstGeom prst="rect">
            <a:avLst/>
          </a:prstGeom>
          <a:noFill/>
          <a:ln w="28575" cap="flat">
            <a:solidFill>
              <a:srgbClr val="00FF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E9A1E1C-6BA6-45AB-89B2-FECCBF6E8A9C}"/>
              </a:ext>
            </a:extLst>
          </p:cNvPr>
          <p:cNvSpPr/>
          <p:nvPr/>
        </p:nvSpPr>
        <p:spPr>
          <a:xfrm>
            <a:off x="5884986" y="4996795"/>
            <a:ext cx="1801689" cy="276225"/>
          </a:xfrm>
          <a:prstGeom prst="rect">
            <a:avLst/>
          </a:prstGeom>
          <a:noFill/>
          <a:ln w="28575" cap="flat">
            <a:solidFill>
              <a:srgbClr val="00FF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3F451D-DA6B-4BF3-9DEB-F2A6C4215357}"/>
              </a:ext>
            </a:extLst>
          </p:cNvPr>
          <p:cNvSpPr/>
          <p:nvPr/>
        </p:nvSpPr>
        <p:spPr>
          <a:xfrm>
            <a:off x="7552592" y="4644877"/>
            <a:ext cx="1801689" cy="276225"/>
          </a:xfrm>
          <a:prstGeom prst="rect">
            <a:avLst/>
          </a:prstGeom>
          <a:noFill/>
          <a:ln w="28575" cap="flat">
            <a:solidFill>
              <a:srgbClr val="00FF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E2E9A9E-7681-40A5-BC40-11B733638697}"/>
              </a:ext>
            </a:extLst>
          </p:cNvPr>
          <p:cNvSpPr/>
          <p:nvPr/>
        </p:nvSpPr>
        <p:spPr>
          <a:xfrm>
            <a:off x="6403525" y="2767752"/>
            <a:ext cx="1801689" cy="276225"/>
          </a:xfrm>
          <a:prstGeom prst="rect">
            <a:avLst/>
          </a:prstGeom>
          <a:noFill/>
          <a:ln w="28575" cap="flat">
            <a:solidFill>
              <a:srgbClr val="00FF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Arrow: Curved Left 86">
            <a:extLst>
              <a:ext uri="{FF2B5EF4-FFF2-40B4-BE49-F238E27FC236}">
                <a16:creationId xmlns:a16="http://schemas.microsoft.com/office/drawing/2014/main" id="{96D66EFE-078A-49B4-86E0-D90D82392441}"/>
              </a:ext>
            </a:extLst>
          </p:cNvPr>
          <p:cNvSpPr/>
          <p:nvPr/>
        </p:nvSpPr>
        <p:spPr>
          <a:xfrm>
            <a:off x="8304535" y="2879091"/>
            <a:ext cx="639440" cy="2011680"/>
          </a:xfrm>
          <a:prstGeom prst="curvedLef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6547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4" grpId="0" animBg="1"/>
      <p:bldP spid="65" grpId="0" animBg="1"/>
      <p:bldP spid="66" grpId="0" animBg="1"/>
      <p:bldP spid="82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(Merge Table)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124567"/>
              </p:ext>
            </p:extLst>
          </p:nvPr>
        </p:nvGraphicFramePr>
        <p:xfrm>
          <a:off x="261938" y="1614171"/>
          <a:ext cx="5480050" cy="2418461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5250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4378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1099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221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481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79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3256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159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2,3,4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318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64045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</p:spTree>
    <p:extLst>
      <p:ext uri="{BB962C8B-B14F-4D97-AF65-F5344CB8AC3E}">
        <p14:creationId xmlns:p14="http://schemas.microsoft.com/office/powerpoint/2010/main" val="275414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(Use First Resource)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05443"/>
              </p:ext>
            </p:extLst>
          </p:nvPr>
        </p:nvGraphicFramePr>
        <p:xfrm>
          <a:off x="261938" y="1614171"/>
          <a:ext cx="5480050" cy="2418461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5250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4378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1099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221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481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79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3256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159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2,3,4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318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64045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884CF1-04B1-4E53-BE7A-0A110EF1632F}"/>
              </a:ext>
            </a:extLst>
          </p:cNvPr>
          <p:cNvSpPr/>
          <p:nvPr/>
        </p:nvSpPr>
        <p:spPr>
          <a:xfrm>
            <a:off x="2860431" y="2262554"/>
            <a:ext cx="269631" cy="269632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5D5CB8-47E5-4C79-ABFC-58D4458C2CFE}"/>
              </a:ext>
            </a:extLst>
          </p:cNvPr>
          <p:cNvSpPr/>
          <p:nvPr/>
        </p:nvSpPr>
        <p:spPr>
          <a:xfrm>
            <a:off x="5040923" y="2801864"/>
            <a:ext cx="164124" cy="265187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D9C2AD2-988C-409F-98CB-C51A07D942B3}"/>
              </a:ext>
            </a:extLst>
          </p:cNvPr>
          <p:cNvSpPr/>
          <p:nvPr/>
        </p:nvSpPr>
        <p:spPr>
          <a:xfrm>
            <a:off x="5099539" y="3130109"/>
            <a:ext cx="164124" cy="265187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9A2FC55-0B11-4777-B3F2-7800EE232D8F}"/>
              </a:ext>
            </a:extLst>
          </p:cNvPr>
          <p:cNvSpPr/>
          <p:nvPr/>
        </p:nvSpPr>
        <p:spPr>
          <a:xfrm>
            <a:off x="4991100" y="3446630"/>
            <a:ext cx="272563" cy="320874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6609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(Use First Resource)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601578"/>
              </p:ext>
            </p:extLst>
          </p:nvPr>
        </p:nvGraphicFramePr>
        <p:xfrm>
          <a:off x="261938" y="1614171"/>
          <a:ext cx="5480050" cy="241731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5250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4378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1099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221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481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79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3256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159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318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64045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</p:spTree>
    <p:extLst>
      <p:ext uri="{BB962C8B-B14F-4D97-AF65-F5344CB8AC3E}">
        <p14:creationId xmlns:p14="http://schemas.microsoft.com/office/powerpoint/2010/main" val="80239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(Use the Next Resource again)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270794"/>
              </p:ext>
            </p:extLst>
          </p:nvPr>
        </p:nvGraphicFramePr>
        <p:xfrm>
          <a:off x="261938" y="1614171"/>
          <a:ext cx="5480050" cy="190296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1099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221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481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79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159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318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64045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D52E516-1EB0-4A9F-91C3-32C9531398B3}"/>
              </a:ext>
            </a:extLst>
          </p:cNvPr>
          <p:cNvSpPr/>
          <p:nvPr/>
        </p:nvSpPr>
        <p:spPr>
          <a:xfrm>
            <a:off x="2860431" y="2074986"/>
            <a:ext cx="269631" cy="269632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81410E-682C-4A57-AD9A-E194D76C0869}"/>
              </a:ext>
            </a:extLst>
          </p:cNvPr>
          <p:cNvSpPr/>
          <p:nvPr/>
        </p:nvSpPr>
        <p:spPr>
          <a:xfrm>
            <a:off x="5081954" y="2424478"/>
            <a:ext cx="269631" cy="269632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CFF6DF0-9565-4E27-807E-9E101EF87B0E}"/>
              </a:ext>
            </a:extLst>
          </p:cNvPr>
          <p:cNvSpPr/>
          <p:nvPr/>
        </p:nvSpPr>
        <p:spPr>
          <a:xfrm>
            <a:off x="5081953" y="2955730"/>
            <a:ext cx="269631" cy="269632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3564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(Use the Next Resource again)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645356"/>
              </p:ext>
            </p:extLst>
          </p:nvPr>
        </p:nvGraphicFramePr>
        <p:xfrm>
          <a:off x="261938" y="1614171"/>
          <a:ext cx="5480050" cy="190296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1099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221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481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79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159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318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64045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</p:spTree>
    <p:extLst>
      <p:ext uri="{BB962C8B-B14F-4D97-AF65-F5344CB8AC3E}">
        <p14:creationId xmlns:p14="http://schemas.microsoft.com/office/powerpoint/2010/main" val="45148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(Use the Next Resource again)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85756"/>
              </p:ext>
            </p:extLst>
          </p:nvPr>
        </p:nvGraphicFramePr>
        <p:xfrm>
          <a:off x="261938" y="1614171"/>
          <a:ext cx="5480050" cy="138861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221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79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159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64045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D52E516-1EB0-4A9F-91C3-32C9531398B3}"/>
              </a:ext>
            </a:extLst>
          </p:cNvPr>
          <p:cNvSpPr/>
          <p:nvPr/>
        </p:nvSpPr>
        <p:spPr>
          <a:xfrm>
            <a:off x="2860431" y="2074986"/>
            <a:ext cx="269631" cy="269632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81410E-682C-4A57-AD9A-E194D76C0869}"/>
              </a:ext>
            </a:extLst>
          </p:cNvPr>
          <p:cNvSpPr/>
          <p:nvPr/>
        </p:nvSpPr>
        <p:spPr>
          <a:xfrm>
            <a:off x="5058508" y="2424478"/>
            <a:ext cx="269631" cy="269632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CFF6DF0-9565-4E27-807E-9E101EF87B0E}"/>
              </a:ext>
            </a:extLst>
          </p:cNvPr>
          <p:cNvSpPr/>
          <p:nvPr/>
        </p:nvSpPr>
        <p:spPr>
          <a:xfrm>
            <a:off x="5070230" y="2803331"/>
            <a:ext cx="269631" cy="269632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250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(Use the Next Resource again)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514190"/>
              </p:ext>
            </p:extLst>
          </p:nvPr>
        </p:nvGraphicFramePr>
        <p:xfrm>
          <a:off x="261938" y="1614171"/>
          <a:ext cx="5480050" cy="138861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221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79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159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464045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</p:spTree>
    <p:extLst>
      <p:ext uri="{BB962C8B-B14F-4D97-AF65-F5344CB8AC3E}">
        <p14:creationId xmlns:p14="http://schemas.microsoft.com/office/powerpoint/2010/main" val="19128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(Use the Next Resource again)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811448"/>
              </p:ext>
            </p:extLst>
          </p:nvPr>
        </p:nvGraphicFramePr>
        <p:xfrm>
          <a:off x="261938" y="1614171"/>
          <a:ext cx="5480050" cy="87426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79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D52E516-1EB0-4A9F-91C3-32C9531398B3}"/>
              </a:ext>
            </a:extLst>
          </p:cNvPr>
          <p:cNvSpPr/>
          <p:nvPr/>
        </p:nvSpPr>
        <p:spPr>
          <a:xfrm>
            <a:off x="2860431" y="2074986"/>
            <a:ext cx="269631" cy="269632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81410E-682C-4A57-AD9A-E194D76C0869}"/>
              </a:ext>
            </a:extLst>
          </p:cNvPr>
          <p:cNvSpPr/>
          <p:nvPr/>
        </p:nvSpPr>
        <p:spPr>
          <a:xfrm>
            <a:off x="5058508" y="2289662"/>
            <a:ext cx="269631" cy="269632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59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6D1-11A7-BC4F-9A96-5CA6CF89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(Use the Next Resource again)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8A0664-05C3-437E-BF26-AFCEED2713C4}"/>
              </a:ext>
            </a:extLst>
          </p:cNvPr>
          <p:cNvSpPr/>
          <p:nvPr/>
        </p:nvSpPr>
        <p:spPr>
          <a:xfrm>
            <a:off x="7934325" y="1095376"/>
            <a:ext cx="1038225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A4346-6360-4992-A89A-DBC31EF1A249}"/>
              </a:ext>
            </a:extLst>
          </p:cNvPr>
          <p:cNvSpPr/>
          <p:nvPr/>
        </p:nvSpPr>
        <p:spPr>
          <a:xfrm>
            <a:off x="664845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CEB89C-B361-4FF6-AB54-7F5ABF25B3BE}"/>
              </a:ext>
            </a:extLst>
          </p:cNvPr>
          <p:cNvSpPr/>
          <p:nvPr/>
        </p:nvSpPr>
        <p:spPr>
          <a:xfrm>
            <a:off x="9220200" y="2114551"/>
            <a:ext cx="1333500" cy="476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Half-Slice02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2CCE07-8CA8-4EB0-A21B-A0E349C92DA7}"/>
              </a:ext>
            </a:extLst>
          </p:cNvPr>
          <p:cNvSpPr/>
          <p:nvPr/>
        </p:nvSpPr>
        <p:spPr>
          <a:xfrm>
            <a:off x="6267450" y="3619501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630CC7-0F8D-4149-88A5-F9548F99A200}"/>
              </a:ext>
            </a:extLst>
          </p:cNvPr>
          <p:cNvSpPr/>
          <p:nvPr/>
        </p:nvSpPr>
        <p:spPr>
          <a:xfrm>
            <a:off x="77724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C5EFEE-7162-4427-97CA-54539F8C3EE8}"/>
              </a:ext>
            </a:extLst>
          </p:cNvPr>
          <p:cNvSpPr/>
          <p:nvPr/>
        </p:nvSpPr>
        <p:spPr>
          <a:xfrm>
            <a:off x="10363200" y="3623946"/>
            <a:ext cx="8763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2365F-3A44-4758-ABC7-67D2A12B543B}"/>
              </a:ext>
            </a:extLst>
          </p:cNvPr>
          <p:cNvSpPr/>
          <p:nvPr/>
        </p:nvSpPr>
        <p:spPr>
          <a:xfrm>
            <a:off x="6705599" y="2733676"/>
            <a:ext cx="1228725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3, Type: 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0C0A-668B-46C8-89C5-63F6D05AC695}"/>
              </a:ext>
            </a:extLst>
          </p:cNvPr>
          <p:cNvSpPr/>
          <p:nvPr/>
        </p:nvSpPr>
        <p:spPr>
          <a:xfrm>
            <a:off x="6096000" y="413385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1, Type: </a:t>
            </a:r>
            <a:r>
              <a:rPr lang="en-US" sz="1100" dirty="0">
                <a:ea typeface="Calibri" panose="020F0502020204030204" pitchFamily="34" charset="0"/>
                <a:cs typeface="Arial" panose="020B0604020202020204" pitchFamily="34" charset="0"/>
              </a:rPr>
              <a:t>col</a:t>
            </a:r>
            <a:endParaRPr lang="en-US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FB5A7-4F1D-4FD3-ACC0-26E07D6FDDF7}"/>
              </a:ext>
            </a:extLst>
          </p:cNvPr>
          <p:cNvSpPr/>
          <p:nvPr/>
        </p:nvSpPr>
        <p:spPr>
          <a:xfrm>
            <a:off x="7686675" y="4200526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2, Type: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4FC650-D254-4ABE-BCA8-A8B8D4843C17}"/>
              </a:ext>
            </a:extLst>
          </p:cNvPr>
          <p:cNvSpPr/>
          <p:nvPr/>
        </p:nvSpPr>
        <p:spPr>
          <a:xfrm>
            <a:off x="10137127" y="4204971"/>
            <a:ext cx="1340498" cy="3333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4, Type: col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056D0-21EB-4C34-9588-1BB519BE54B8}"/>
              </a:ext>
            </a:extLst>
          </p:cNvPr>
          <p:cNvSpPr/>
          <p:nvPr/>
        </p:nvSpPr>
        <p:spPr>
          <a:xfrm>
            <a:off x="9305925" y="273812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5, Type: row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BAF56-3992-4EF9-A59C-0A7D97244928}"/>
              </a:ext>
            </a:extLst>
          </p:cNvPr>
          <p:cNvSpPr/>
          <p:nvPr/>
        </p:nvSpPr>
        <p:spPr>
          <a:xfrm>
            <a:off x="7886700" y="161417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Id: 6, Type: col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27F21-141C-400D-B903-97D5AEF9F560}"/>
              </a:ext>
            </a:extLst>
          </p:cNvPr>
          <p:cNvSpPr/>
          <p:nvPr/>
        </p:nvSpPr>
        <p:spPr>
          <a:xfrm>
            <a:off x="6096000" y="45997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D1 (row=5, col=4)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FBAF7-B61F-4516-B877-D6C110732A1A}"/>
              </a:ext>
            </a:extLst>
          </p:cNvPr>
          <p:cNvSpPr/>
          <p:nvPr/>
        </p:nvSpPr>
        <p:spPr>
          <a:xfrm>
            <a:off x="6096000" y="500507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D2 (row=3, col=2)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F38B45-3415-49D0-A6AC-95B26A45D82B}"/>
              </a:ext>
            </a:extLst>
          </p:cNvPr>
          <p:cNvSpPr/>
          <p:nvPr/>
        </p:nvSpPr>
        <p:spPr>
          <a:xfrm>
            <a:off x="6096000" y="536702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D3 (row=6, col=2)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5DC2F-0258-47F8-922E-2B45C73BA900}"/>
              </a:ext>
            </a:extLst>
          </p:cNvPr>
          <p:cNvSpPr/>
          <p:nvPr/>
        </p:nvSpPr>
        <p:spPr>
          <a:xfrm>
            <a:off x="7686675" y="4614546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D4 (row=3, col=2)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BA365-26D9-4C1A-AB4A-7098D93E507B}"/>
              </a:ext>
            </a:extLst>
          </p:cNvPr>
          <p:cNvSpPr/>
          <p:nvPr/>
        </p:nvSpPr>
        <p:spPr>
          <a:xfrm>
            <a:off x="10137127" y="4657091"/>
            <a:ext cx="1340498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D5 (row=5, col=7)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DF49518-F604-4D4B-B861-5A857143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321526"/>
              </p:ext>
            </p:extLst>
          </p:nvPr>
        </p:nvGraphicFramePr>
        <p:xfrm>
          <a:off x="261938" y="1614171"/>
          <a:ext cx="5480050" cy="87426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87755">
                  <a:extLst>
                    <a:ext uri="{9D8B030D-6E8A-4147-A177-3AD203B41FA5}">
                      <a16:colId xmlns:a16="http://schemas.microsoft.com/office/drawing/2014/main" val="309729818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31894558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9608036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127076156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83312570"/>
                    </a:ext>
                  </a:extLst>
                </a:gridCol>
              </a:tblGrid>
              <a:tr h="240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Number of defects this resources fix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Resource 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Defects Id This Resource Id Fixes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0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79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83328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A1E82B5-C9BB-4694-982D-C1AB86E9EC34}"/>
              </a:ext>
            </a:extLst>
          </p:cNvPr>
          <p:cNvSpPr txBox="1"/>
          <p:nvPr/>
        </p:nvSpPr>
        <p:spPr>
          <a:xfrm>
            <a:off x="657469" y="5145057"/>
            <a:ext cx="370351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See full </a:t>
            </a:r>
            <a:r>
              <a:rPr lang="en-US" dirty="0">
                <a:solidFill>
                  <a:schemeClr val="tx1"/>
                </a:solidFill>
              </a:rPr>
              <a:t>repair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on attached document.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523F82-2736-49EB-9390-769654B69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315200" y="1524001"/>
            <a:ext cx="11382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B1BB6B-3B9D-4D22-849E-F4DFE6779A3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453438" y="1524001"/>
            <a:ext cx="143351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6932-0371-4181-BF98-2FC87C7D84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6705600" y="2590801"/>
            <a:ext cx="6096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839C0-1679-4601-98C6-B70D4C4D87A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315200" y="2590801"/>
            <a:ext cx="89535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F96AFD-EC8B-43C2-AAC3-5E56E4AE453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886950" y="2590801"/>
            <a:ext cx="914400" cy="10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DCCAF-6EC1-4A2A-B216-E1CAD932C271}"/>
              </a:ext>
            </a:extLst>
          </p:cNvPr>
          <p:cNvSpPr/>
          <p:nvPr/>
        </p:nvSpPr>
        <p:spPr>
          <a:xfrm>
            <a:off x="10487025" y="76201"/>
            <a:ext cx="1133475" cy="3333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EDE6E3-5741-472E-B1C8-00181FB5923A}"/>
              </a:ext>
            </a:extLst>
          </p:cNvPr>
          <p:cNvSpPr/>
          <p:nvPr/>
        </p:nvSpPr>
        <p:spPr>
          <a:xfrm>
            <a:off x="10487025" y="527648"/>
            <a:ext cx="1133475" cy="2762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DEFECT</a:t>
            </a:r>
          </a:p>
        </p:txBody>
      </p:sp>
    </p:spTree>
    <p:extLst>
      <p:ext uri="{BB962C8B-B14F-4D97-AF65-F5344CB8AC3E}">
        <p14:creationId xmlns:p14="http://schemas.microsoft.com/office/powerpoint/2010/main" val="329683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3DE7D0A0-A31D-4CC4-87D9-2C6FBC1A3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425" y="2741733"/>
            <a:ext cx="3359637" cy="1502019"/>
          </a:xfrm>
        </p:spPr>
        <p:txBody>
          <a:bodyPr/>
          <a:lstStyle/>
          <a:p>
            <a:r>
              <a:rPr lang="en-US" sz="8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9566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Custom 1">
      <a:dk1>
        <a:srgbClr val="FFFFFF"/>
      </a:dk1>
      <a:lt1>
        <a:srgbClr val="000000"/>
      </a:lt1>
      <a:dk2>
        <a:srgbClr val="525252"/>
      </a:dk2>
      <a:lt2>
        <a:srgbClr val="004A86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Intel_Internal _PPT_Template_Final_Blue.pptx" id="{8750B7C5-7717-4CC8-AC27-783A0E1BA29E}" vid="{6C183B76-2606-423B-9002-A64FA49A0906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7F3A218EAD9D498A2F00761B277E67" ma:contentTypeVersion="10" ma:contentTypeDescription="Create a new document." ma:contentTypeScope="" ma:versionID="941e36ac545610519a90a5b07c60c41b">
  <xsd:schema xmlns:xsd="http://www.w3.org/2001/XMLSchema" xmlns:xs="http://www.w3.org/2001/XMLSchema" xmlns:p="http://schemas.microsoft.com/office/2006/metadata/properties" xmlns:ns3="355d2eee-bfa2-4a81-89d6-a18617a5705c" xmlns:ns4="0ea364a6-f82c-4b96-92e6-4121f9e1da09" targetNamespace="http://schemas.microsoft.com/office/2006/metadata/properties" ma:root="true" ma:fieldsID="8dc46bddc1b56a175a8bd93d0ddeab07" ns3:_="" ns4:_="">
    <xsd:import namespace="355d2eee-bfa2-4a81-89d6-a18617a5705c"/>
    <xsd:import namespace="0ea364a6-f82c-4b96-92e6-4121f9e1da0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5d2eee-bfa2-4a81-89d6-a18617a570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364a6-f82c-4b96-92e6-4121f9e1da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3ED84F-6B91-4310-AFAE-A1F2388C37C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13A797E-CC7C-4F3F-BB25-AB24C199DA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7B8F7A-7BBF-431B-BCC4-8208A6868D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5d2eee-bfa2-4a81-89d6-a18617a5705c"/>
    <ds:schemaRef ds:uri="0ea364a6-f82c-4b96-92e6-4121f9e1da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 for Keynote Speeches</Template>
  <TotalTime>2365</TotalTime>
  <Words>2261</Words>
  <Application>Microsoft Office PowerPoint</Application>
  <PresentationFormat>Widescreen</PresentationFormat>
  <Paragraphs>793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Helvetica Neue</vt:lpstr>
      <vt:lpstr>Helvetica Neue Medium</vt:lpstr>
      <vt:lpstr>Arial</vt:lpstr>
      <vt:lpstr>Calibri</vt:lpstr>
      <vt:lpstr>Helvetica</vt:lpstr>
      <vt:lpstr>Intel Clear</vt:lpstr>
      <vt:lpstr>Intel Clear Light</vt:lpstr>
      <vt:lpstr>Wingdings</vt:lpstr>
      <vt:lpstr>21_BasicWhite</vt:lpstr>
      <vt:lpstr>Repair Algorithm</vt:lpstr>
      <vt:lpstr>What is array repair algorithm?</vt:lpstr>
      <vt:lpstr>General Description of the Algorithm</vt:lpstr>
      <vt:lpstr>Resource-Defect repair priority</vt:lpstr>
      <vt:lpstr>Repair Algorithm High Level Overview</vt:lpstr>
      <vt:lpstr>PowerPoint Presentation</vt:lpstr>
      <vt:lpstr>Example (Create Table)</vt:lpstr>
      <vt:lpstr>Example (Merge Table)</vt:lpstr>
      <vt:lpstr>Example (Merge Table)</vt:lpstr>
      <vt:lpstr>Example (Use First Resource)</vt:lpstr>
      <vt:lpstr>Example (Use First Resource)</vt:lpstr>
      <vt:lpstr>Example (Use the Next Resource again)</vt:lpstr>
      <vt:lpstr>Example (Use the Next Resource again)</vt:lpstr>
      <vt:lpstr>Example (Use the Next Resource again)</vt:lpstr>
      <vt:lpstr>Example (Use the Next Resource again)</vt:lpstr>
      <vt:lpstr>Example (Use the Next Resource again)</vt:lpstr>
      <vt:lpstr>Example (Use the Next Resource again)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 Algorithm</dc:title>
  <dc:creator>Dakwar, Wajde</dc:creator>
  <cp:keywords>CTPClassification=CTP_NT</cp:keywords>
  <cp:lastModifiedBy>Yang, Chun-yu</cp:lastModifiedBy>
  <cp:revision>3</cp:revision>
  <dcterms:created xsi:type="dcterms:W3CDTF">2020-12-15T11:20:34Z</dcterms:created>
  <dcterms:modified xsi:type="dcterms:W3CDTF">2021-03-03T19:32:19Z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974286d5-b26c-40f6-9830-fcc1aeb0e2a3</vt:lpwstr>
  </property>
  <property fmtid="{D5CDD505-2E9C-101B-9397-08002B2CF9AE}" pid="3" name="CTP_TimeStamp">
    <vt:lpwstr>2020-08-18 17:58:45Z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0x0101004E7F3A218EAD9D498A2F00761B277E67</vt:lpwstr>
  </property>
</Properties>
</file>