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" r:id="rId5"/>
    <p:sldId id="442" r:id="rId6"/>
    <p:sldId id="441" r:id="rId7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66FF"/>
    <a:srgbClr val="00FF00"/>
    <a:srgbClr val="0000FF"/>
    <a:srgbClr val="663300"/>
    <a:srgbClr val="8BAE46"/>
    <a:srgbClr val="FF0066"/>
    <a:srgbClr val="996633"/>
    <a:srgbClr val="CC3300"/>
    <a:srgbClr val="B595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E8579C-4F95-4E91-A22A-C2A26B7801BA}" v="191" dt="2022-04-22T01:39:17.70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6" autoAdjust="0"/>
    <p:restoredTop sz="94585" autoAdjust="0"/>
  </p:normalViewPr>
  <p:slideViewPr>
    <p:cSldViewPr snapToGrid="0" snapToObjects="1">
      <p:cViewPr varScale="1">
        <p:scale>
          <a:sx n="99" d="100"/>
          <a:sy n="99" d="100"/>
        </p:scale>
        <p:origin x="90" y="276"/>
      </p:cViewPr>
      <p:guideLst/>
    </p:cSldViewPr>
  </p:slideViewPr>
  <p:outlineViewPr>
    <p:cViewPr>
      <p:scale>
        <a:sx n="33" d="100"/>
        <a:sy n="33" d="100"/>
      </p:scale>
      <p:origin x="0" y="-7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59" d="100"/>
          <a:sy n="59" d="100"/>
        </p:scale>
        <p:origin x="1603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g, Chun-yu" userId="57c5ba99-e68a-448a-8f42-8e6ab6811b9f" providerId="ADAL" clId="{41E8579C-4F95-4E91-A22A-C2A26B7801BA}"/>
    <pc:docChg chg="undo redo custSel addSld delSld modSld sldOrd">
      <pc:chgData name="Yang, Chun-yu" userId="57c5ba99-e68a-448a-8f42-8e6ab6811b9f" providerId="ADAL" clId="{41E8579C-4F95-4E91-A22A-C2A26B7801BA}" dt="2022-04-22T01:39:17.704" v="723" actId="6549"/>
      <pc:docMkLst>
        <pc:docMk/>
      </pc:docMkLst>
      <pc:sldChg chg="modSp mod">
        <pc:chgData name="Yang, Chun-yu" userId="57c5ba99-e68a-448a-8f42-8e6ab6811b9f" providerId="ADAL" clId="{41E8579C-4F95-4E91-A22A-C2A26B7801BA}" dt="2022-04-21T17:40:38.548" v="24" actId="20577"/>
        <pc:sldMkLst>
          <pc:docMk/>
          <pc:sldMk cId="2086400740" sldId="256"/>
        </pc:sldMkLst>
        <pc:spChg chg="mod">
          <ac:chgData name="Yang, Chun-yu" userId="57c5ba99-e68a-448a-8f42-8e6ab6811b9f" providerId="ADAL" clId="{41E8579C-4F95-4E91-A22A-C2A26B7801BA}" dt="2022-04-21T17:40:26.688" v="6" actId="20577"/>
          <ac:spMkLst>
            <pc:docMk/>
            <pc:sldMk cId="2086400740" sldId="256"/>
            <ac:spMk id="4" creationId="{C5139A39-08BC-4F2F-94A3-F43AAEEFAEB4}"/>
          </ac:spMkLst>
        </pc:spChg>
        <pc:spChg chg="mod">
          <ac:chgData name="Yang, Chun-yu" userId="57c5ba99-e68a-448a-8f42-8e6ab6811b9f" providerId="ADAL" clId="{41E8579C-4F95-4E91-A22A-C2A26B7801BA}" dt="2022-04-21T17:40:38.548" v="24" actId="20577"/>
          <ac:spMkLst>
            <pc:docMk/>
            <pc:sldMk cId="2086400740" sldId="256"/>
            <ac:spMk id="5" creationId="{679F4BE2-8E4A-4003-B816-9E34781F7E88}"/>
          </ac:spMkLst>
        </pc:spChg>
      </pc:sldChg>
      <pc:sldChg chg="del">
        <pc:chgData name="Yang, Chun-yu" userId="57c5ba99-e68a-448a-8f42-8e6ab6811b9f" providerId="ADAL" clId="{41E8579C-4F95-4E91-A22A-C2A26B7801BA}" dt="2022-04-21T17:40:20.828" v="0" actId="47"/>
        <pc:sldMkLst>
          <pc:docMk/>
          <pc:sldMk cId="4238593702" sldId="372"/>
        </pc:sldMkLst>
      </pc:sldChg>
      <pc:sldChg chg="del">
        <pc:chgData name="Yang, Chun-yu" userId="57c5ba99-e68a-448a-8f42-8e6ab6811b9f" providerId="ADAL" clId="{41E8579C-4F95-4E91-A22A-C2A26B7801BA}" dt="2022-04-21T17:40:20.828" v="0" actId="47"/>
        <pc:sldMkLst>
          <pc:docMk/>
          <pc:sldMk cId="3688247934" sldId="385"/>
        </pc:sldMkLst>
      </pc:sldChg>
      <pc:sldChg chg="del">
        <pc:chgData name="Yang, Chun-yu" userId="57c5ba99-e68a-448a-8f42-8e6ab6811b9f" providerId="ADAL" clId="{41E8579C-4F95-4E91-A22A-C2A26B7801BA}" dt="2022-04-21T17:40:20.828" v="0" actId="47"/>
        <pc:sldMkLst>
          <pc:docMk/>
          <pc:sldMk cId="3094675399" sldId="394"/>
        </pc:sldMkLst>
      </pc:sldChg>
      <pc:sldChg chg="del">
        <pc:chgData name="Yang, Chun-yu" userId="57c5ba99-e68a-448a-8f42-8e6ab6811b9f" providerId="ADAL" clId="{41E8579C-4F95-4E91-A22A-C2A26B7801BA}" dt="2022-04-21T17:40:20.828" v="0" actId="47"/>
        <pc:sldMkLst>
          <pc:docMk/>
          <pc:sldMk cId="3046842539" sldId="395"/>
        </pc:sldMkLst>
      </pc:sldChg>
      <pc:sldChg chg="del">
        <pc:chgData name="Yang, Chun-yu" userId="57c5ba99-e68a-448a-8f42-8e6ab6811b9f" providerId="ADAL" clId="{41E8579C-4F95-4E91-A22A-C2A26B7801BA}" dt="2022-04-21T17:40:20.828" v="0" actId="47"/>
        <pc:sldMkLst>
          <pc:docMk/>
          <pc:sldMk cId="2624453906" sldId="396"/>
        </pc:sldMkLst>
      </pc:sldChg>
      <pc:sldChg chg="del">
        <pc:chgData name="Yang, Chun-yu" userId="57c5ba99-e68a-448a-8f42-8e6ab6811b9f" providerId="ADAL" clId="{41E8579C-4F95-4E91-A22A-C2A26B7801BA}" dt="2022-04-21T17:40:20.828" v="0" actId="47"/>
        <pc:sldMkLst>
          <pc:docMk/>
          <pc:sldMk cId="2777458361" sldId="397"/>
        </pc:sldMkLst>
      </pc:sldChg>
      <pc:sldChg chg="del">
        <pc:chgData name="Yang, Chun-yu" userId="57c5ba99-e68a-448a-8f42-8e6ab6811b9f" providerId="ADAL" clId="{41E8579C-4F95-4E91-A22A-C2A26B7801BA}" dt="2022-04-21T17:40:20.828" v="0" actId="47"/>
        <pc:sldMkLst>
          <pc:docMk/>
          <pc:sldMk cId="2928496320" sldId="398"/>
        </pc:sldMkLst>
      </pc:sldChg>
      <pc:sldChg chg="del">
        <pc:chgData name="Yang, Chun-yu" userId="57c5ba99-e68a-448a-8f42-8e6ab6811b9f" providerId="ADAL" clId="{41E8579C-4F95-4E91-A22A-C2A26B7801BA}" dt="2022-04-21T17:40:20.828" v="0" actId="47"/>
        <pc:sldMkLst>
          <pc:docMk/>
          <pc:sldMk cId="641926872" sldId="400"/>
        </pc:sldMkLst>
      </pc:sldChg>
      <pc:sldChg chg="del">
        <pc:chgData name="Yang, Chun-yu" userId="57c5ba99-e68a-448a-8f42-8e6ab6811b9f" providerId="ADAL" clId="{41E8579C-4F95-4E91-A22A-C2A26B7801BA}" dt="2022-04-21T17:40:20.828" v="0" actId="47"/>
        <pc:sldMkLst>
          <pc:docMk/>
          <pc:sldMk cId="2401979448" sldId="401"/>
        </pc:sldMkLst>
      </pc:sldChg>
      <pc:sldChg chg="del">
        <pc:chgData name="Yang, Chun-yu" userId="57c5ba99-e68a-448a-8f42-8e6ab6811b9f" providerId="ADAL" clId="{41E8579C-4F95-4E91-A22A-C2A26B7801BA}" dt="2022-04-21T17:40:20.828" v="0" actId="47"/>
        <pc:sldMkLst>
          <pc:docMk/>
          <pc:sldMk cId="1022159443" sldId="403"/>
        </pc:sldMkLst>
      </pc:sldChg>
      <pc:sldChg chg="del">
        <pc:chgData name="Yang, Chun-yu" userId="57c5ba99-e68a-448a-8f42-8e6ab6811b9f" providerId="ADAL" clId="{41E8579C-4F95-4E91-A22A-C2A26B7801BA}" dt="2022-04-21T17:40:20.828" v="0" actId="47"/>
        <pc:sldMkLst>
          <pc:docMk/>
          <pc:sldMk cId="1819389852" sldId="404"/>
        </pc:sldMkLst>
      </pc:sldChg>
      <pc:sldChg chg="del">
        <pc:chgData name="Yang, Chun-yu" userId="57c5ba99-e68a-448a-8f42-8e6ab6811b9f" providerId="ADAL" clId="{41E8579C-4F95-4E91-A22A-C2A26B7801BA}" dt="2022-04-21T17:40:20.828" v="0" actId="47"/>
        <pc:sldMkLst>
          <pc:docMk/>
          <pc:sldMk cId="1582090400" sldId="405"/>
        </pc:sldMkLst>
      </pc:sldChg>
      <pc:sldChg chg="del">
        <pc:chgData name="Yang, Chun-yu" userId="57c5ba99-e68a-448a-8f42-8e6ab6811b9f" providerId="ADAL" clId="{41E8579C-4F95-4E91-A22A-C2A26B7801BA}" dt="2022-04-21T17:40:20.828" v="0" actId="47"/>
        <pc:sldMkLst>
          <pc:docMk/>
          <pc:sldMk cId="1261379342" sldId="406"/>
        </pc:sldMkLst>
      </pc:sldChg>
      <pc:sldChg chg="del">
        <pc:chgData name="Yang, Chun-yu" userId="57c5ba99-e68a-448a-8f42-8e6ab6811b9f" providerId="ADAL" clId="{41E8579C-4F95-4E91-A22A-C2A26B7801BA}" dt="2022-04-21T17:40:20.828" v="0" actId="47"/>
        <pc:sldMkLst>
          <pc:docMk/>
          <pc:sldMk cId="2130754701" sldId="408"/>
        </pc:sldMkLst>
      </pc:sldChg>
      <pc:sldChg chg="del">
        <pc:chgData name="Yang, Chun-yu" userId="57c5ba99-e68a-448a-8f42-8e6ab6811b9f" providerId="ADAL" clId="{41E8579C-4F95-4E91-A22A-C2A26B7801BA}" dt="2022-04-21T17:40:20.828" v="0" actId="47"/>
        <pc:sldMkLst>
          <pc:docMk/>
          <pc:sldMk cId="2171324200" sldId="411"/>
        </pc:sldMkLst>
      </pc:sldChg>
      <pc:sldChg chg="del">
        <pc:chgData name="Yang, Chun-yu" userId="57c5ba99-e68a-448a-8f42-8e6ab6811b9f" providerId="ADAL" clId="{41E8579C-4F95-4E91-A22A-C2A26B7801BA}" dt="2022-04-21T17:40:20.828" v="0" actId="47"/>
        <pc:sldMkLst>
          <pc:docMk/>
          <pc:sldMk cId="3887162753" sldId="413"/>
        </pc:sldMkLst>
      </pc:sldChg>
      <pc:sldChg chg="del">
        <pc:chgData name="Yang, Chun-yu" userId="57c5ba99-e68a-448a-8f42-8e6ab6811b9f" providerId="ADAL" clId="{41E8579C-4F95-4E91-A22A-C2A26B7801BA}" dt="2022-04-21T17:40:20.828" v="0" actId="47"/>
        <pc:sldMkLst>
          <pc:docMk/>
          <pc:sldMk cId="2167836471" sldId="415"/>
        </pc:sldMkLst>
      </pc:sldChg>
      <pc:sldChg chg="del">
        <pc:chgData name="Yang, Chun-yu" userId="57c5ba99-e68a-448a-8f42-8e6ab6811b9f" providerId="ADAL" clId="{41E8579C-4F95-4E91-A22A-C2A26B7801BA}" dt="2022-04-21T17:40:20.828" v="0" actId="47"/>
        <pc:sldMkLst>
          <pc:docMk/>
          <pc:sldMk cId="2079522689" sldId="416"/>
        </pc:sldMkLst>
      </pc:sldChg>
      <pc:sldChg chg="del">
        <pc:chgData name="Yang, Chun-yu" userId="57c5ba99-e68a-448a-8f42-8e6ab6811b9f" providerId="ADAL" clId="{41E8579C-4F95-4E91-A22A-C2A26B7801BA}" dt="2022-04-21T17:40:20.828" v="0" actId="47"/>
        <pc:sldMkLst>
          <pc:docMk/>
          <pc:sldMk cId="257651098" sldId="417"/>
        </pc:sldMkLst>
      </pc:sldChg>
      <pc:sldChg chg="del">
        <pc:chgData name="Yang, Chun-yu" userId="57c5ba99-e68a-448a-8f42-8e6ab6811b9f" providerId="ADAL" clId="{41E8579C-4F95-4E91-A22A-C2A26B7801BA}" dt="2022-04-21T17:40:20.828" v="0" actId="47"/>
        <pc:sldMkLst>
          <pc:docMk/>
          <pc:sldMk cId="1170153982" sldId="420"/>
        </pc:sldMkLst>
      </pc:sldChg>
      <pc:sldChg chg="del">
        <pc:chgData name="Yang, Chun-yu" userId="57c5ba99-e68a-448a-8f42-8e6ab6811b9f" providerId="ADAL" clId="{41E8579C-4F95-4E91-A22A-C2A26B7801BA}" dt="2022-04-21T17:40:20.828" v="0" actId="47"/>
        <pc:sldMkLst>
          <pc:docMk/>
          <pc:sldMk cId="3559366155" sldId="421"/>
        </pc:sldMkLst>
      </pc:sldChg>
      <pc:sldChg chg="del">
        <pc:chgData name="Yang, Chun-yu" userId="57c5ba99-e68a-448a-8f42-8e6ab6811b9f" providerId="ADAL" clId="{41E8579C-4F95-4E91-A22A-C2A26B7801BA}" dt="2022-04-21T17:40:20.828" v="0" actId="47"/>
        <pc:sldMkLst>
          <pc:docMk/>
          <pc:sldMk cId="4006351933" sldId="422"/>
        </pc:sldMkLst>
      </pc:sldChg>
      <pc:sldChg chg="del">
        <pc:chgData name="Yang, Chun-yu" userId="57c5ba99-e68a-448a-8f42-8e6ab6811b9f" providerId="ADAL" clId="{41E8579C-4F95-4E91-A22A-C2A26B7801BA}" dt="2022-04-21T17:40:20.828" v="0" actId="47"/>
        <pc:sldMkLst>
          <pc:docMk/>
          <pc:sldMk cId="2426765683" sldId="425"/>
        </pc:sldMkLst>
      </pc:sldChg>
      <pc:sldChg chg="del">
        <pc:chgData name="Yang, Chun-yu" userId="57c5ba99-e68a-448a-8f42-8e6ab6811b9f" providerId="ADAL" clId="{41E8579C-4F95-4E91-A22A-C2A26B7801BA}" dt="2022-04-21T17:40:20.828" v="0" actId="47"/>
        <pc:sldMkLst>
          <pc:docMk/>
          <pc:sldMk cId="1337073389" sldId="426"/>
        </pc:sldMkLst>
      </pc:sldChg>
      <pc:sldChg chg="del">
        <pc:chgData name="Yang, Chun-yu" userId="57c5ba99-e68a-448a-8f42-8e6ab6811b9f" providerId="ADAL" clId="{41E8579C-4F95-4E91-A22A-C2A26B7801BA}" dt="2022-04-21T17:40:20.828" v="0" actId="47"/>
        <pc:sldMkLst>
          <pc:docMk/>
          <pc:sldMk cId="3240613433" sldId="427"/>
        </pc:sldMkLst>
      </pc:sldChg>
      <pc:sldChg chg="del">
        <pc:chgData name="Yang, Chun-yu" userId="57c5ba99-e68a-448a-8f42-8e6ab6811b9f" providerId="ADAL" clId="{41E8579C-4F95-4E91-A22A-C2A26B7801BA}" dt="2022-04-21T17:40:20.828" v="0" actId="47"/>
        <pc:sldMkLst>
          <pc:docMk/>
          <pc:sldMk cId="484054876" sldId="428"/>
        </pc:sldMkLst>
      </pc:sldChg>
      <pc:sldChg chg="del">
        <pc:chgData name="Yang, Chun-yu" userId="57c5ba99-e68a-448a-8f42-8e6ab6811b9f" providerId="ADAL" clId="{41E8579C-4F95-4E91-A22A-C2A26B7801BA}" dt="2022-04-21T17:40:20.828" v="0" actId="47"/>
        <pc:sldMkLst>
          <pc:docMk/>
          <pc:sldMk cId="3299073007" sldId="429"/>
        </pc:sldMkLst>
      </pc:sldChg>
      <pc:sldChg chg="del">
        <pc:chgData name="Yang, Chun-yu" userId="57c5ba99-e68a-448a-8f42-8e6ab6811b9f" providerId="ADAL" clId="{41E8579C-4F95-4E91-A22A-C2A26B7801BA}" dt="2022-04-21T17:40:20.828" v="0" actId="47"/>
        <pc:sldMkLst>
          <pc:docMk/>
          <pc:sldMk cId="901592033" sldId="430"/>
        </pc:sldMkLst>
      </pc:sldChg>
      <pc:sldChg chg="del">
        <pc:chgData name="Yang, Chun-yu" userId="57c5ba99-e68a-448a-8f42-8e6ab6811b9f" providerId="ADAL" clId="{41E8579C-4F95-4E91-A22A-C2A26B7801BA}" dt="2022-04-21T17:40:20.828" v="0" actId="47"/>
        <pc:sldMkLst>
          <pc:docMk/>
          <pc:sldMk cId="2748685804" sldId="431"/>
        </pc:sldMkLst>
      </pc:sldChg>
      <pc:sldChg chg="del">
        <pc:chgData name="Yang, Chun-yu" userId="57c5ba99-e68a-448a-8f42-8e6ab6811b9f" providerId="ADAL" clId="{41E8579C-4F95-4E91-A22A-C2A26B7801BA}" dt="2022-04-21T17:40:20.828" v="0" actId="47"/>
        <pc:sldMkLst>
          <pc:docMk/>
          <pc:sldMk cId="3009634960" sldId="435"/>
        </pc:sldMkLst>
      </pc:sldChg>
      <pc:sldChg chg="del">
        <pc:chgData name="Yang, Chun-yu" userId="57c5ba99-e68a-448a-8f42-8e6ab6811b9f" providerId="ADAL" clId="{41E8579C-4F95-4E91-A22A-C2A26B7801BA}" dt="2022-04-21T17:40:20.828" v="0" actId="47"/>
        <pc:sldMkLst>
          <pc:docMk/>
          <pc:sldMk cId="918426260" sldId="436"/>
        </pc:sldMkLst>
      </pc:sldChg>
      <pc:sldChg chg="del">
        <pc:chgData name="Yang, Chun-yu" userId="57c5ba99-e68a-448a-8f42-8e6ab6811b9f" providerId="ADAL" clId="{41E8579C-4F95-4E91-A22A-C2A26B7801BA}" dt="2022-04-21T17:40:20.828" v="0" actId="47"/>
        <pc:sldMkLst>
          <pc:docMk/>
          <pc:sldMk cId="1909180603" sldId="437"/>
        </pc:sldMkLst>
      </pc:sldChg>
      <pc:sldChg chg="del">
        <pc:chgData name="Yang, Chun-yu" userId="57c5ba99-e68a-448a-8f42-8e6ab6811b9f" providerId="ADAL" clId="{41E8579C-4F95-4E91-A22A-C2A26B7801BA}" dt="2022-04-21T17:40:20.828" v="0" actId="47"/>
        <pc:sldMkLst>
          <pc:docMk/>
          <pc:sldMk cId="1198990791" sldId="438"/>
        </pc:sldMkLst>
      </pc:sldChg>
      <pc:sldChg chg="del">
        <pc:chgData name="Yang, Chun-yu" userId="57c5ba99-e68a-448a-8f42-8e6ab6811b9f" providerId="ADAL" clId="{41E8579C-4F95-4E91-A22A-C2A26B7801BA}" dt="2022-04-21T17:40:20.828" v="0" actId="47"/>
        <pc:sldMkLst>
          <pc:docMk/>
          <pc:sldMk cId="2353753529" sldId="439"/>
        </pc:sldMkLst>
      </pc:sldChg>
      <pc:sldChg chg="addSp delSp modSp mod modAnim">
        <pc:chgData name="Yang, Chun-yu" userId="57c5ba99-e68a-448a-8f42-8e6ab6811b9f" providerId="ADAL" clId="{41E8579C-4F95-4E91-A22A-C2A26B7801BA}" dt="2022-04-21T23:21:55.890" v="447" actId="1037"/>
        <pc:sldMkLst>
          <pc:docMk/>
          <pc:sldMk cId="2074337794" sldId="441"/>
        </pc:sldMkLst>
        <pc:spChg chg="mod">
          <ac:chgData name="Yang, Chun-yu" userId="57c5ba99-e68a-448a-8f42-8e6ab6811b9f" providerId="ADAL" clId="{41E8579C-4F95-4E91-A22A-C2A26B7801BA}" dt="2022-04-21T18:29:06.900" v="135" actId="1076"/>
          <ac:spMkLst>
            <pc:docMk/>
            <pc:sldMk cId="2074337794" sldId="441"/>
            <ac:spMk id="11" creationId="{4DC792DA-C673-4155-AFF9-A086624BA051}"/>
          </ac:spMkLst>
        </pc:spChg>
        <pc:spChg chg="mod">
          <ac:chgData name="Yang, Chun-yu" userId="57c5ba99-e68a-448a-8f42-8e6ab6811b9f" providerId="ADAL" clId="{41E8579C-4F95-4E91-A22A-C2A26B7801BA}" dt="2022-04-21T23:20:59.926" v="385" actId="207"/>
          <ac:spMkLst>
            <pc:docMk/>
            <pc:sldMk cId="2074337794" sldId="441"/>
            <ac:spMk id="12" creationId="{18398DEA-9C22-47F7-A0FF-16091417A086}"/>
          </ac:spMkLst>
        </pc:spChg>
        <pc:spChg chg="mod">
          <ac:chgData name="Yang, Chun-yu" userId="57c5ba99-e68a-448a-8f42-8e6ab6811b9f" providerId="ADAL" clId="{41E8579C-4F95-4E91-A22A-C2A26B7801BA}" dt="2022-04-21T18:29:06.900" v="135" actId="1076"/>
          <ac:spMkLst>
            <pc:docMk/>
            <pc:sldMk cId="2074337794" sldId="441"/>
            <ac:spMk id="13" creationId="{4CB27AE1-709E-4BEA-8F5E-E70E902841DB}"/>
          </ac:spMkLst>
        </pc:spChg>
        <pc:spChg chg="del mod">
          <ac:chgData name="Yang, Chun-yu" userId="57c5ba99-e68a-448a-8f42-8e6ab6811b9f" providerId="ADAL" clId="{41E8579C-4F95-4E91-A22A-C2A26B7801BA}" dt="2022-04-21T17:44:04.087" v="114" actId="478"/>
          <ac:spMkLst>
            <pc:docMk/>
            <pc:sldMk cId="2074337794" sldId="441"/>
            <ac:spMk id="14" creationId="{64740C3C-2953-44A5-9DD2-8D32810E2CA4}"/>
          </ac:spMkLst>
        </pc:spChg>
        <pc:spChg chg="mod">
          <ac:chgData name="Yang, Chun-yu" userId="57c5ba99-e68a-448a-8f42-8e6ab6811b9f" providerId="ADAL" clId="{41E8579C-4F95-4E91-A22A-C2A26B7801BA}" dt="2022-04-21T18:29:06.900" v="135" actId="1076"/>
          <ac:spMkLst>
            <pc:docMk/>
            <pc:sldMk cId="2074337794" sldId="441"/>
            <ac:spMk id="15" creationId="{C3D6A01A-F6C2-40A4-ADDB-BD9A9AF97D57}"/>
          </ac:spMkLst>
        </pc:spChg>
        <pc:spChg chg="add mod">
          <ac:chgData name="Yang, Chun-yu" userId="57c5ba99-e68a-448a-8f42-8e6ab6811b9f" providerId="ADAL" clId="{41E8579C-4F95-4E91-A22A-C2A26B7801BA}" dt="2022-04-21T18:39:07.275" v="241" actId="1076"/>
          <ac:spMkLst>
            <pc:docMk/>
            <pc:sldMk cId="2074337794" sldId="441"/>
            <ac:spMk id="16" creationId="{C1E0C18F-70D3-4A13-826D-13613CA8EF51}"/>
          </ac:spMkLst>
        </pc:spChg>
        <pc:spChg chg="add mod">
          <ac:chgData name="Yang, Chun-yu" userId="57c5ba99-e68a-448a-8f42-8e6ab6811b9f" providerId="ADAL" clId="{41E8579C-4F95-4E91-A22A-C2A26B7801BA}" dt="2022-04-21T18:39:05.309" v="240" actId="1076"/>
          <ac:spMkLst>
            <pc:docMk/>
            <pc:sldMk cId="2074337794" sldId="441"/>
            <ac:spMk id="17" creationId="{21924560-9243-47E1-9A28-B99E41A7525C}"/>
          </ac:spMkLst>
        </pc:spChg>
        <pc:spChg chg="add mod">
          <ac:chgData name="Yang, Chun-yu" userId="57c5ba99-e68a-448a-8f42-8e6ab6811b9f" providerId="ADAL" clId="{41E8579C-4F95-4E91-A22A-C2A26B7801BA}" dt="2022-04-21T18:29:06.900" v="135" actId="1076"/>
          <ac:spMkLst>
            <pc:docMk/>
            <pc:sldMk cId="2074337794" sldId="441"/>
            <ac:spMk id="18" creationId="{19A8846E-72D6-499F-B7A3-52A7B01221EB}"/>
          </ac:spMkLst>
        </pc:spChg>
        <pc:spChg chg="add del mod">
          <ac:chgData name="Yang, Chun-yu" userId="57c5ba99-e68a-448a-8f42-8e6ab6811b9f" providerId="ADAL" clId="{41E8579C-4F95-4E91-A22A-C2A26B7801BA}" dt="2022-04-21T18:29:22.660" v="138" actId="478"/>
          <ac:spMkLst>
            <pc:docMk/>
            <pc:sldMk cId="2074337794" sldId="441"/>
            <ac:spMk id="19" creationId="{602B822C-86C2-4D20-99A1-16E342A6D021}"/>
          </ac:spMkLst>
        </pc:spChg>
        <pc:spChg chg="add del mod">
          <ac:chgData name="Yang, Chun-yu" userId="57c5ba99-e68a-448a-8f42-8e6ab6811b9f" providerId="ADAL" clId="{41E8579C-4F95-4E91-A22A-C2A26B7801BA}" dt="2022-04-21T18:29:30.072" v="146"/>
          <ac:spMkLst>
            <pc:docMk/>
            <pc:sldMk cId="2074337794" sldId="441"/>
            <ac:spMk id="20" creationId="{FF2E1487-D467-4A11-8B39-0EFC19A4A273}"/>
          </ac:spMkLst>
        </pc:spChg>
        <pc:spChg chg="add mod">
          <ac:chgData name="Yang, Chun-yu" userId="57c5ba99-e68a-448a-8f42-8e6ab6811b9f" providerId="ADAL" clId="{41E8579C-4F95-4E91-A22A-C2A26B7801BA}" dt="2022-04-21T18:36:49.227" v="188" actId="1076"/>
          <ac:spMkLst>
            <pc:docMk/>
            <pc:sldMk cId="2074337794" sldId="441"/>
            <ac:spMk id="21" creationId="{771B9AEC-CF47-4947-BDCB-D7AD495C30F2}"/>
          </ac:spMkLst>
        </pc:spChg>
        <pc:spChg chg="add del mod">
          <ac:chgData name="Yang, Chun-yu" userId="57c5ba99-e68a-448a-8f42-8e6ab6811b9f" providerId="ADAL" clId="{41E8579C-4F95-4E91-A22A-C2A26B7801BA}" dt="2022-04-21T18:29:43.170" v="152"/>
          <ac:spMkLst>
            <pc:docMk/>
            <pc:sldMk cId="2074337794" sldId="441"/>
            <ac:spMk id="22" creationId="{EF8D29C7-25B6-49D0-9684-FFA94DB72B74}"/>
          </ac:spMkLst>
        </pc:spChg>
        <pc:spChg chg="add del mod">
          <ac:chgData name="Yang, Chun-yu" userId="57c5ba99-e68a-448a-8f42-8e6ab6811b9f" providerId="ADAL" clId="{41E8579C-4F95-4E91-A22A-C2A26B7801BA}" dt="2022-04-21T18:29:46.194" v="158"/>
          <ac:spMkLst>
            <pc:docMk/>
            <pc:sldMk cId="2074337794" sldId="441"/>
            <ac:spMk id="23" creationId="{28DA6C7F-4AC1-4E04-8646-EC5AA8BCEAE1}"/>
          </ac:spMkLst>
        </pc:spChg>
        <pc:spChg chg="add mod">
          <ac:chgData name="Yang, Chun-yu" userId="57c5ba99-e68a-448a-8f42-8e6ab6811b9f" providerId="ADAL" clId="{41E8579C-4F95-4E91-A22A-C2A26B7801BA}" dt="2022-04-21T18:31:34.406" v="176" actId="1076"/>
          <ac:spMkLst>
            <pc:docMk/>
            <pc:sldMk cId="2074337794" sldId="441"/>
            <ac:spMk id="24" creationId="{66F5314E-E67C-4E2E-B14D-0DDF7C7FF939}"/>
          </ac:spMkLst>
        </pc:spChg>
        <pc:spChg chg="add mod ord">
          <ac:chgData name="Yang, Chun-yu" userId="57c5ba99-e68a-448a-8f42-8e6ab6811b9f" providerId="ADAL" clId="{41E8579C-4F95-4E91-A22A-C2A26B7801BA}" dt="2022-04-21T18:39:03.167" v="239" actId="167"/>
          <ac:spMkLst>
            <pc:docMk/>
            <pc:sldMk cId="2074337794" sldId="441"/>
            <ac:spMk id="50" creationId="{7305BCBE-9F9E-4402-8FC9-D5FC98B17583}"/>
          </ac:spMkLst>
        </pc:spChg>
        <pc:spChg chg="add del mod">
          <ac:chgData name="Yang, Chun-yu" userId="57c5ba99-e68a-448a-8f42-8e6ab6811b9f" providerId="ADAL" clId="{41E8579C-4F95-4E91-A22A-C2A26B7801BA}" dt="2022-04-21T18:48:05.125" v="299" actId="478"/>
          <ac:spMkLst>
            <pc:docMk/>
            <pc:sldMk cId="2074337794" sldId="441"/>
            <ac:spMk id="91" creationId="{5FB40D71-92D6-45C1-BF2F-9F1F0B52F35C}"/>
          </ac:spMkLst>
        </pc:spChg>
        <pc:spChg chg="add del mod">
          <ac:chgData name="Yang, Chun-yu" userId="57c5ba99-e68a-448a-8f42-8e6ab6811b9f" providerId="ADAL" clId="{41E8579C-4F95-4E91-A22A-C2A26B7801BA}" dt="2022-04-21T18:50:19.761" v="335" actId="478"/>
          <ac:spMkLst>
            <pc:docMk/>
            <pc:sldMk cId="2074337794" sldId="441"/>
            <ac:spMk id="92" creationId="{28FA3460-B70D-4615-9CEE-3875C9E5FE00}"/>
          </ac:spMkLst>
        </pc:spChg>
        <pc:spChg chg="add del mod">
          <ac:chgData name="Yang, Chun-yu" userId="57c5ba99-e68a-448a-8f42-8e6ab6811b9f" providerId="ADAL" clId="{41E8579C-4F95-4E91-A22A-C2A26B7801BA}" dt="2022-04-21T18:50:18.858" v="334" actId="478"/>
          <ac:spMkLst>
            <pc:docMk/>
            <pc:sldMk cId="2074337794" sldId="441"/>
            <ac:spMk id="93" creationId="{EB1457AA-B96E-4DAB-91C2-DB98F5AABEC4}"/>
          </ac:spMkLst>
        </pc:spChg>
        <pc:spChg chg="add mod">
          <ac:chgData name="Yang, Chun-yu" userId="57c5ba99-e68a-448a-8f42-8e6ab6811b9f" providerId="ADAL" clId="{41E8579C-4F95-4E91-A22A-C2A26B7801BA}" dt="2022-04-21T23:21:55.890" v="447" actId="1037"/>
          <ac:spMkLst>
            <pc:docMk/>
            <pc:sldMk cId="2074337794" sldId="441"/>
            <ac:spMk id="94" creationId="{44A9483A-9F27-4E50-AF14-01E7F0CD0FA8}"/>
          </ac:spMkLst>
        </pc:spChg>
        <pc:spChg chg="add mod">
          <ac:chgData name="Yang, Chun-yu" userId="57c5ba99-e68a-448a-8f42-8e6ab6811b9f" providerId="ADAL" clId="{41E8579C-4F95-4E91-A22A-C2A26B7801BA}" dt="2022-04-21T23:21:24.440" v="386" actId="12789"/>
          <ac:spMkLst>
            <pc:docMk/>
            <pc:sldMk cId="2074337794" sldId="441"/>
            <ac:spMk id="95" creationId="{CF1EB55F-83EE-427C-B9E2-BA35E9FA1564}"/>
          </ac:spMkLst>
        </pc:spChg>
        <pc:spChg chg="add mod">
          <ac:chgData name="Yang, Chun-yu" userId="57c5ba99-e68a-448a-8f42-8e6ab6811b9f" providerId="ADAL" clId="{41E8579C-4F95-4E91-A22A-C2A26B7801BA}" dt="2022-04-21T23:21:40.351" v="400" actId="555"/>
          <ac:spMkLst>
            <pc:docMk/>
            <pc:sldMk cId="2074337794" sldId="441"/>
            <ac:spMk id="96" creationId="{54887C53-5E9C-40A1-B9DC-DD4EC6D9BFF7}"/>
          </ac:spMkLst>
        </pc:spChg>
        <pc:spChg chg="add mod">
          <ac:chgData name="Yang, Chun-yu" userId="57c5ba99-e68a-448a-8f42-8e6ab6811b9f" providerId="ADAL" clId="{41E8579C-4F95-4E91-A22A-C2A26B7801BA}" dt="2022-04-21T23:21:44.186" v="418" actId="1038"/>
          <ac:spMkLst>
            <pc:docMk/>
            <pc:sldMk cId="2074337794" sldId="441"/>
            <ac:spMk id="97" creationId="{41CE5A89-C111-4CE0-B1D1-8DF9F80FFEFB}"/>
          </ac:spMkLst>
        </pc:spChg>
        <pc:spChg chg="add mod">
          <ac:chgData name="Yang, Chun-yu" userId="57c5ba99-e68a-448a-8f42-8e6ab6811b9f" providerId="ADAL" clId="{41E8579C-4F95-4E91-A22A-C2A26B7801BA}" dt="2022-04-21T23:21:49.105" v="429" actId="1038"/>
          <ac:spMkLst>
            <pc:docMk/>
            <pc:sldMk cId="2074337794" sldId="441"/>
            <ac:spMk id="98" creationId="{CC5D6E47-7B25-44BF-AF9B-5C2620A205A3}"/>
          </ac:spMkLst>
        </pc:spChg>
        <pc:spChg chg="add mod">
          <ac:chgData name="Yang, Chun-yu" userId="57c5ba99-e68a-448a-8f42-8e6ab6811b9f" providerId="ADAL" clId="{41E8579C-4F95-4E91-A22A-C2A26B7801BA}" dt="2022-04-21T23:21:24.440" v="386" actId="12789"/>
          <ac:spMkLst>
            <pc:docMk/>
            <pc:sldMk cId="2074337794" sldId="441"/>
            <ac:spMk id="99" creationId="{76242ED0-EB54-4C59-AB61-1C83B8F25426}"/>
          </ac:spMkLst>
        </pc:spChg>
        <pc:spChg chg="add mod">
          <ac:chgData name="Yang, Chun-yu" userId="57c5ba99-e68a-448a-8f42-8e6ab6811b9f" providerId="ADAL" clId="{41E8579C-4F95-4E91-A22A-C2A26B7801BA}" dt="2022-04-21T23:21:24.440" v="386" actId="12789"/>
          <ac:spMkLst>
            <pc:docMk/>
            <pc:sldMk cId="2074337794" sldId="441"/>
            <ac:spMk id="100" creationId="{1BA1E1A2-5731-432E-BB5F-5D0544B9E5B6}"/>
          </ac:spMkLst>
        </pc:spChg>
        <pc:spChg chg="add mod">
          <ac:chgData name="Yang, Chun-yu" userId="57c5ba99-e68a-448a-8f42-8e6ab6811b9f" providerId="ADAL" clId="{41E8579C-4F95-4E91-A22A-C2A26B7801BA}" dt="2022-04-21T23:21:31.622" v="399" actId="1038"/>
          <ac:spMkLst>
            <pc:docMk/>
            <pc:sldMk cId="2074337794" sldId="441"/>
            <ac:spMk id="101" creationId="{A1363468-1C43-4E3F-A2F7-446B6905FAC0}"/>
          </ac:spMkLst>
        </pc:spChg>
        <pc:spChg chg="add mod">
          <ac:chgData name="Yang, Chun-yu" userId="57c5ba99-e68a-448a-8f42-8e6ab6811b9f" providerId="ADAL" clId="{41E8579C-4F95-4E91-A22A-C2A26B7801BA}" dt="2022-04-21T23:21:24.440" v="386" actId="12789"/>
          <ac:spMkLst>
            <pc:docMk/>
            <pc:sldMk cId="2074337794" sldId="441"/>
            <ac:spMk id="102" creationId="{4F22EC46-020E-409D-B575-488F9D6DEF5D}"/>
          </ac:spMkLst>
        </pc:spChg>
        <pc:spChg chg="add mod">
          <ac:chgData name="Yang, Chun-yu" userId="57c5ba99-e68a-448a-8f42-8e6ab6811b9f" providerId="ADAL" clId="{41E8579C-4F95-4E91-A22A-C2A26B7801BA}" dt="2022-04-21T23:21:24.440" v="386" actId="12789"/>
          <ac:spMkLst>
            <pc:docMk/>
            <pc:sldMk cId="2074337794" sldId="441"/>
            <ac:spMk id="103" creationId="{DD609858-E920-4231-BF78-E5619085F584}"/>
          </ac:spMkLst>
        </pc:spChg>
        <pc:cxnChg chg="add mod">
          <ac:chgData name="Yang, Chun-yu" userId="57c5ba99-e68a-448a-8f42-8e6ab6811b9f" providerId="ADAL" clId="{41E8579C-4F95-4E91-A22A-C2A26B7801BA}" dt="2022-04-21T18:44:55.063" v="254" actId="14100"/>
          <ac:cxnSpMkLst>
            <pc:docMk/>
            <pc:sldMk cId="2074337794" sldId="441"/>
            <ac:cxnSpMk id="26" creationId="{FDD176E5-A31B-4513-AD47-DBD542DEB0C2}"/>
          </ac:cxnSpMkLst>
        </pc:cxnChg>
        <pc:cxnChg chg="add mod">
          <ac:chgData name="Yang, Chun-yu" userId="57c5ba99-e68a-448a-8f42-8e6ab6811b9f" providerId="ADAL" clId="{41E8579C-4F95-4E91-A22A-C2A26B7801BA}" dt="2022-04-21T18:44:57.094" v="255" actId="1076"/>
          <ac:cxnSpMkLst>
            <pc:docMk/>
            <pc:sldMk cId="2074337794" sldId="441"/>
            <ac:cxnSpMk id="27" creationId="{AC938A0E-394C-4CE9-8E9A-A2B81398F251}"/>
          </ac:cxnSpMkLst>
        </pc:cxnChg>
        <pc:cxnChg chg="add mod">
          <ac:chgData name="Yang, Chun-yu" userId="57c5ba99-e68a-448a-8f42-8e6ab6811b9f" providerId="ADAL" clId="{41E8579C-4F95-4E91-A22A-C2A26B7801BA}" dt="2022-04-21T18:47:16.791" v="288" actId="14100"/>
          <ac:cxnSpMkLst>
            <pc:docMk/>
            <pc:sldMk cId="2074337794" sldId="441"/>
            <ac:cxnSpMk id="30" creationId="{BF7AC5F6-3C0B-40CD-BB8D-EE723297329C}"/>
          </ac:cxnSpMkLst>
        </pc:cxnChg>
        <pc:cxnChg chg="add mod">
          <ac:chgData name="Yang, Chun-yu" userId="57c5ba99-e68a-448a-8f42-8e6ab6811b9f" providerId="ADAL" clId="{41E8579C-4F95-4E91-A22A-C2A26B7801BA}" dt="2022-04-21T18:47:25.495" v="291" actId="14100"/>
          <ac:cxnSpMkLst>
            <pc:docMk/>
            <pc:sldMk cId="2074337794" sldId="441"/>
            <ac:cxnSpMk id="31" creationId="{2A9ECBEC-2308-4375-809A-6833FB2DAB58}"/>
          </ac:cxnSpMkLst>
        </pc:cxnChg>
        <pc:cxnChg chg="add mod">
          <ac:chgData name="Yang, Chun-yu" userId="57c5ba99-e68a-448a-8f42-8e6ab6811b9f" providerId="ADAL" clId="{41E8579C-4F95-4E91-A22A-C2A26B7801BA}" dt="2022-04-21T18:45:23.833" v="264" actId="14100"/>
          <ac:cxnSpMkLst>
            <pc:docMk/>
            <pc:sldMk cId="2074337794" sldId="441"/>
            <ac:cxnSpMk id="42" creationId="{EA12D3C8-4D16-46CB-87AA-3F6CD9F3C2A4}"/>
          </ac:cxnSpMkLst>
        </pc:cxnChg>
        <pc:cxnChg chg="add mod">
          <ac:chgData name="Yang, Chun-yu" userId="57c5ba99-e68a-448a-8f42-8e6ab6811b9f" providerId="ADAL" clId="{41E8579C-4F95-4E91-A22A-C2A26B7801BA}" dt="2022-04-21T18:45:20.578" v="263" actId="14100"/>
          <ac:cxnSpMkLst>
            <pc:docMk/>
            <pc:sldMk cId="2074337794" sldId="441"/>
            <ac:cxnSpMk id="45" creationId="{1581DF85-0270-4C18-A108-B8D3D9E62475}"/>
          </ac:cxnSpMkLst>
        </pc:cxnChg>
        <pc:cxnChg chg="add mod">
          <ac:chgData name="Yang, Chun-yu" userId="57c5ba99-e68a-448a-8f42-8e6ab6811b9f" providerId="ADAL" clId="{41E8579C-4F95-4E91-A22A-C2A26B7801BA}" dt="2022-04-21T18:47:30.051" v="293" actId="14100"/>
          <ac:cxnSpMkLst>
            <pc:docMk/>
            <pc:sldMk cId="2074337794" sldId="441"/>
            <ac:cxnSpMk id="51" creationId="{8AF1E520-3E85-4195-A6EE-6FE77F3FA831}"/>
          </ac:cxnSpMkLst>
        </pc:cxnChg>
        <pc:cxnChg chg="add mod">
          <ac:chgData name="Yang, Chun-yu" userId="57c5ba99-e68a-448a-8f42-8e6ab6811b9f" providerId="ADAL" clId="{41E8579C-4F95-4E91-A22A-C2A26B7801BA}" dt="2022-04-21T18:47:19.233" v="289" actId="14100"/>
          <ac:cxnSpMkLst>
            <pc:docMk/>
            <pc:sldMk cId="2074337794" sldId="441"/>
            <ac:cxnSpMk id="53" creationId="{271E15DB-82C4-472C-9638-B9B128DE78F4}"/>
          </ac:cxnSpMkLst>
        </pc:cxnChg>
        <pc:cxnChg chg="add mod">
          <ac:chgData name="Yang, Chun-yu" userId="57c5ba99-e68a-448a-8f42-8e6ab6811b9f" providerId="ADAL" clId="{41E8579C-4F95-4E91-A22A-C2A26B7801BA}" dt="2022-04-21T18:47:27.834" v="292" actId="14100"/>
          <ac:cxnSpMkLst>
            <pc:docMk/>
            <pc:sldMk cId="2074337794" sldId="441"/>
            <ac:cxnSpMk id="56" creationId="{D5AE7EB8-D134-48E9-A4B3-1EB10546378F}"/>
          </ac:cxnSpMkLst>
        </pc:cxnChg>
        <pc:cxnChg chg="add mod">
          <ac:chgData name="Yang, Chun-yu" userId="57c5ba99-e68a-448a-8f42-8e6ab6811b9f" providerId="ADAL" clId="{41E8579C-4F95-4E91-A22A-C2A26B7801BA}" dt="2022-04-21T18:47:23.245" v="290" actId="14100"/>
          <ac:cxnSpMkLst>
            <pc:docMk/>
            <pc:sldMk cId="2074337794" sldId="441"/>
            <ac:cxnSpMk id="71" creationId="{B2518901-2ADB-4F8D-BB40-A3D13FA50E88}"/>
          </ac:cxnSpMkLst>
        </pc:cxnChg>
      </pc:sldChg>
      <pc:sldChg chg="new del">
        <pc:chgData name="Yang, Chun-yu" userId="57c5ba99-e68a-448a-8f42-8e6ab6811b9f" providerId="ADAL" clId="{41E8579C-4F95-4E91-A22A-C2A26B7801BA}" dt="2022-04-21T23:30:08.145" v="449" actId="47"/>
        <pc:sldMkLst>
          <pc:docMk/>
          <pc:sldMk cId="1142353535" sldId="442"/>
        </pc:sldMkLst>
      </pc:sldChg>
      <pc:sldChg chg="addSp delSp modSp new mod ord modAnim">
        <pc:chgData name="Yang, Chun-yu" userId="57c5ba99-e68a-448a-8f42-8e6ab6811b9f" providerId="ADAL" clId="{41E8579C-4F95-4E91-A22A-C2A26B7801BA}" dt="2022-04-22T01:39:17.704" v="723" actId="6549"/>
        <pc:sldMkLst>
          <pc:docMk/>
          <pc:sldMk cId="2012847862" sldId="442"/>
        </pc:sldMkLst>
        <pc:spChg chg="del">
          <ac:chgData name="Yang, Chun-yu" userId="57c5ba99-e68a-448a-8f42-8e6ab6811b9f" providerId="ADAL" clId="{41E8579C-4F95-4E91-A22A-C2A26B7801BA}" dt="2022-04-21T23:30:12.681" v="453" actId="478"/>
          <ac:spMkLst>
            <pc:docMk/>
            <pc:sldMk cId="2012847862" sldId="442"/>
            <ac:spMk id="2" creationId="{DACAEAEC-C9CA-491E-8CA9-2236140748A9}"/>
          </ac:spMkLst>
        </pc:spChg>
        <pc:spChg chg="add mod">
          <ac:chgData name="Yang, Chun-yu" userId="57c5ba99-e68a-448a-8f42-8e6ab6811b9f" providerId="ADAL" clId="{41E8579C-4F95-4E91-A22A-C2A26B7801BA}" dt="2022-04-22T01:12:15.491" v="596" actId="1076"/>
          <ac:spMkLst>
            <pc:docMk/>
            <pc:sldMk cId="2012847862" sldId="442"/>
            <ac:spMk id="3" creationId="{7C5852FE-B10C-4214-A6A0-837FAA389B79}"/>
          </ac:spMkLst>
        </pc:spChg>
        <pc:spChg chg="add mod">
          <ac:chgData name="Yang, Chun-yu" userId="57c5ba99-e68a-448a-8f42-8e6ab6811b9f" providerId="ADAL" clId="{41E8579C-4F95-4E91-A22A-C2A26B7801BA}" dt="2022-04-22T01:39:17.704" v="723" actId="6549"/>
          <ac:spMkLst>
            <pc:docMk/>
            <pc:sldMk cId="2012847862" sldId="442"/>
            <ac:spMk id="5" creationId="{196EE3B4-EAF0-497F-87AF-5A6089E97E94}"/>
          </ac:spMkLst>
        </pc:spChg>
        <pc:spChg chg="add mod">
          <ac:chgData name="Yang, Chun-yu" userId="57c5ba99-e68a-448a-8f42-8e6ab6811b9f" providerId="ADAL" clId="{41E8579C-4F95-4E91-A22A-C2A26B7801BA}" dt="2022-04-22T01:12:05.838" v="595" actId="1076"/>
          <ac:spMkLst>
            <pc:docMk/>
            <pc:sldMk cId="2012847862" sldId="442"/>
            <ac:spMk id="6" creationId="{9431CAEE-C65A-4B0C-8320-E164C6D8989F}"/>
          </ac:spMkLst>
        </pc:spChg>
        <pc:spChg chg="add mod">
          <ac:chgData name="Yang, Chun-yu" userId="57c5ba99-e68a-448a-8f42-8e6ab6811b9f" providerId="ADAL" clId="{41E8579C-4F95-4E91-A22A-C2A26B7801BA}" dt="2022-04-22T01:39:06.582" v="721" actId="20577"/>
          <ac:spMkLst>
            <pc:docMk/>
            <pc:sldMk cId="2012847862" sldId="442"/>
            <ac:spMk id="7" creationId="{B97FB60C-22AB-41FE-82F9-B776E57B45DE}"/>
          </ac:spMkLst>
        </pc:spChg>
        <pc:spChg chg="add mod">
          <ac:chgData name="Yang, Chun-yu" userId="57c5ba99-e68a-448a-8f42-8e6ab6811b9f" providerId="ADAL" clId="{41E8579C-4F95-4E91-A22A-C2A26B7801BA}" dt="2022-04-22T01:11:48.019" v="585" actId="1076"/>
          <ac:spMkLst>
            <pc:docMk/>
            <pc:sldMk cId="2012847862" sldId="442"/>
            <ac:spMk id="8" creationId="{9A19EEBB-5B75-4F26-B061-32E8A04B4439}"/>
          </ac:spMkLst>
        </pc:spChg>
        <pc:spChg chg="add mod">
          <ac:chgData name="Yang, Chun-yu" userId="57c5ba99-e68a-448a-8f42-8e6ab6811b9f" providerId="ADAL" clId="{41E8579C-4F95-4E91-A22A-C2A26B7801BA}" dt="2022-04-22T01:20:50.304" v="705" actId="1076"/>
          <ac:spMkLst>
            <pc:docMk/>
            <pc:sldMk cId="2012847862" sldId="442"/>
            <ac:spMk id="10" creationId="{6A14F4FC-F904-4688-B2CF-BF33DDB5C4B6}"/>
          </ac:spMkLst>
        </pc:spChg>
        <pc:spChg chg="add del mod">
          <ac:chgData name="Yang, Chun-yu" userId="57c5ba99-e68a-448a-8f42-8e6ab6811b9f" providerId="ADAL" clId="{41E8579C-4F95-4E91-A22A-C2A26B7801BA}" dt="2022-04-22T01:16:12.809" v="610" actId="478"/>
          <ac:spMkLst>
            <pc:docMk/>
            <pc:sldMk cId="2012847862" sldId="442"/>
            <ac:spMk id="12" creationId="{CAEF645B-9085-4124-8CF4-482A01C65698}"/>
          </ac:spMkLst>
        </pc:spChg>
        <pc:spChg chg="add del mod">
          <ac:chgData name="Yang, Chun-yu" userId="57c5ba99-e68a-448a-8f42-8e6ab6811b9f" providerId="ADAL" clId="{41E8579C-4F95-4E91-A22A-C2A26B7801BA}" dt="2022-04-22T01:16:12.809" v="610" actId="478"/>
          <ac:spMkLst>
            <pc:docMk/>
            <pc:sldMk cId="2012847862" sldId="442"/>
            <ac:spMk id="13" creationId="{81AF90A1-2E38-465E-A66E-BF2F725AB64B}"/>
          </ac:spMkLst>
        </pc:spChg>
        <pc:spChg chg="add del mod">
          <ac:chgData name="Yang, Chun-yu" userId="57c5ba99-e68a-448a-8f42-8e6ab6811b9f" providerId="ADAL" clId="{41E8579C-4F95-4E91-A22A-C2A26B7801BA}" dt="2022-04-22T01:16:12.809" v="610" actId="478"/>
          <ac:spMkLst>
            <pc:docMk/>
            <pc:sldMk cId="2012847862" sldId="442"/>
            <ac:spMk id="14" creationId="{5F2B28BE-1B9F-4169-B015-9FD6DFA96329}"/>
          </ac:spMkLst>
        </pc:spChg>
        <pc:spChg chg="add mod">
          <ac:chgData name="Yang, Chun-yu" userId="57c5ba99-e68a-448a-8f42-8e6ab6811b9f" providerId="ADAL" clId="{41E8579C-4F95-4E91-A22A-C2A26B7801BA}" dt="2022-04-22T01:20:50.304" v="705" actId="1076"/>
          <ac:spMkLst>
            <pc:docMk/>
            <pc:sldMk cId="2012847862" sldId="442"/>
            <ac:spMk id="15" creationId="{D70A457C-8F18-4EF4-879C-E1917638FFCA}"/>
          </ac:spMkLst>
        </pc:spChg>
        <pc:spChg chg="add mod">
          <ac:chgData name="Yang, Chun-yu" userId="57c5ba99-e68a-448a-8f42-8e6ab6811b9f" providerId="ADAL" clId="{41E8579C-4F95-4E91-A22A-C2A26B7801BA}" dt="2022-04-22T01:20:50.304" v="705" actId="1076"/>
          <ac:spMkLst>
            <pc:docMk/>
            <pc:sldMk cId="2012847862" sldId="442"/>
            <ac:spMk id="16" creationId="{82F5CF04-3BA1-4CC4-BDEF-25A58A27D58B}"/>
          </ac:spMkLst>
        </pc:spChg>
        <pc:spChg chg="add del mod">
          <ac:chgData name="Yang, Chun-yu" userId="57c5ba99-e68a-448a-8f42-8e6ab6811b9f" providerId="ADAL" clId="{41E8579C-4F95-4E91-A22A-C2A26B7801BA}" dt="2022-04-22T01:16:28.289" v="614"/>
          <ac:spMkLst>
            <pc:docMk/>
            <pc:sldMk cId="2012847862" sldId="442"/>
            <ac:spMk id="17" creationId="{E0D32B47-E099-4D67-9CA3-B3E5AAEEC148}"/>
          </ac:spMkLst>
        </pc:spChg>
        <pc:spChg chg="add del mod">
          <ac:chgData name="Yang, Chun-yu" userId="57c5ba99-e68a-448a-8f42-8e6ab6811b9f" providerId="ADAL" clId="{41E8579C-4F95-4E91-A22A-C2A26B7801BA}" dt="2022-04-22T01:16:28.289" v="614"/>
          <ac:spMkLst>
            <pc:docMk/>
            <pc:sldMk cId="2012847862" sldId="442"/>
            <ac:spMk id="18" creationId="{00C230D7-51CF-45D7-BAC1-33E91C43122E}"/>
          </ac:spMkLst>
        </pc:spChg>
        <pc:spChg chg="add del mod">
          <ac:chgData name="Yang, Chun-yu" userId="57c5ba99-e68a-448a-8f42-8e6ab6811b9f" providerId="ADAL" clId="{41E8579C-4F95-4E91-A22A-C2A26B7801BA}" dt="2022-04-22T01:16:28.289" v="614"/>
          <ac:spMkLst>
            <pc:docMk/>
            <pc:sldMk cId="2012847862" sldId="442"/>
            <ac:spMk id="19" creationId="{DF5CAD2F-15A3-48FC-8C6D-1CC7379ECF02}"/>
          </ac:spMkLst>
        </pc:spChg>
        <pc:spChg chg="add del mod">
          <ac:chgData name="Yang, Chun-yu" userId="57c5ba99-e68a-448a-8f42-8e6ab6811b9f" providerId="ADAL" clId="{41E8579C-4F95-4E91-A22A-C2A26B7801BA}" dt="2022-04-22T01:16:41.964" v="618"/>
          <ac:spMkLst>
            <pc:docMk/>
            <pc:sldMk cId="2012847862" sldId="442"/>
            <ac:spMk id="21" creationId="{DC9925E1-49CE-4486-B7CF-51F02D7C58EF}"/>
          </ac:spMkLst>
        </pc:spChg>
        <pc:spChg chg="add del mod">
          <ac:chgData name="Yang, Chun-yu" userId="57c5ba99-e68a-448a-8f42-8e6ab6811b9f" providerId="ADAL" clId="{41E8579C-4F95-4E91-A22A-C2A26B7801BA}" dt="2022-04-22T01:18:28.621" v="656" actId="21"/>
          <ac:spMkLst>
            <pc:docMk/>
            <pc:sldMk cId="2012847862" sldId="442"/>
            <ac:spMk id="23" creationId="{9CC92A90-69E6-45D2-8625-6025F4DACB3D}"/>
          </ac:spMkLst>
        </pc:spChg>
        <pc:spChg chg="add del mod">
          <ac:chgData name="Yang, Chun-yu" userId="57c5ba99-e68a-448a-8f42-8e6ab6811b9f" providerId="ADAL" clId="{41E8579C-4F95-4E91-A22A-C2A26B7801BA}" dt="2022-04-22T01:18:37.830" v="661" actId="21"/>
          <ac:spMkLst>
            <pc:docMk/>
            <pc:sldMk cId="2012847862" sldId="442"/>
            <ac:spMk id="24" creationId="{347D4A16-0832-41BB-A1E2-CB662F214E4A}"/>
          </ac:spMkLst>
        </pc:spChg>
        <pc:spChg chg="add del mod">
          <ac:chgData name="Yang, Chun-yu" userId="57c5ba99-e68a-448a-8f42-8e6ab6811b9f" providerId="ADAL" clId="{41E8579C-4F95-4E91-A22A-C2A26B7801BA}" dt="2022-04-22T01:18:20.579" v="649" actId="21"/>
          <ac:spMkLst>
            <pc:docMk/>
            <pc:sldMk cId="2012847862" sldId="442"/>
            <ac:spMk id="25" creationId="{4F4D3F48-AA2D-465A-8679-F1432FD01935}"/>
          </ac:spMkLst>
        </pc:spChg>
        <pc:spChg chg="add del mod">
          <ac:chgData name="Yang, Chun-yu" userId="57c5ba99-e68a-448a-8f42-8e6ab6811b9f" providerId="ADAL" clId="{41E8579C-4F95-4E91-A22A-C2A26B7801BA}" dt="2022-04-22T01:18:22.713" v="653"/>
          <ac:spMkLst>
            <pc:docMk/>
            <pc:sldMk cId="2012847862" sldId="442"/>
            <ac:spMk id="26" creationId="{F48671BC-7C01-4AFF-8251-287493FDC678}"/>
          </ac:spMkLst>
        </pc:spChg>
        <pc:spChg chg="add del mod">
          <ac:chgData name="Yang, Chun-yu" userId="57c5ba99-e68a-448a-8f42-8e6ab6811b9f" providerId="ADAL" clId="{41E8579C-4F95-4E91-A22A-C2A26B7801BA}" dt="2022-04-22T01:18:30.523" v="658"/>
          <ac:spMkLst>
            <pc:docMk/>
            <pc:sldMk cId="2012847862" sldId="442"/>
            <ac:spMk id="28" creationId="{AD91B8FE-3868-456B-949D-573D89126EFB}"/>
          </ac:spMkLst>
        </pc:spChg>
        <pc:spChg chg="add del mod">
          <ac:chgData name="Yang, Chun-yu" userId="57c5ba99-e68a-448a-8f42-8e6ab6811b9f" providerId="ADAL" clId="{41E8579C-4F95-4E91-A22A-C2A26B7801BA}" dt="2022-04-22T01:18:40.127" v="665"/>
          <ac:spMkLst>
            <pc:docMk/>
            <pc:sldMk cId="2012847862" sldId="442"/>
            <ac:spMk id="30" creationId="{93A4EF02-B567-4D7F-8BCE-08BBD0533A0A}"/>
          </ac:spMkLst>
        </pc:spChg>
        <pc:spChg chg="add mod">
          <ac:chgData name="Yang, Chun-yu" userId="57c5ba99-e68a-448a-8f42-8e6ab6811b9f" providerId="ADAL" clId="{41E8579C-4F95-4E91-A22A-C2A26B7801BA}" dt="2022-04-22T01:19:25.878" v="678"/>
          <ac:spMkLst>
            <pc:docMk/>
            <pc:sldMk cId="2012847862" sldId="442"/>
            <ac:spMk id="32" creationId="{D9083B7E-404C-49BE-AFE5-29AF4CC30995}"/>
          </ac:spMkLst>
        </pc:spChg>
        <pc:spChg chg="add del mod">
          <ac:chgData name="Yang, Chun-yu" userId="57c5ba99-e68a-448a-8f42-8e6ab6811b9f" providerId="ADAL" clId="{41E8579C-4F95-4E91-A22A-C2A26B7801BA}" dt="2022-04-22T01:19:38.513" v="685" actId="478"/>
          <ac:spMkLst>
            <pc:docMk/>
            <pc:sldMk cId="2012847862" sldId="442"/>
            <ac:spMk id="33" creationId="{D3D22B2A-2FC8-4C4C-80C0-6EE2291C08AE}"/>
          </ac:spMkLst>
        </pc:spChg>
        <pc:spChg chg="add mod">
          <ac:chgData name="Yang, Chun-yu" userId="57c5ba99-e68a-448a-8f42-8e6ab6811b9f" providerId="ADAL" clId="{41E8579C-4F95-4E91-A22A-C2A26B7801BA}" dt="2022-04-22T01:19:34.071" v="683" actId="1076"/>
          <ac:spMkLst>
            <pc:docMk/>
            <pc:sldMk cId="2012847862" sldId="442"/>
            <ac:spMk id="34" creationId="{BA9E1EF0-AFDA-49B7-AC72-2CA0A90AB678}"/>
          </ac:spMkLst>
        </pc:spChg>
        <pc:spChg chg="add mod">
          <ac:chgData name="Yang, Chun-yu" userId="57c5ba99-e68a-448a-8f42-8e6ab6811b9f" providerId="ADAL" clId="{41E8579C-4F95-4E91-A22A-C2A26B7801BA}" dt="2022-04-22T01:19:30.785" v="682" actId="1076"/>
          <ac:spMkLst>
            <pc:docMk/>
            <pc:sldMk cId="2012847862" sldId="442"/>
            <ac:spMk id="35" creationId="{171A5B25-355C-4C3C-BFC4-A71B2F80EE58}"/>
          </ac:spMkLst>
        </pc:spChg>
        <pc:picChg chg="add del mod">
          <ac:chgData name="Yang, Chun-yu" userId="57c5ba99-e68a-448a-8f42-8e6ab6811b9f" providerId="ADAL" clId="{41E8579C-4F95-4E91-A22A-C2A26B7801BA}" dt="2022-04-22T01:11:03.676" v="574" actId="478"/>
          <ac:picMkLst>
            <pc:docMk/>
            <pc:sldMk cId="2012847862" sldId="442"/>
            <ac:picMk id="4" creationId="{CF710476-64B4-43F5-AAE7-32F3456B8D95}"/>
          </ac:picMkLst>
        </pc:picChg>
        <pc:picChg chg="add mod">
          <ac:chgData name="Yang, Chun-yu" userId="57c5ba99-e68a-448a-8f42-8e6ab6811b9f" providerId="ADAL" clId="{41E8579C-4F95-4E91-A22A-C2A26B7801BA}" dt="2022-04-22T01:19:13.967" v="676" actId="1076"/>
          <ac:picMkLst>
            <pc:docMk/>
            <pc:sldMk cId="2012847862" sldId="442"/>
            <ac:picMk id="9" creationId="{52146465-3BAB-4881-8DCB-2391BBD72C21}"/>
          </ac:picMkLst>
        </pc:picChg>
        <pc:picChg chg="add del mod">
          <ac:chgData name="Yang, Chun-yu" userId="57c5ba99-e68a-448a-8f42-8e6ab6811b9f" providerId="ADAL" clId="{41E8579C-4F95-4E91-A22A-C2A26B7801BA}" dt="2022-04-22T01:12:23.285" v="598" actId="478"/>
          <ac:picMkLst>
            <pc:docMk/>
            <pc:sldMk cId="2012847862" sldId="442"/>
            <ac:picMk id="11" creationId="{D47E52F8-B044-4F91-A0C7-4AA0A8C4C37D}"/>
          </ac:picMkLst>
        </pc:picChg>
        <pc:picChg chg="add del">
          <ac:chgData name="Yang, Chun-yu" userId="57c5ba99-e68a-448a-8f42-8e6ab6811b9f" providerId="ADAL" clId="{41E8579C-4F95-4E91-A22A-C2A26B7801BA}" dt="2022-04-22T01:16:33.178" v="616"/>
          <ac:picMkLst>
            <pc:docMk/>
            <pc:sldMk cId="2012847862" sldId="442"/>
            <ac:picMk id="20" creationId="{58BF89FB-B875-4269-B698-8D811AE5C164}"/>
          </ac:picMkLst>
        </pc:picChg>
        <pc:picChg chg="add del mod">
          <ac:chgData name="Yang, Chun-yu" userId="57c5ba99-e68a-448a-8f42-8e6ab6811b9f" providerId="ADAL" clId="{41E8579C-4F95-4E91-A22A-C2A26B7801BA}" dt="2022-04-22T01:16:58.036" v="622" actId="478"/>
          <ac:picMkLst>
            <pc:docMk/>
            <pc:sldMk cId="2012847862" sldId="442"/>
            <ac:picMk id="22" creationId="{604E0B09-4CD8-4467-BB5F-63F2C0AC2C1B}"/>
          </ac:picMkLst>
        </pc:picChg>
        <pc:picChg chg="add mod">
          <ac:chgData name="Yang, Chun-yu" userId="57c5ba99-e68a-448a-8f42-8e6ab6811b9f" providerId="ADAL" clId="{41E8579C-4F95-4E91-A22A-C2A26B7801BA}" dt="2022-04-22T01:20:54.423" v="712" actId="1035"/>
          <ac:picMkLst>
            <pc:docMk/>
            <pc:sldMk cId="2012847862" sldId="442"/>
            <ac:picMk id="27" creationId="{E469BB15-21E6-4F3F-8031-BA9E8781872F}"/>
          </ac:picMkLst>
        </pc:picChg>
        <pc:picChg chg="add mod">
          <ac:chgData name="Yang, Chun-yu" userId="57c5ba99-e68a-448a-8f42-8e6ab6811b9f" providerId="ADAL" clId="{41E8579C-4F95-4E91-A22A-C2A26B7801BA}" dt="2022-04-22T01:20:59.120" v="717" actId="1038"/>
          <ac:picMkLst>
            <pc:docMk/>
            <pc:sldMk cId="2012847862" sldId="442"/>
            <ac:picMk id="29" creationId="{9044B623-4C8A-488F-A097-DAC29595DCC8}"/>
          </ac:picMkLst>
        </pc:picChg>
        <pc:picChg chg="add mod">
          <ac:chgData name="Yang, Chun-yu" userId="57c5ba99-e68a-448a-8f42-8e6ab6811b9f" providerId="ADAL" clId="{41E8579C-4F95-4E91-A22A-C2A26B7801BA}" dt="2022-04-22T01:20:50.304" v="705" actId="1076"/>
          <ac:picMkLst>
            <pc:docMk/>
            <pc:sldMk cId="2012847862" sldId="442"/>
            <ac:picMk id="31" creationId="{872CEBBA-C8DC-4DAA-A2DA-7532BB28C3E1}"/>
          </ac:picMkLst>
        </pc:picChg>
        <pc:cxnChg chg="add mod">
          <ac:chgData name="Yang, Chun-yu" userId="57c5ba99-e68a-448a-8f42-8e6ab6811b9f" providerId="ADAL" clId="{41E8579C-4F95-4E91-A22A-C2A26B7801BA}" dt="2022-04-22T01:19:49.830" v="688" actId="14100"/>
          <ac:cxnSpMkLst>
            <pc:docMk/>
            <pc:sldMk cId="2012847862" sldId="442"/>
            <ac:cxnSpMk id="36" creationId="{04EF5F13-5A11-41D4-AE0D-3DDCB01B7B53}"/>
          </ac:cxnSpMkLst>
        </pc:cxnChg>
        <pc:cxnChg chg="add mod">
          <ac:chgData name="Yang, Chun-yu" userId="57c5ba99-e68a-448a-8f42-8e6ab6811b9f" providerId="ADAL" clId="{41E8579C-4F95-4E91-A22A-C2A26B7801BA}" dt="2022-04-22T01:19:57.408" v="691" actId="14100"/>
          <ac:cxnSpMkLst>
            <pc:docMk/>
            <pc:sldMk cId="2012847862" sldId="442"/>
            <ac:cxnSpMk id="39" creationId="{587DF9F2-135E-4A42-89BF-7F4842F301B4}"/>
          </ac:cxnSpMkLst>
        </pc:cxnChg>
        <pc:cxnChg chg="add mod">
          <ac:chgData name="Yang, Chun-yu" userId="57c5ba99-e68a-448a-8f42-8e6ab6811b9f" providerId="ADAL" clId="{41E8579C-4F95-4E91-A22A-C2A26B7801BA}" dt="2022-04-22T01:21:09.342" v="720" actId="14100"/>
          <ac:cxnSpMkLst>
            <pc:docMk/>
            <pc:sldMk cId="2012847862" sldId="442"/>
            <ac:cxnSpMk id="42" creationId="{3CACABE7-05CB-4093-A05F-BB5F74E2EB9C}"/>
          </ac:cxnSpMkLst>
        </pc:cxnChg>
        <pc:cxnChg chg="add mod">
          <ac:chgData name="Yang, Chun-yu" userId="57c5ba99-e68a-448a-8f42-8e6ab6811b9f" providerId="ADAL" clId="{41E8579C-4F95-4E91-A22A-C2A26B7801BA}" dt="2022-04-22T01:20:24.309" v="700" actId="14100"/>
          <ac:cxnSpMkLst>
            <pc:docMk/>
            <pc:sldMk cId="2012847862" sldId="442"/>
            <ac:cxnSpMk id="44" creationId="{A17C4A42-F64B-4933-AE4F-5781B6F2B838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85003499999999999"/>
        </c:manualLayout>
      </c:layout>
      <c:pieChart>
        <c:varyColors val="0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4.1227E-2"/>
          <c:y val="0.95121999999999995"/>
          <c:w val="0.91754599999999997"/>
          <c:h val="4.8779599999999999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800" b="0" i="0" u="none" strike="noStrike">
              <a:solidFill>
                <a:srgbClr val="000000"/>
              </a:solidFill>
              <a:latin typeface="Intel Clear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A553E8-0470-1349-956C-3CB18694582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67CBD2-00E1-E94C-B4F0-37C39C209D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0B726A-C477-6444-83BF-F1538D69AD12}" type="datetimeFigureOut">
              <a:rPr lang="en-US" smtClean="0"/>
              <a:t>4/21/2022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C31E5-3BC8-F849-AC60-6FCBD80D55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1290B-DD02-C147-B1CC-37C02F331DB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CDB93-7126-8142-8B95-E87AEC483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2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Shape 105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56" name="Shape 105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1pPr>
    <a:lvl2pPr indent="1143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2pPr>
    <a:lvl3pPr indent="2286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3pPr>
    <a:lvl4pPr indent="3429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4pPr>
    <a:lvl5pPr indent="4572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5pPr>
    <a:lvl6pPr indent="5715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6pPr>
    <a:lvl7pPr indent="6858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7pPr>
    <a:lvl8pPr indent="8001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8pPr>
    <a:lvl9pPr indent="9144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lue A">
    <p:bg>
      <p:bgPr>
        <a:solidFill>
          <a:srgbClr val="184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0" name="Square"/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1" name="Rectangle"/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2" name="Square"/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75 </a:t>
            </a:r>
            <a:r>
              <a:rPr lang="en-US" dirty="0" err="1"/>
              <a:t>pt</a:t>
            </a:r>
            <a:r>
              <a:rPr lang="en-US" dirty="0"/>
              <a:t> Intel Clear Light</a:t>
            </a:r>
            <a:endParaRPr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5379059-B28C-483A-9CD1-B3EB81874AE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0C7FD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16pt Intel Clear Bold Intro: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EFC1083-9176-4B55-B8AB-9F31A213ED2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18pt Intel Clear Subhead, Date, Etc.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98DF977-78B3-4C00-9E43-1223CD667932}"/>
              </a:ext>
            </a:extLst>
          </p:cNvPr>
          <p:cNvGrpSpPr/>
          <p:nvPr userDrawn="1"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8F73C8D-05B1-4270-85FA-B1FD37A25A06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C6580CA-6E37-4F04-8FAD-D6491FEE8CE6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C614C49-972F-498A-9654-844CECF9AF64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22EBBE0-933B-4A65-BAAC-DC5972E3F9A4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79684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Blue B">
    <p:bg>
      <p:bgPr>
        <a:solidFill>
          <a:srgbClr val="184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E706504-BEDA-1441-8BC1-243269FBBC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0C7FD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16pt Intel Clear Bold Intro:</a:t>
            </a:r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75 </a:t>
            </a:r>
            <a:r>
              <a:rPr lang="en-US" dirty="0" err="1"/>
              <a:t>pt</a:t>
            </a:r>
            <a:r>
              <a:rPr lang="en-US" dirty="0"/>
              <a:t> Intel Clear Light</a:t>
            </a:r>
            <a:endParaRPr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71E0DDC0-B435-4D0B-837E-0E27121099B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18pt Intel Clear Subhead, Date, Etc.</a:t>
            </a:r>
          </a:p>
        </p:txBody>
      </p:sp>
      <p:sp>
        <p:nvSpPr>
          <p:cNvPr id="10" name="Square">
            <a:extLst>
              <a:ext uri="{FF2B5EF4-FFF2-40B4-BE49-F238E27FC236}">
                <a16:creationId xmlns:a16="http://schemas.microsoft.com/office/drawing/2014/main" id="{5F1BD0FC-D3B7-4D2E-989A-64ED187DAF99}"/>
              </a:ext>
            </a:extLst>
          </p:cNvPr>
          <p:cNvSpPr/>
          <p:nvPr userDrawn="1"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3D2DE0DF-793A-4E90-BB4C-004CD646F4EF}"/>
              </a:ext>
            </a:extLst>
          </p:cNvPr>
          <p:cNvSpPr/>
          <p:nvPr userDrawn="1"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C39C59F8-1EBA-44B6-940C-E67247F76722}"/>
              </a:ext>
            </a:extLst>
          </p:cNvPr>
          <p:cNvSpPr/>
          <p:nvPr userDrawn="1"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251DAF-788D-46D0-84B3-34DFEE6262F3}"/>
              </a:ext>
            </a:extLst>
          </p:cNvPr>
          <p:cNvGrpSpPr/>
          <p:nvPr userDrawn="1"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050DF4B-855E-41F4-9B0B-9B0BA01FB4FE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5E76890-19E8-4E79-B88A-5E246700E0DB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094D935-4B06-467E-ACD3-E78CD1B86EE3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3E1BDA4-68F2-4FA3-BD91-CBC85BF15A79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5001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554795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673454"/>
            <a:ext cx="11010900" cy="4574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5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2139953"/>
            <a:ext cx="11010900" cy="4108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980C114-FE9A-4B63-B509-F59F1A2C55A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370" y="1612901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6991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2139951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2139951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4EEAA39-7062-4DCE-91B8-83056F818FA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1918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1673402"/>
            <a:ext cx="5288525" cy="45848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1673402"/>
            <a:ext cx="5288525" cy="45848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236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557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25" name="Body Level One…">
            <a:extLst>
              <a:ext uri="{FF2B5EF4-FFF2-40B4-BE49-F238E27FC236}">
                <a16:creationId xmlns:a16="http://schemas.microsoft.com/office/drawing/2014/main" id="{6903F994-74B2-4D40-AA5F-7F3D24A00171}"/>
              </a:ext>
            </a:extLst>
          </p:cNvPr>
          <p:cNvSpPr txBox="1">
            <a:spLocks noGrp="1"/>
          </p:cNvSpPr>
          <p:nvPr>
            <p:ph idx="27" hasCustomPrompt="1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Image Caption 16pt gray text</a:t>
            </a:r>
          </a:p>
        </p:txBody>
      </p:sp>
      <p:sp>
        <p:nvSpPr>
          <p:cNvPr id="26" name="Body Level One…">
            <a:extLst>
              <a:ext uri="{FF2B5EF4-FFF2-40B4-BE49-F238E27FC236}">
                <a16:creationId xmlns:a16="http://schemas.microsoft.com/office/drawing/2014/main" id="{BF74888E-798E-B543-94EF-279F3EA6E46B}"/>
              </a:ext>
            </a:extLst>
          </p:cNvPr>
          <p:cNvSpPr txBox="1">
            <a:spLocks noGrp="1"/>
          </p:cNvSpPr>
          <p:nvPr>
            <p:ph idx="28" hasCustomPrompt="1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Image Caption 16pt gray text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09331" y="571500"/>
            <a:ext cx="4668837" cy="238125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CA48836-DAA2-4E4F-A22A-2F5682E12CE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609331" y="3537061"/>
            <a:ext cx="4668837" cy="238125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0D3278-E8A7-4B14-A5ED-BE235CEC6F80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03FD6E6-528D-49D5-BBAB-B26572C15F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0512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15046" y="0"/>
            <a:ext cx="5129422" cy="641616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471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B7FB3F6-9C71-45A0-8236-12671533CA2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B1C73349-1E00-4922-970C-187F97CE06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787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Full Pa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D9210-5064-4050-9368-9292054D5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286" y="0"/>
            <a:ext cx="11744325" cy="6401797"/>
          </a:xfrm>
          <a:noFill/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Title Text">
            <a:extLst>
              <a:ext uri="{FF2B5EF4-FFF2-40B4-BE49-F238E27FC236}">
                <a16:creationId xmlns:a16="http://schemas.microsoft.com/office/drawing/2014/main" id="{14AFAB66-6BED-5D47-B26F-D9C8808F3A1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899" cy="87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Full page Image, Delete Title if Necessary</a:t>
            </a:r>
          </a:p>
        </p:txBody>
      </p:sp>
    </p:spTree>
    <p:extLst>
      <p:ext uri="{BB962C8B-B14F-4D97-AF65-F5344CB8AC3E}">
        <p14:creationId xmlns:p14="http://schemas.microsoft.com/office/powerpoint/2010/main" val="498565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2529"/>
            <a:ext cx="11010900" cy="3727184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E196E31-7238-4049-821C-D94FDEAEDC5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61818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5169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hart Exam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7759918-59AA-4DFC-90DA-60CD5B2BD6B8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Square">
            <a:extLst>
              <a:ext uri="{FF2B5EF4-FFF2-40B4-BE49-F238E27FC236}">
                <a16:creationId xmlns:a16="http://schemas.microsoft.com/office/drawing/2014/main" id="{D4662ED0-432E-6C48-8B26-9A21EDA54E68}"/>
              </a:ext>
            </a:extLst>
          </p:cNvPr>
          <p:cNvSpPr/>
          <p:nvPr userDrawn="1"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DF4199-9905-E94D-9EEB-E7016E48C0FC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9816"/>
            <a:ext cx="11010900" cy="3719897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B9FFF72B-62D2-4E22-9A98-EF3F6229F4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BD06FF7-C66A-4B8C-9693-1423A8337983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22ECF1F-2453-406E-AC0D-F6E6614ECF8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76099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C53A36-6661-45AA-8054-02BA7512E621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59977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56CA39C9-EAE4-4511-9CE8-BB4D4B47FC0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Break Text Goes Here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B923F7B-306D-4D7E-9DB3-5B163B8D53F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3975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06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8B5B8CD-DD94-44E8-9F69-C9075C2E0A93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2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4D76E8-466A-4C06-9261-BDE1AA914749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6" name="Title Text">
            <a:extLst>
              <a:ext uri="{FF2B5EF4-FFF2-40B4-BE49-F238E27FC236}">
                <a16:creationId xmlns:a16="http://schemas.microsoft.com/office/drawing/2014/main" id="{38003A1C-51D1-4427-BFE8-8448E4C61D6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Break Text Goes Here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30F9DFC-5AE2-4BB1-822C-8EAEAE2CA5F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48942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2519BB-51CE-4A9C-AFEF-514971F5D779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1111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Light Blue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07A2BC2-9250-4B6C-8674-1CD30F0A349F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22C60C-8CBC-40B8-ABEA-44BF775A3581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A864FA-3818-4931-B452-798F1E7F5A67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5844F860-03F8-4657-A6E6-4E8919DD4FF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Break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DACC9CB-1B2F-42BF-8D9F-62EC595FEA6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6442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69130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quare">
            <a:extLst>
              <a:ext uri="{FF2B5EF4-FFF2-40B4-BE49-F238E27FC236}">
                <a16:creationId xmlns:a16="http://schemas.microsoft.com/office/drawing/2014/main" id="{4C58A6BF-BF0D-4749-B07B-7C0A27747D42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7" name="Square"/>
          <p:cNvSpPr/>
          <p:nvPr/>
        </p:nvSpPr>
        <p:spPr>
          <a:xfrm>
            <a:off x="709974" y="2295859"/>
            <a:ext cx="318638" cy="318638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8" name="Square"/>
          <p:cNvSpPr/>
          <p:nvPr/>
        </p:nvSpPr>
        <p:spPr>
          <a:xfrm>
            <a:off x="536812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9" name="Square"/>
          <p:cNvSpPr/>
          <p:nvPr/>
        </p:nvSpPr>
        <p:spPr>
          <a:xfrm>
            <a:off x="709974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700" name="Rectangle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70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5846515-4871-AA4D-B71A-1561CC2E370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D8740F-FED9-4D14-9DF3-3BA84ADF820C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F192548-45E5-4F50-A32B-E61F6CFA996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8703551-AC59-4BD9-8B3C-616B6DFB3DB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940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quare">
            <a:extLst>
              <a:ext uri="{FF2B5EF4-FFF2-40B4-BE49-F238E27FC236}">
                <a16:creationId xmlns:a16="http://schemas.microsoft.com/office/drawing/2014/main" id="{3B808FDC-D2A2-42EB-B356-E69E4A048F8E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2" name="Rectangle">
            <a:extLst>
              <a:ext uri="{FF2B5EF4-FFF2-40B4-BE49-F238E27FC236}">
                <a16:creationId xmlns:a16="http://schemas.microsoft.com/office/drawing/2014/main" id="{8A1BD37C-2C85-4873-ABDD-4B358A87ED4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0" name="Square"/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1" name="Square"/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F6CB4B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2" name="Square"/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67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90FD0E6-78D1-5F44-A938-3A961F43FACD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5002A24-73D0-4602-A8A1-5D9281BAF93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1659E3-0873-4033-A7E2-31DB4A07B08A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25" name="Title Text">
            <a:extLst>
              <a:ext uri="{FF2B5EF4-FFF2-40B4-BE49-F238E27FC236}">
                <a16:creationId xmlns:a16="http://schemas.microsoft.com/office/drawing/2014/main" id="{1F252960-CAAB-483D-8A6A-5882E4B6282A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AFA146E-21CD-4BD6-A89D-E6C5A68508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6316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Light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quare">
            <a:extLst>
              <a:ext uri="{FF2B5EF4-FFF2-40B4-BE49-F238E27FC236}">
                <a16:creationId xmlns:a16="http://schemas.microsoft.com/office/drawing/2014/main" id="{FE9A3852-307B-4677-A2E2-D7DC495E366A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1" name="Rectangle">
            <a:extLst>
              <a:ext uri="{FF2B5EF4-FFF2-40B4-BE49-F238E27FC236}">
                <a16:creationId xmlns:a16="http://schemas.microsoft.com/office/drawing/2014/main" id="{1E9FE6C1-27FB-467A-8BF9-B80A0C35FED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1" name="Square">
            <a:extLst>
              <a:ext uri="{FF2B5EF4-FFF2-40B4-BE49-F238E27FC236}">
                <a16:creationId xmlns:a16="http://schemas.microsoft.com/office/drawing/2014/main" id="{C93C8C2E-66DD-E64F-BD60-42EBDC0E958E}"/>
              </a:ext>
            </a:extLst>
          </p:cNvPr>
          <p:cNvSpPr/>
          <p:nvPr userDrawn="1"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004A86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85A14FBD-B953-BA4F-8F83-DE73E3C37290}"/>
              </a:ext>
            </a:extLst>
          </p:cNvPr>
          <p:cNvSpPr/>
          <p:nvPr userDrawn="1"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7" name="Square">
            <a:extLst>
              <a:ext uri="{FF2B5EF4-FFF2-40B4-BE49-F238E27FC236}">
                <a16:creationId xmlns:a16="http://schemas.microsoft.com/office/drawing/2014/main" id="{59044771-2E3B-C941-8593-8E508F542287}"/>
              </a:ext>
            </a:extLst>
          </p:cNvPr>
          <p:cNvSpPr/>
          <p:nvPr userDrawn="1"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93C42A-FAA6-40D8-A663-DDDE456C16C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1E74A4-2107-4448-BA31-9630404A452B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E5861BF-901F-47D4-91BC-0B353503F23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BA33390-07D4-4E2C-BDA6-AE147B9075A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8009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Gra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quare">
            <a:extLst>
              <a:ext uri="{FF2B5EF4-FFF2-40B4-BE49-F238E27FC236}">
                <a16:creationId xmlns:a16="http://schemas.microsoft.com/office/drawing/2014/main" id="{55D0C779-F23A-40CE-B4C7-842A10085F59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1EFAB719-B3C2-4520-AFF9-4A06F169DB2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511" name="Rectangle"/>
          <p:cNvSpPr/>
          <p:nvPr/>
        </p:nvSpPr>
        <p:spPr>
          <a:xfrm>
            <a:off x="5815052" y="401865"/>
            <a:ext cx="5927511" cy="600347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97FC80-1304-44AF-BD9E-CFB8D3B37C9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1B60A262-0CE7-4C6B-B734-0B0EA0F1A4A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B80F0DD-816B-4E0B-8C85-8413DB8C70E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78484E-3DC4-4DF6-819B-FDDDA6F166CB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dirty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94966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itle Text">
            <a:extLst>
              <a:ext uri="{FF2B5EF4-FFF2-40B4-BE49-F238E27FC236}">
                <a16:creationId xmlns:a16="http://schemas.microsoft.com/office/drawing/2014/main" id="{72D74CEB-BA0A-43F1-82CE-384185B612C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0F55EEA-3D90-42F4-B8D0-30E0374D2A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CCC3F4-FFF1-4AD9-8605-41A61B8926CF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Square">
            <a:extLst>
              <a:ext uri="{FF2B5EF4-FFF2-40B4-BE49-F238E27FC236}">
                <a16:creationId xmlns:a16="http://schemas.microsoft.com/office/drawing/2014/main" id="{C4A06178-9ACC-4082-8329-4A9A59924508}"/>
              </a:ext>
            </a:extLst>
          </p:cNvPr>
          <p:cNvSpPr/>
          <p:nvPr userDrawn="1"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922DFF-5663-40DE-9B54-4149EDB7740E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22" name="Image" descr="Image">
            <a:extLst>
              <a:ext uri="{FF2B5EF4-FFF2-40B4-BE49-F238E27FC236}">
                <a16:creationId xmlns:a16="http://schemas.microsoft.com/office/drawing/2014/main" id="{E5997704-33EA-4D7D-8B55-E46DD22168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C3544D4-6B59-4B11-BC0E-2FD48F693641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3D4EB9-5CAF-4B81-91EA-AD490D0B13E4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21394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Light Blue 2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93C42A-FAA6-40D8-A663-DDDE456C16C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6A03358B-3D25-4A6D-85E6-54F235A943A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EBE803-6659-42A1-A094-94B9EF7ABC2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0D4B91-0BAF-46EC-9A7C-9D57C3224A9C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30B67E-5DCD-4732-882C-64DE9CC86419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18" name="Image" descr="Image">
            <a:extLst>
              <a:ext uri="{FF2B5EF4-FFF2-40B4-BE49-F238E27FC236}">
                <a16:creationId xmlns:a16="http://schemas.microsoft.com/office/drawing/2014/main" id="{2F70C4FC-7A21-4AFA-8998-5EAB2E19CB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D716FF7-59F9-414F-85CD-8E23360D2B4C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8FFA5B-1C6A-486A-A0FE-02206FCDC54A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275472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44D1EA-AB71-483D-A38D-B3B7B73FDE89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F3B183-64CC-4B66-856D-40373337AF18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52289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82E257-2A76-E344-863C-0823669A239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1501" y="1524000"/>
            <a:ext cx="11010899" cy="472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EA1751-756A-4277-89A8-22853BBB6D43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5E81FB-A40F-442D-9F46-93B86A7867F5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5924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501" y="2139953"/>
            <a:ext cx="11010900" cy="4097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EBDBCA7-2C63-493A-A58C-D158E3304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958B0C-7E1E-42D9-BA94-CF95319AC75D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0930BE-2EF7-4A27-B574-CC7F56E23EEF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482168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2 Content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F33857-7180-4ED3-9FC7-EB424BBBE9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2139952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FED0071-C45C-4C2F-B01D-42D95C2A5FB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2139952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13C756FD-D367-4604-947F-678A59EDCA7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AFAB4E-A299-44C8-AACE-69AB51C1E618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4F3A26-C068-4B72-A83B-34EFCA4E47A5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805820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 Content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F33857-7180-4ED3-9FC7-EB424BBBE9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1671285"/>
            <a:ext cx="5288525" cy="4586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FED0071-C45C-4C2F-B01D-42D95C2A5FB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1671285"/>
            <a:ext cx="5288525" cy="4586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78EEDD-B39B-424B-A23C-C9AFBEFC8D27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00D2CD-C9BB-4E5B-B736-64EC2EA21620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85090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2 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84737" y="578113"/>
            <a:ext cx="57471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15" name="Body Level One…">
            <a:extLst>
              <a:ext uri="{FF2B5EF4-FFF2-40B4-BE49-F238E27FC236}">
                <a16:creationId xmlns:a16="http://schemas.microsoft.com/office/drawing/2014/main" id="{DAF2E6DD-A697-4E26-BA6A-EF0449D7430B}"/>
              </a:ext>
            </a:extLst>
          </p:cNvPr>
          <p:cNvSpPr txBox="1">
            <a:spLocks noGrp="1"/>
          </p:cNvSpPr>
          <p:nvPr>
            <p:ph idx="27" hasCustomPrompt="1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Image Caption 16pt gray text</a:t>
            </a:r>
          </a:p>
        </p:txBody>
      </p:sp>
      <p:sp>
        <p:nvSpPr>
          <p:cNvPr id="16" name="Body Level One…">
            <a:extLst>
              <a:ext uri="{FF2B5EF4-FFF2-40B4-BE49-F238E27FC236}">
                <a16:creationId xmlns:a16="http://schemas.microsoft.com/office/drawing/2014/main" id="{028C5B46-7804-4459-9F82-F56352D0EE54}"/>
              </a:ext>
            </a:extLst>
          </p:cNvPr>
          <p:cNvSpPr txBox="1">
            <a:spLocks noGrp="1"/>
          </p:cNvSpPr>
          <p:nvPr>
            <p:ph idx="28" hasCustomPrompt="1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Image Caption 16pt gray text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947F6B19-5E1B-43E2-BA93-7E68A56CB620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09331" y="571500"/>
            <a:ext cx="4668837" cy="238125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CDDC13B9-04CD-43E8-B565-A92ABD110AA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609331" y="3537061"/>
            <a:ext cx="4668837" cy="238125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6F999432-84A5-47D5-B81D-D131E93A939B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0344" cy="4108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65378F4-C669-453E-AB16-D61CB1EBDA7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1" y="1612901"/>
            <a:ext cx="5760344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888EEF-DC90-47D1-B68D-DAD1BA7BE428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F12B19-CF53-47D7-9EA3-459DABB1406B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105255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15046" y="403981"/>
            <a:ext cx="5129422" cy="601218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84737" y="578113"/>
            <a:ext cx="57471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AB9BADD-04D4-4686-970E-FB0049CC09CC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2139952"/>
            <a:ext cx="5760344" cy="4108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DA4378E-36CA-41C6-8E85-727E1F91A67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034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14A5EA-7602-4C8C-B95C-5306CD887FFF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435B75-DFD3-4791-ACEA-AF630FFAB9AF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5598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&amp; 1 Horizonta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>
            <a:extLst>
              <a:ext uri="{FF2B5EF4-FFF2-40B4-BE49-F238E27FC236}">
                <a16:creationId xmlns:a16="http://schemas.microsoft.com/office/drawing/2014/main" id="{9F7D84C5-5DAC-2A42-8A41-9D307F3BF63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900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8044E1-ECF5-4A18-811C-E489992140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96152" y="3513864"/>
            <a:ext cx="11347450" cy="289083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289E3F-4BC9-4A42-9F40-7227194C57D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71500" y="1556672"/>
            <a:ext cx="11010900" cy="1788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88EB66-8674-4A4F-B55A-79488DD6B4DC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B9E7C7-FA12-4331-A70E-193D07092A46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692702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Full Page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D9210-5064-4050-9368-9292054D5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0550" y="450549"/>
            <a:ext cx="11305062" cy="5956776"/>
          </a:xfr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Text">
            <a:extLst>
              <a:ext uri="{FF2B5EF4-FFF2-40B4-BE49-F238E27FC236}">
                <a16:creationId xmlns:a16="http://schemas.microsoft.com/office/drawing/2014/main" id="{14AFAB66-6BED-5D47-B26F-D9C8808F3A1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899" cy="87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Full page Image, Delete Title if Necessary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EAB082-32C5-47FD-9ECB-602F4FA1556E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E4005-6DA6-4443-A120-563FA414CBD8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955180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har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2529"/>
            <a:ext cx="11010900" cy="3727184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7C9FC2E-0D67-4420-A61E-1D363937D03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61818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60905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5">
            <a:extLst>
              <a:ext uri="{FF2B5EF4-FFF2-40B4-BE49-F238E27FC236}">
                <a16:creationId xmlns:a16="http://schemas.microsoft.com/office/drawing/2014/main" id="{F0529FEA-BEC4-644C-94EE-601D5BED26F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680995965"/>
              </p:ext>
            </p:extLst>
          </p:nvPr>
        </p:nvGraphicFramePr>
        <p:xfrm>
          <a:off x="7201593" y="1799047"/>
          <a:ext cx="3472287" cy="4025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itle Text">
            <a:extLst>
              <a:ext uri="{FF2B5EF4-FFF2-40B4-BE49-F238E27FC236}">
                <a16:creationId xmlns:a16="http://schemas.microsoft.com/office/drawing/2014/main" id="{0EA1A176-5931-41CA-86D5-15FC4398AA4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48pt Intel Clear Light Body. For content that is not a section, but has a big idea in text only.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7652EB-8B2D-46CC-B147-89A4C26A2D8F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1A480A-B7B4-498C-9868-A91E2651D429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11187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Rectangle"/>
          <p:cNvSpPr/>
          <p:nvPr userDrawn="1"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61" name="Square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A778AB-F6EC-4101-87E6-DECF7944E661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E400EEBB-F912-40CA-A759-DEFE1516497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48pt Intel Clear Light Body. For content that is not a section, but has a big idea in text only.</a:t>
            </a:r>
          </a:p>
        </p:txBody>
      </p:sp>
    </p:spTree>
    <p:extLst>
      <p:ext uri="{BB962C8B-B14F-4D97-AF65-F5344CB8AC3E}">
        <p14:creationId xmlns:p14="http://schemas.microsoft.com/office/powerpoint/2010/main" val="4037652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 Light Blue">
    <p:bg>
      <p:bgPr>
        <a:solidFill>
          <a:srgbClr val="00C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Rectangle"/>
          <p:cNvSpPr/>
          <p:nvPr userDrawn="1"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61" name="Square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E60B70-5DF3-4398-B558-301661292DFC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93B25211-1805-4C17-8545-7E02A678639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48pt Intel Clear Light Body. For content that is not a section, but has a big idea in text only.</a:t>
            </a:r>
          </a:p>
        </p:txBody>
      </p:sp>
    </p:spTree>
    <p:extLst>
      <p:ext uri="{BB962C8B-B14F-4D97-AF65-F5344CB8AC3E}">
        <p14:creationId xmlns:p14="http://schemas.microsoft.com/office/powerpoint/2010/main" val="3163764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DA94F2D-B7BD-4CE9-A606-F00802F313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9949" y="2409775"/>
            <a:ext cx="4080108" cy="152139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112354-342E-49CE-8E3C-E078BBE1ADF7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21D8AD-9194-4DBA-8221-7F294421810B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0831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C80E488-8534-4743-924A-62CA17A7A192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27ABEE-91E1-420E-AD52-066ECB7CBDFC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592915" y="1524000"/>
            <a:ext cx="10972801" cy="472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r>
              <a:rPr lang="en-US" dirty="0"/>
              <a:t>Body copy Intel clear light 28 point</a:t>
            </a:r>
          </a:p>
          <a:p>
            <a:pPr lvl="1"/>
            <a:r>
              <a:rPr lang="en-US" dirty="0"/>
              <a:t>Sub Bullet one 24 point</a:t>
            </a:r>
          </a:p>
          <a:p>
            <a:pPr lvl="2"/>
            <a:r>
              <a:rPr lang="en-US" dirty="0"/>
              <a:t>Sub Bullet two 20 point</a:t>
            </a:r>
          </a:p>
          <a:p>
            <a:pPr lvl="3"/>
            <a:r>
              <a:rPr lang="en-US" dirty="0"/>
              <a:t>Sub Bullet three 18 point</a:t>
            </a:r>
          </a:p>
          <a:p>
            <a:pPr lvl="4"/>
            <a:r>
              <a:rPr lang="en-US" dirty="0"/>
              <a:t>Sub Bullet four 16 point</a:t>
            </a:r>
            <a:br>
              <a:rPr lang="en-US" dirty="0"/>
            </a:br>
            <a:endParaRPr lang="en-US" dirty="0"/>
          </a:p>
          <a:p>
            <a:pPr lvl="2"/>
            <a:endParaRPr dirty="0"/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592916" y="571500"/>
            <a:ext cx="10972801" cy="883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/>
          <a:p>
            <a:r>
              <a:rPr lang="en-US" dirty="0"/>
              <a:t>40pt Intel Clear Light Text Goes Here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33D527-2918-4752-A9A7-0BDBA010BB39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Intel Confidential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520E06-BF98-49FF-91DB-15EBE855DD9E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dirty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C6A53413-DBC6-A349-994F-CB2790ACF8D3}"/>
              </a:ext>
            </a:extLst>
          </p:cNvPr>
          <p:cNvPicPr>
            <a:picLocks noChangeAspect="1"/>
          </p:cNvPicPr>
          <p:nvPr userDrawn="1"/>
        </p:nvPicPr>
        <p:blipFill>
          <a:blip r:embed="rId37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67" r:id="rId2"/>
    <p:sldLayoutId id="2147483756" r:id="rId3"/>
    <p:sldLayoutId id="2147483759" r:id="rId4"/>
    <p:sldLayoutId id="2147483755" r:id="rId5"/>
    <p:sldLayoutId id="2147483722" r:id="rId6"/>
    <p:sldLayoutId id="2147483778" r:id="rId7"/>
    <p:sldLayoutId id="2147483724" r:id="rId8"/>
    <p:sldLayoutId id="2147483751" r:id="rId9"/>
    <p:sldLayoutId id="2147483730" r:id="rId10"/>
    <p:sldLayoutId id="2147483754" r:id="rId11"/>
    <p:sldLayoutId id="2147483761" r:id="rId12"/>
    <p:sldLayoutId id="2147483749" r:id="rId13"/>
    <p:sldLayoutId id="2147483746" r:id="rId14"/>
    <p:sldLayoutId id="2147483747" r:id="rId15"/>
    <p:sldLayoutId id="2147483769" r:id="rId16"/>
    <p:sldLayoutId id="2147483768" r:id="rId17"/>
    <p:sldLayoutId id="2147483723" r:id="rId18"/>
    <p:sldLayoutId id="2147483770" r:id="rId19"/>
    <p:sldLayoutId id="2147483771" r:id="rId20"/>
    <p:sldLayoutId id="2147483772" r:id="rId21"/>
    <p:sldLayoutId id="2147483752" r:id="rId22"/>
    <p:sldLayoutId id="2147483732" r:id="rId23"/>
    <p:sldLayoutId id="2147483758" r:id="rId24"/>
    <p:sldLayoutId id="2147483757" r:id="rId25"/>
    <p:sldLayoutId id="2147483779" r:id="rId26"/>
    <p:sldLayoutId id="2147483753" r:id="rId27"/>
    <p:sldLayoutId id="2147483763" r:id="rId28"/>
    <p:sldLayoutId id="2147483729" r:id="rId29"/>
    <p:sldLayoutId id="2147483760" r:id="rId30"/>
    <p:sldLayoutId id="2147483764" r:id="rId31"/>
    <p:sldLayoutId id="2147483745" r:id="rId32"/>
    <p:sldLayoutId id="2147483780" r:id="rId33"/>
    <p:sldLayoutId id="2147483744" r:id="rId34"/>
    <p:sldLayoutId id="2147483750" r:id="rId3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chemeClr val="tx1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2pPr>
      <a:lvl3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3pPr>
      <a:lvl4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4pPr>
      <a:lvl5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5pPr>
      <a:lvl6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9pPr>
    </p:titleStyle>
    <p:bodyStyle>
      <a:lvl1pPr marL="228600" marR="0" indent="-228600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Wingdings" pitchFamily="2" charset="2"/>
        <a:buChar char="§"/>
        <a:tabLst/>
        <a:defRPr sz="2800" b="0" i="0" u="none" strike="noStrike" cap="none" spc="0" baseline="0">
          <a:solidFill>
            <a:schemeClr val="tx1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431800" marR="0" indent="-203200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2400" b="0" i="0" u="none" strike="noStrike" cap="none" spc="0" baseline="0">
          <a:solidFill>
            <a:schemeClr val="tx1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2pPr>
      <a:lvl3pPr marL="686594" marR="0" indent="-197644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tx1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3pPr>
      <a:lvl4pPr marL="919957" marR="0" indent="-228600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tx1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4pPr>
      <a:lvl5pPr marL="1148557" marR="0" indent="-228600" algn="l" defTabSz="609600" eaLnBrk="1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600" b="0" i="0" u="none" strike="noStrike" cap="none" spc="0" baseline="0">
          <a:solidFill>
            <a:schemeClr val="tx1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5pPr>
      <a:lvl6pPr marL="0" marR="0" indent="5715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6858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8001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9144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9pPr>
    </p:bodyStyle>
    <p:otherStyle>
      <a:lvl1pPr marL="0" marR="0" indent="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1pPr>
      <a:lvl2pPr marL="0" marR="0" indent="2286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2pPr>
      <a:lvl3pPr marL="0" marR="0" indent="4572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3pPr>
      <a:lvl4pPr marL="0" marR="0" indent="6858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4pPr>
      <a:lvl5pPr marL="0" marR="0" indent="9144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5pPr>
      <a:lvl6pPr marL="0" marR="0" indent="11430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6pPr>
      <a:lvl7pPr marL="0" marR="0" indent="13716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7pPr>
      <a:lvl8pPr marL="0" marR="0" indent="16002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8pPr>
      <a:lvl9pPr marL="0" marR="0" indent="18288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9pPr>
    </p:otherStyle>
  </p:txStyles>
  <p:extLst>
    <p:ext uri="{27BBF7A9-308A-43DC-89C8-2F10F3537804}">
      <p15:sldGuideLst xmlns:p15="http://schemas.microsoft.com/office/powerpoint/2012/main">
        <p15:guide id="3" pos="729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79F4BE2-8E4A-4003-B816-9E34781F7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 material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139A39-08BC-4F2F-94A3-F43AAEEFAEB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Prime Array Fusing Methodology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C251E7-64BD-4CA9-A558-01E5C65E1F3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Joseph</a:t>
            </a:r>
          </a:p>
        </p:txBody>
      </p:sp>
    </p:spTree>
    <p:extLst>
      <p:ext uri="{BB962C8B-B14F-4D97-AF65-F5344CB8AC3E}">
        <p14:creationId xmlns:p14="http://schemas.microsoft.com/office/powerpoint/2010/main" val="2086400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Folded Corner 2">
            <a:extLst>
              <a:ext uri="{FF2B5EF4-FFF2-40B4-BE49-F238E27FC236}">
                <a16:creationId xmlns:a16="http://schemas.microsoft.com/office/drawing/2014/main" id="{7C5852FE-B10C-4214-A6A0-837FAA389B79}"/>
              </a:ext>
            </a:extLst>
          </p:cNvPr>
          <p:cNvSpPr/>
          <p:nvPr/>
        </p:nvSpPr>
        <p:spPr>
          <a:xfrm>
            <a:off x="2936402" y="1436099"/>
            <a:ext cx="557350" cy="473631"/>
          </a:xfrm>
          <a:prstGeom prst="foldedCorner">
            <a:avLst>
              <a:gd name="adj" fmla="val 26562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bg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json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96EE3B4-EAF0-497F-87AF-5A6089E97E94}"/>
              </a:ext>
            </a:extLst>
          </p:cNvPr>
          <p:cNvSpPr/>
          <p:nvPr/>
        </p:nvSpPr>
        <p:spPr>
          <a:xfrm>
            <a:off x="1006388" y="2481192"/>
            <a:ext cx="1612805" cy="828596"/>
          </a:xfrm>
          <a:prstGeom prst="round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Get </a:t>
            </a:r>
            <a:r>
              <a:rPr lang="en-US" sz="14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solution </a:t>
            </a: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from DFF or  </a:t>
            </a: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SharedStorage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431CAEE-C65A-4B0C-8320-E164C6D8989F}"/>
              </a:ext>
            </a:extLst>
          </p:cNvPr>
          <p:cNvSpPr/>
          <p:nvPr/>
        </p:nvSpPr>
        <p:spPr>
          <a:xfrm>
            <a:off x="6693038" y="2481192"/>
            <a:ext cx="1555655" cy="822960"/>
          </a:xfrm>
          <a:prstGeom prst="round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14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Apply 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1400" dirty="0" err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FuseOverride</a:t>
            </a:r>
            <a:endParaRPr lang="en-US" sz="1400" dirty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97FB60C-22AB-41FE-82F9-B776E57B45DE}"/>
              </a:ext>
            </a:extLst>
          </p:cNvPr>
          <p:cNvSpPr/>
          <p:nvPr/>
        </p:nvSpPr>
        <p:spPr>
          <a:xfrm>
            <a:off x="9572807" y="2475556"/>
            <a:ext cx="1612805" cy="822960"/>
          </a:xfrm>
          <a:prstGeom prst="round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Set Solution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 to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DFF or </a:t>
            </a:r>
            <a:r>
              <a:rPr kumimoji="0" lang="en-US" sz="14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SharedStorage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A19EEBB-5B75-4F26-B061-32E8A04B4439}"/>
              </a:ext>
            </a:extLst>
          </p:cNvPr>
          <p:cNvSpPr/>
          <p:nvPr/>
        </p:nvSpPr>
        <p:spPr>
          <a:xfrm>
            <a:off x="3756120" y="2481192"/>
            <a:ext cx="1612805" cy="822960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Convert Solution</a:t>
            </a:r>
            <a:r>
              <a:rPr kumimoji="0" lang="en-US" sz="1400" b="0" i="0" u="none" strike="noStrike" cap="none" spc="0" normalizeH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 To Fuse String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146465-3BAB-4881-8DCB-2391BBD72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790" y="982496"/>
            <a:ext cx="2746513" cy="461379"/>
          </a:xfrm>
          <a:prstGeom prst="rect">
            <a:avLst/>
          </a:prstGeom>
        </p:spPr>
      </p:pic>
      <p:sp>
        <p:nvSpPr>
          <p:cNvPr id="10" name="Rectangle: Folded Corner 9">
            <a:extLst>
              <a:ext uri="{FF2B5EF4-FFF2-40B4-BE49-F238E27FC236}">
                <a16:creationId xmlns:a16="http://schemas.microsoft.com/office/drawing/2014/main" id="{6A14F4FC-F904-4688-B2CF-BF33DDB5C4B6}"/>
              </a:ext>
            </a:extLst>
          </p:cNvPr>
          <p:cNvSpPr/>
          <p:nvPr/>
        </p:nvSpPr>
        <p:spPr>
          <a:xfrm>
            <a:off x="7340066" y="3709845"/>
            <a:ext cx="557350" cy="473631"/>
          </a:xfrm>
          <a:prstGeom prst="foldedCorner">
            <a:avLst>
              <a:gd name="adj" fmla="val 26562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bg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json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ectangle: Folded Corner 14">
            <a:extLst>
              <a:ext uri="{FF2B5EF4-FFF2-40B4-BE49-F238E27FC236}">
                <a16:creationId xmlns:a16="http://schemas.microsoft.com/office/drawing/2014/main" id="{D70A457C-8F18-4EF4-879C-E1917638FFCA}"/>
              </a:ext>
            </a:extLst>
          </p:cNvPr>
          <p:cNvSpPr/>
          <p:nvPr/>
        </p:nvSpPr>
        <p:spPr>
          <a:xfrm>
            <a:off x="7129053" y="3928456"/>
            <a:ext cx="557350" cy="473631"/>
          </a:xfrm>
          <a:prstGeom prst="foldedCorner">
            <a:avLst>
              <a:gd name="adj" fmla="val 26562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bg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json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ectangle: Folded Corner 15">
            <a:extLst>
              <a:ext uri="{FF2B5EF4-FFF2-40B4-BE49-F238E27FC236}">
                <a16:creationId xmlns:a16="http://schemas.microsoft.com/office/drawing/2014/main" id="{82F5CF04-3BA1-4CC4-BDEF-25A58A27D58B}"/>
              </a:ext>
            </a:extLst>
          </p:cNvPr>
          <p:cNvSpPr/>
          <p:nvPr/>
        </p:nvSpPr>
        <p:spPr>
          <a:xfrm>
            <a:off x="6913516" y="4165271"/>
            <a:ext cx="557350" cy="473631"/>
          </a:xfrm>
          <a:prstGeom prst="foldedCorner">
            <a:avLst>
              <a:gd name="adj" fmla="val 26562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bg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json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469BB15-21E6-4F3F-8031-BA9E87818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6929" y="3550892"/>
            <a:ext cx="2048434" cy="64623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044B623-4C8A-488F-A097-DAC29595D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1587" y="3855797"/>
            <a:ext cx="2450804" cy="64623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72CEBBA-C8DC-4DAA-A2DA-7532BB28C3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7728" y="4229485"/>
            <a:ext cx="2987299" cy="646232"/>
          </a:xfrm>
          <a:prstGeom prst="rect">
            <a:avLst/>
          </a:prstGeom>
        </p:spPr>
      </p:pic>
      <p:sp>
        <p:nvSpPr>
          <p:cNvPr id="32" name="Arrow: Right 31">
            <a:extLst>
              <a:ext uri="{FF2B5EF4-FFF2-40B4-BE49-F238E27FC236}">
                <a16:creationId xmlns:a16="http://schemas.microsoft.com/office/drawing/2014/main" id="{D9083B7E-404C-49BE-AFE5-29AF4CC30995}"/>
              </a:ext>
            </a:extLst>
          </p:cNvPr>
          <p:cNvSpPr/>
          <p:nvPr/>
        </p:nvSpPr>
        <p:spPr>
          <a:xfrm>
            <a:off x="3153518" y="2680684"/>
            <a:ext cx="307428" cy="362607"/>
          </a:xfrm>
          <a:prstGeom prst="rightArrow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BA9E1EF0-AFDA-49B7-AC72-2CA0A90AB678}"/>
              </a:ext>
            </a:extLst>
          </p:cNvPr>
          <p:cNvSpPr/>
          <p:nvPr/>
        </p:nvSpPr>
        <p:spPr>
          <a:xfrm>
            <a:off x="8757036" y="2714186"/>
            <a:ext cx="307428" cy="362607"/>
          </a:xfrm>
          <a:prstGeom prst="rightArrow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171A5B25-355C-4C3C-BFC4-A71B2F80EE58}"/>
              </a:ext>
            </a:extLst>
          </p:cNvPr>
          <p:cNvSpPr/>
          <p:nvPr/>
        </p:nvSpPr>
        <p:spPr>
          <a:xfrm>
            <a:off x="5942286" y="2705732"/>
            <a:ext cx="307428" cy="362607"/>
          </a:xfrm>
          <a:prstGeom prst="rightArrow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4EF5F13-5A11-41D4-AE0D-3DDCB01B7B53}"/>
              </a:ext>
            </a:extLst>
          </p:cNvPr>
          <p:cNvCxnSpPr>
            <a:cxnSpLocks/>
          </p:cNvCxnSpPr>
          <p:nvPr/>
        </p:nvCxnSpPr>
        <p:spPr>
          <a:xfrm flipV="1">
            <a:off x="1812790" y="1970222"/>
            <a:ext cx="997787" cy="372814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87DF9F2-135E-4A42-89BF-7F4842F301B4}"/>
              </a:ext>
            </a:extLst>
          </p:cNvPr>
          <p:cNvCxnSpPr>
            <a:cxnSpLocks/>
          </p:cNvCxnSpPr>
          <p:nvPr/>
        </p:nvCxnSpPr>
        <p:spPr>
          <a:xfrm flipH="1" flipV="1">
            <a:off x="3609474" y="1909730"/>
            <a:ext cx="949829" cy="433306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CACABE7-05CB-4093-A05F-BB5F74E2EB9C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7470866" y="3304152"/>
            <a:ext cx="0" cy="334197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17C4A42-F64B-4933-AE4F-5781B6F2B838}"/>
              </a:ext>
            </a:extLst>
          </p:cNvPr>
          <p:cNvCxnSpPr>
            <a:cxnSpLocks/>
          </p:cNvCxnSpPr>
          <p:nvPr/>
        </p:nvCxnSpPr>
        <p:spPr>
          <a:xfrm flipH="1" flipV="1">
            <a:off x="3771635" y="1702476"/>
            <a:ext cx="6334891" cy="660683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2847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7305BCBE-9F9E-4402-8FC9-D5FC98B17583}"/>
              </a:ext>
            </a:extLst>
          </p:cNvPr>
          <p:cNvSpPr txBox="1"/>
          <p:nvPr/>
        </p:nvSpPr>
        <p:spPr>
          <a:xfrm>
            <a:off x="6015973" y="2243655"/>
            <a:ext cx="2951707" cy="1231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8000" b="0" i="0" u="none" strike="noStrike" cap="none" spc="0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(       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DC792DA-C673-4155-AFF9-A086624BA051}"/>
              </a:ext>
            </a:extLst>
          </p:cNvPr>
          <p:cNvSpPr>
            <a:spLocks/>
          </p:cNvSpPr>
          <p:nvPr/>
        </p:nvSpPr>
        <p:spPr>
          <a:xfrm>
            <a:off x="1224353" y="2404787"/>
            <a:ext cx="1600200" cy="914400"/>
          </a:xfrm>
          <a:prstGeom prst="round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ArrayFusing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8398DEA-9C22-47F7-A0FF-16091417A086}"/>
              </a:ext>
            </a:extLst>
          </p:cNvPr>
          <p:cNvSpPr>
            <a:spLocks/>
          </p:cNvSpPr>
          <p:nvPr/>
        </p:nvSpPr>
        <p:spPr>
          <a:xfrm>
            <a:off x="3789911" y="2404787"/>
            <a:ext cx="1600200" cy="914400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ArrayRepair</a:t>
            </a: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CB27AE1-709E-4BEA-8F5E-E70E902841DB}"/>
              </a:ext>
            </a:extLst>
          </p:cNvPr>
          <p:cNvSpPr>
            <a:spLocks/>
          </p:cNvSpPr>
          <p:nvPr/>
        </p:nvSpPr>
        <p:spPr>
          <a:xfrm>
            <a:off x="6355469" y="2404787"/>
            <a:ext cx="1600200" cy="914400"/>
          </a:xfrm>
          <a:prstGeom prst="round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icLYA</a:t>
            </a: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C3D6A01A-F6C2-40A4-ADDB-BD9A9AF97D57}"/>
              </a:ext>
            </a:extLst>
          </p:cNvPr>
          <p:cNvSpPr/>
          <p:nvPr/>
        </p:nvSpPr>
        <p:spPr>
          <a:xfrm>
            <a:off x="3153518" y="2680684"/>
            <a:ext cx="307428" cy="362607"/>
          </a:xfrm>
          <a:prstGeom prst="rightArrow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C1E0C18F-70D3-4A13-826D-13613CA8EF51}"/>
              </a:ext>
            </a:extLst>
          </p:cNvPr>
          <p:cNvSpPr/>
          <p:nvPr/>
        </p:nvSpPr>
        <p:spPr>
          <a:xfrm>
            <a:off x="5682818" y="2680684"/>
            <a:ext cx="307428" cy="362607"/>
          </a:xfrm>
          <a:prstGeom prst="rightArrow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1924560-9243-47E1-9A28-B99E41A7525C}"/>
              </a:ext>
            </a:extLst>
          </p:cNvPr>
          <p:cNvSpPr/>
          <p:nvPr/>
        </p:nvSpPr>
        <p:spPr>
          <a:xfrm>
            <a:off x="8350249" y="2680684"/>
            <a:ext cx="307428" cy="362607"/>
          </a:xfrm>
          <a:prstGeom prst="rightArrow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9A8846E-72D6-499F-B7A3-52A7B01221EB}"/>
              </a:ext>
            </a:extLst>
          </p:cNvPr>
          <p:cNvSpPr>
            <a:spLocks/>
          </p:cNvSpPr>
          <p:nvPr/>
        </p:nvSpPr>
        <p:spPr>
          <a:xfrm>
            <a:off x="8921027" y="2404787"/>
            <a:ext cx="1600200" cy="914400"/>
          </a:xfrm>
          <a:prstGeom prst="round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ArrayFusing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Cloud 20">
            <a:extLst>
              <a:ext uri="{FF2B5EF4-FFF2-40B4-BE49-F238E27FC236}">
                <a16:creationId xmlns:a16="http://schemas.microsoft.com/office/drawing/2014/main" id="{771B9AEC-CF47-4947-BDCB-D7AD495C30F2}"/>
              </a:ext>
            </a:extLst>
          </p:cNvPr>
          <p:cNvSpPr/>
          <p:nvPr/>
        </p:nvSpPr>
        <p:spPr>
          <a:xfrm>
            <a:off x="5183427" y="655601"/>
            <a:ext cx="1825145" cy="914400"/>
          </a:xfrm>
          <a:prstGeom prst="cloud">
            <a:avLst/>
          </a:prstGeom>
          <a:solidFill>
            <a:sysClr val="window" lastClr="FFFFFF"/>
          </a:solidFill>
          <a:ln w="19050" cap="flat" cmpd="sng" algn="ctr">
            <a:solidFill>
              <a:srgbClr val="4A9CCC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DFF Database</a:t>
            </a:r>
          </a:p>
        </p:txBody>
      </p:sp>
      <p:sp>
        <p:nvSpPr>
          <p:cNvPr id="24" name="Cylinder 23">
            <a:extLst>
              <a:ext uri="{FF2B5EF4-FFF2-40B4-BE49-F238E27FC236}">
                <a16:creationId xmlns:a16="http://schemas.microsoft.com/office/drawing/2014/main" id="{66F5314E-E67C-4E2E-B14D-0DDF7C7FF939}"/>
              </a:ext>
            </a:extLst>
          </p:cNvPr>
          <p:cNvSpPr/>
          <p:nvPr/>
        </p:nvSpPr>
        <p:spPr>
          <a:xfrm>
            <a:off x="4869472" y="4184173"/>
            <a:ext cx="1304894" cy="1347348"/>
          </a:xfrm>
          <a:prstGeom prst="can">
            <a:avLst/>
          </a:prstGeom>
          <a:solidFill>
            <a:srgbClr val="C54F71"/>
          </a:solidFill>
          <a:ln w="19050" cap="flat" cmpd="sng" algn="ctr">
            <a:solidFill>
              <a:srgbClr val="C54F71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" panose="02060603020205020403"/>
                <a:ea typeface="+mn-ea"/>
                <a:cs typeface="+mn-cs"/>
              </a:rPr>
              <a:t>Shared Storage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DD176E5-A31B-4513-AD47-DBD542DEB0C2}"/>
              </a:ext>
            </a:extLst>
          </p:cNvPr>
          <p:cNvCxnSpPr>
            <a:cxnSpLocks/>
          </p:cNvCxnSpPr>
          <p:nvPr/>
        </p:nvCxnSpPr>
        <p:spPr>
          <a:xfrm flipV="1">
            <a:off x="1314556" y="1278294"/>
            <a:ext cx="3868871" cy="1064742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C938A0E-394C-4CE9-8E9A-A2B81398F251}"/>
              </a:ext>
            </a:extLst>
          </p:cNvPr>
          <p:cNvCxnSpPr>
            <a:cxnSpLocks/>
          </p:cNvCxnSpPr>
          <p:nvPr/>
        </p:nvCxnSpPr>
        <p:spPr>
          <a:xfrm flipV="1">
            <a:off x="2824553" y="1544770"/>
            <a:ext cx="2939142" cy="834527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F7AC5F6-3C0B-40CD-BB8D-EE723297329C}"/>
              </a:ext>
            </a:extLst>
          </p:cNvPr>
          <p:cNvCxnSpPr>
            <a:cxnSpLocks/>
          </p:cNvCxnSpPr>
          <p:nvPr/>
        </p:nvCxnSpPr>
        <p:spPr>
          <a:xfrm flipH="1" flipV="1">
            <a:off x="5329748" y="3373192"/>
            <a:ext cx="103727" cy="709697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A9ECBEC-2308-4375-809A-6833FB2DAB58}"/>
              </a:ext>
            </a:extLst>
          </p:cNvPr>
          <p:cNvCxnSpPr>
            <a:cxnSpLocks/>
          </p:cNvCxnSpPr>
          <p:nvPr/>
        </p:nvCxnSpPr>
        <p:spPr>
          <a:xfrm flipH="1" flipV="1">
            <a:off x="3948732" y="3373192"/>
            <a:ext cx="1146501" cy="740677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A12D3C8-4D16-46CB-87AA-3F6CD9F3C2A4}"/>
              </a:ext>
            </a:extLst>
          </p:cNvPr>
          <p:cNvCxnSpPr>
            <a:cxnSpLocks/>
          </p:cNvCxnSpPr>
          <p:nvPr/>
        </p:nvCxnSpPr>
        <p:spPr>
          <a:xfrm>
            <a:off x="6879885" y="1388560"/>
            <a:ext cx="2172413" cy="914943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581DF85-0270-4C18-A108-B8D3D9E62475}"/>
              </a:ext>
            </a:extLst>
          </p:cNvPr>
          <p:cNvCxnSpPr>
            <a:cxnSpLocks/>
          </p:cNvCxnSpPr>
          <p:nvPr/>
        </p:nvCxnSpPr>
        <p:spPr>
          <a:xfrm flipH="1" flipV="1">
            <a:off x="7155569" y="1022304"/>
            <a:ext cx="3220073" cy="132073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AF1E520-3E85-4195-A6EE-6FE77F3FA831}"/>
              </a:ext>
            </a:extLst>
          </p:cNvPr>
          <p:cNvCxnSpPr>
            <a:cxnSpLocks/>
          </p:cNvCxnSpPr>
          <p:nvPr/>
        </p:nvCxnSpPr>
        <p:spPr>
          <a:xfrm flipH="1" flipV="1">
            <a:off x="1313173" y="3389491"/>
            <a:ext cx="3434077" cy="915678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71E15DB-82C4-472C-9638-B9B128DE78F4}"/>
              </a:ext>
            </a:extLst>
          </p:cNvPr>
          <p:cNvCxnSpPr>
            <a:cxnSpLocks/>
          </p:cNvCxnSpPr>
          <p:nvPr/>
        </p:nvCxnSpPr>
        <p:spPr>
          <a:xfrm flipV="1">
            <a:off x="5959271" y="3414189"/>
            <a:ext cx="3008409" cy="733723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5AE7EB8-D134-48E9-A4B3-1EB10546378F}"/>
              </a:ext>
            </a:extLst>
          </p:cNvPr>
          <p:cNvCxnSpPr>
            <a:cxnSpLocks/>
          </p:cNvCxnSpPr>
          <p:nvPr/>
        </p:nvCxnSpPr>
        <p:spPr>
          <a:xfrm>
            <a:off x="2571115" y="3365279"/>
            <a:ext cx="2334093" cy="818894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2518901-2ADB-4F8D-BB40-A3D13FA50E88}"/>
              </a:ext>
            </a:extLst>
          </p:cNvPr>
          <p:cNvCxnSpPr>
            <a:cxnSpLocks/>
          </p:cNvCxnSpPr>
          <p:nvPr/>
        </p:nvCxnSpPr>
        <p:spPr>
          <a:xfrm flipH="1">
            <a:off x="6296473" y="3420471"/>
            <a:ext cx="4079172" cy="86527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44A9483A-9F27-4E50-AF14-01E7F0CD0FA8}"/>
              </a:ext>
            </a:extLst>
          </p:cNvPr>
          <p:cNvSpPr txBox="1"/>
          <p:nvPr/>
        </p:nvSpPr>
        <p:spPr>
          <a:xfrm>
            <a:off x="2985056" y="1608440"/>
            <a:ext cx="182742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F1EB55F-83EE-427C-B9E2-BA35E9FA1564}"/>
              </a:ext>
            </a:extLst>
          </p:cNvPr>
          <p:cNvSpPr txBox="1"/>
          <p:nvPr/>
        </p:nvSpPr>
        <p:spPr>
          <a:xfrm>
            <a:off x="2733182" y="3486187"/>
            <a:ext cx="182742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F0000"/>
                </a:solidFill>
              </a:rPr>
              <a:t>2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4887C53-5E9C-40A1-B9DC-DD4EC6D9BFF7}"/>
              </a:ext>
            </a:extLst>
          </p:cNvPr>
          <p:cNvSpPr txBox="1"/>
          <p:nvPr/>
        </p:nvSpPr>
        <p:spPr>
          <a:xfrm>
            <a:off x="4294124" y="1608440"/>
            <a:ext cx="182742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3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1CE5A89-C111-4CE0-B1D1-8DF9F80FFEFB}"/>
              </a:ext>
            </a:extLst>
          </p:cNvPr>
          <p:cNvSpPr txBox="1"/>
          <p:nvPr/>
        </p:nvSpPr>
        <p:spPr>
          <a:xfrm>
            <a:off x="9188090" y="1608440"/>
            <a:ext cx="182742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3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C5D6E47-7B25-44BF-AF9B-5C2620A205A3}"/>
              </a:ext>
            </a:extLst>
          </p:cNvPr>
          <p:cNvSpPr txBox="1"/>
          <p:nvPr/>
        </p:nvSpPr>
        <p:spPr>
          <a:xfrm>
            <a:off x="7930655" y="1608440"/>
            <a:ext cx="182742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6242ED0-EB54-4C59-AB61-1C83B8F25426}"/>
              </a:ext>
            </a:extLst>
          </p:cNvPr>
          <p:cNvSpPr txBox="1"/>
          <p:nvPr/>
        </p:nvSpPr>
        <p:spPr>
          <a:xfrm>
            <a:off x="7400455" y="3486187"/>
            <a:ext cx="182742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F0000"/>
                </a:solidFill>
              </a:rPr>
              <a:t>2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BA1E1A2-5731-432E-BB5F-5D0544B9E5B6}"/>
              </a:ext>
            </a:extLst>
          </p:cNvPr>
          <p:cNvSpPr txBox="1"/>
          <p:nvPr/>
        </p:nvSpPr>
        <p:spPr>
          <a:xfrm>
            <a:off x="3437163" y="3486187"/>
            <a:ext cx="182742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4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1363468-1C43-4E3F-A2F7-446B6905FAC0}"/>
              </a:ext>
            </a:extLst>
          </p:cNvPr>
          <p:cNvSpPr txBox="1"/>
          <p:nvPr/>
        </p:nvSpPr>
        <p:spPr>
          <a:xfrm>
            <a:off x="8477955" y="3486187"/>
            <a:ext cx="182742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4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F22EC46-020E-409D-B575-488F9D6DEF5D}"/>
              </a:ext>
            </a:extLst>
          </p:cNvPr>
          <p:cNvSpPr txBox="1"/>
          <p:nvPr/>
        </p:nvSpPr>
        <p:spPr>
          <a:xfrm>
            <a:off x="4519893" y="3486187"/>
            <a:ext cx="182742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5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D609858-E920-4231-BF78-E5619085F584}"/>
              </a:ext>
            </a:extLst>
          </p:cNvPr>
          <p:cNvSpPr txBox="1"/>
          <p:nvPr/>
        </p:nvSpPr>
        <p:spPr>
          <a:xfrm>
            <a:off x="5372227" y="3486187"/>
            <a:ext cx="182742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F0000"/>
                </a:solidFill>
              </a:rPr>
              <a:t>6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074337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</p:bldLst>
  </p:timing>
</p:sld>
</file>

<file path=ppt/theme/theme1.xml><?xml version="1.0" encoding="utf-8"?>
<a:theme xmlns:a="http://schemas.openxmlformats.org/drawingml/2006/main" name="21_BasicWhite">
  <a:themeElements>
    <a:clrScheme name="Custom 1">
      <a:dk1>
        <a:srgbClr val="FFFFFF"/>
      </a:dk1>
      <a:lt1>
        <a:srgbClr val="000000"/>
      </a:lt1>
      <a:dk2>
        <a:srgbClr val="525252"/>
      </a:dk2>
      <a:lt2>
        <a:srgbClr val="004A86"/>
      </a:lt2>
      <a:accent1>
        <a:srgbClr val="0068B5"/>
      </a:accent1>
      <a:accent2>
        <a:srgbClr val="00C7FD"/>
      </a:accent2>
      <a:accent3>
        <a:srgbClr val="F6CB4B"/>
      </a:accent3>
      <a:accent4>
        <a:srgbClr val="D96930"/>
      </a:accent4>
      <a:accent5>
        <a:srgbClr val="8F5DA2"/>
      </a:accent5>
      <a:accent6>
        <a:srgbClr val="8BAE46"/>
      </a:accent6>
      <a:hlink>
        <a:srgbClr val="0068B5"/>
      </a:hlink>
      <a:folHlink>
        <a:srgbClr val="0068B5"/>
      </a:folHlink>
    </a:clrScheme>
    <a:fontScheme name="Custom 11">
      <a:majorFont>
        <a:latin typeface="Intel Clear Light"/>
        <a:ea typeface="Helvetica Neue"/>
        <a:cs typeface="Helvetica Neue"/>
      </a:majorFont>
      <a:minorFont>
        <a:latin typeface="Intel Clear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none" lIns="0" tIns="0" rIns="0" bIns="0" numCol="1" spcCol="38100" rtlCol="0" anchor="t" anchorCtr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b="0" i="0" u="none" strike="noStrike" cap="none" spc="0" normalizeH="0" baseline="0" dirty="0" err="1" smtClean="0">
            <a:ln>
              <a:noFill/>
            </a:ln>
            <a:solidFill>
              <a:schemeClr val="tx2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Intel_Internal _PPT_Template_Final_Blue.pptx" id="{8750B7C5-7717-4CC8-AC27-783A0E1BA29E}" vid="{6C183B76-2606-423B-9002-A64FA49A0906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7F3A218EAD9D498A2F00761B277E67" ma:contentTypeVersion="10" ma:contentTypeDescription="Create a new document." ma:contentTypeScope="" ma:versionID="941e36ac545610519a90a5b07c60c41b">
  <xsd:schema xmlns:xsd="http://www.w3.org/2001/XMLSchema" xmlns:xs="http://www.w3.org/2001/XMLSchema" xmlns:p="http://schemas.microsoft.com/office/2006/metadata/properties" xmlns:ns3="355d2eee-bfa2-4a81-89d6-a18617a5705c" xmlns:ns4="0ea364a6-f82c-4b96-92e6-4121f9e1da09" targetNamespace="http://schemas.microsoft.com/office/2006/metadata/properties" ma:root="true" ma:fieldsID="8dc46bddc1b56a175a8bd93d0ddeab07" ns3:_="" ns4:_="">
    <xsd:import namespace="355d2eee-bfa2-4a81-89d6-a18617a5705c"/>
    <xsd:import namespace="0ea364a6-f82c-4b96-92e6-4121f9e1da09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5d2eee-bfa2-4a81-89d6-a18617a5705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a364a6-f82c-4b96-92e6-4121f9e1da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13A797E-CC7C-4F3F-BB25-AB24C199DA1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A3ED84F-6B91-4310-AFAE-A1F2388C37C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67B8F7A-7BBF-431B-BCC4-8208A6868D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55d2eee-bfa2-4a81-89d6-a18617a5705c"/>
    <ds:schemaRef ds:uri="0ea364a6-f82c-4b96-92e6-4121f9e1da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 template for Keynote Speeches</Template>
  <TotalTime>70452</TotalTime>
  <Words>50</Words>
  <Application>Microsoft Office PowerPoint</Application>
  <PresentationFormat>Widescreen</PresentationFormat>
  <Paragraphs>30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3" baseType="lpstr">
      <vt:lpstr>Helvetica Neue</vt:lpstr>
      <vt:lpstr>Helvetica Neue Medium</vt:lpstr>
      <vt:lpstr>Arial</vt:lpstr>
      <vt:lpstr>Calibri</vt:lpstr>
      <vt:lpstr>Helvetica</vt:lpstr>
      <vt:lpstr>Intel Clear</vt:lpstr>
      <vt:lpstr>Intel Clear Light</vt:lpstr>
      <vt:lpstr>Rockwell</vt:lpstr>
      <vt:lpstr>Wingdings</vt:lpstr>
      <vt:lpstr>21_BasicWhite</vt:lpstr>
      <vt:lpstr>REP material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Repair Algorithm</dc:title>
  <dc:creator>Dakwar, Wajde</dc:creator>
  <cp:keywords>CTPClassification=CTP_NT</cp:keywords>
  <cp:lastModifiedBy>Yang, Chun-yu</cp:lastModifiedBy>
  <cp:revision>6</cp:revision>
  <dcterms:created xsi:type="dcterms:W3CDTF">2020-12-15T11:20:34Z</dcterms:created>
  <dcterms:modified xsi:type="dcterms:W3CDTF">2022-04-22T01:39:24Z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974286d5-b26c-40f6-9830-fcc1aeb0e2a3</vt:lpwstr>
  </property>
  <property fmtid="{D5CDD505-2E9C-101B-9397-08002B2CF9AE}" pid="3" name="CTP_TimeStamp">
    <vt:lpwstr>2020-08-18 17:58:45Z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  <property fmtid="{D5CDD505-2E9C-101B-9397-08002B2CF9AE}" pid="8" name="ContentTypeId">
    <vt:lpwstr>0x0101004E7F3A218EAD9D498A2F00761B277E67</vt:lpwstr>
  </property>
</Properties>
</file>