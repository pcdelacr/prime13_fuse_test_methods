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429" r:id="rId6"/>
    <p:sldId id="406" r:id="rId7"/>
    <p:sldId id="385" r:id="rId8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00FF00"/>
    <a:srgbClr val="0000FF"/>
    <a:srgbClr val="FFFFFF"/>
    <a:srgbClr val="663300"/>
    <a:srgbClr val="8BAE46"/>
    <a:srgbClr val="FF0066"/>
    <a:srgbClr val="996633"/>
    <a:srgbClr val="CC3300"/>
    <a:srgbClr val="B59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8FD45B-27E9-428C-9A8F-B7520AE016B5}" v="4" dt="2022-04-21T17:39:28.90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6" autoAdjust="0"/>
    <p:restoredTop sz="94585" autoAdjust="0"/>
  </p:normalViewPr>
  <p:slideViewPr>
    <p:cSldViewPr snapToGrid="0" snapToObjects="1">
      <p:cViewPr varScale="1">
        <p:scale>
          <a:sx n="47" d="100"/>
          <a:sy n="47" d="100"/>
        </p:scale>
        <p:origin x="1032" y="36"/>
      </p:cViewPr>
      <p:guideLst/>
    </p:cSldViewPr>
  </p:slideViewPr>
  <p:outlineViewPr>
    <p:cViewPr>
      <p:scale>
        <a:sx n="33" d="100"/>
        <a:sy n="33" d="100"/>
      </p:scale>
      <p:origin x="0" y="-7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Chun-yu" userId="57c5ba99-e68a-448a-8f42-8e6ab6811b9f" providerId="ADAL" clId="{C98FD45B-27E9-428C-9A8F-B7520AE016B5}"/>
    <pc:docChg chg="custSel addSld delSld modSld">
      <pc:chgData name="Yang, Chun-yu" userId="57c5ba99-e68a-448a-8f42-8e6ab6811b9f" providerId="ADAL" clId="{C98FD45B-27E9-428C-9A8F-B7520AE016B5}" dt="2022-04-21T17:39:41.269" v="37" actId="11529"/>
      <pc:docMkLst>
        <pc:docMk/>
      </pc:docMkLst>
      <pc:sldChg chg="new del">
        <pc:chgData name="Yang, Chun-yu" userId="57c5ba99-e68a-448a-8f42-8e6ab6811b9f" providerId="ADAL" clId="{C98FD45B-27E9-428C-9A8F-B7520AE016B5}" dt="2022-04-21T17:37:50.556" v="3" actId="47"/>
        <pc:sldMkLst>
          <pc:docMk/>
          <pc:sldMk cId="3031326491" sldId="440"/>
        </pc:sldMkLst>
      </pc:sldChg>
      <pc:sldChg chg="addSp delSp modSp new mod">
        <pc:chgData name="Yang, Chun-yu" userId="57c5ba99-e68a-448a-8f42-8e6ab6811b9f" providerId="ADAL" clId="{C98FD45B-27E9-428C-9A8F-B7520AE016B5}" dt="2022-04-21T17:39:41.269" v="37" actId="11529"/>
        <pc:sldMkLst>
          <pc:docMk/>
          <pc:sldMk cId="2074337794" sldId="441"/>
        </pc:sldMkLst>
        <pc:spChg chg="del">
          <ac:chgData name="Yang, Chun-yu" userId="57c5ba99-e68a-448a-8f42-8e6ab6811b9f" providerId="ADAL" clId="{C98FD45B-27E9-428C-9A8F-B7520AE016B5}" dt="2022-04-21T17:37:49.577" v="2" actId="478"/>
          <ac:spMkLst>
            <pc:docMk/>
            <pc:sldMk cId="2074337794" sldId="441"/>
            <ac:spMk id="2" creationId="{BBFC418F-FEEB-465A-9F81-CED64D140377}"/>
          </ac:spMkLst>
        </pc:spChg>
        <pc:spChg chg="add del mod">
          <ac:chgData name="Yang, Chun-yu" userId="57c5ba99-e68a-448a-8f42-8e6ab6811b9f" providerId="ADAL" clId="{C98FD45B-27E9-428C-9A8F-B7520AE016B5}" dt="2022-04-21T17:38:10.951" v="5" actId="478"/>
          <ac:spMkLst>
            <pc:docMk/>
            <pc:sldMk cId="2074337794" sldId="441"/>
            <ac:spMk id="3" creationId="{E6A2910F-E67B-4888-ACE9-A3C2AEA066AD}"/>
          </ac:spMkLst>
        </pc:spChg>
        <pc:spChg chg="add del mod">
          <ac:chgData name="Yang, Chun-yu" userId="57c5ba99-e68a-448a-8f42-8e6ab6811b9f" providerId="ADAL" clId="{C98FD45B-27E9-428C-9A8F-B7520AE016B5}" dt="2022-04-21T17:38:10.951" v="5" actId="478"/>
          <ac:spMkLst>
            <pc:docMk/>
            <pc:sldMk cId="2074337794" sldId="441"/>
            <ac:spMk id="4" creationId="{847743E9-AF18-446C-B6F7-6E936961FF68}"/>
          </ac:spMkLst>
        </pc:spChg>
        <pc:spChg chg="add del mod">
          <ac:chgData name="Yang, Chun-yu" userId="57c5ba99-e68a-448a-8f42-8e6ab6811b9f" providerId="ADAL" clId="{C98FD45B-27E9-428C-9A8F-B7520AE016B5}" dt="2022-04-21T17:38:10.951" v="5" actId="478"/>
          <ac:spMkLst>
            <pc:docMk/>
            <pc:sldMk cId="2074337794" sldId="441"/>
            <ac:spMk id="5" creationId="{41AE9192-35EF-48A1-A62E-FC8CF5BAB899}"/>
          </ac:spMkLst>
        </pc:spChg>
        <pc:spChg chg="add del mod">
          <ac:chgData name="Yang, Chun-yu" userId="57c5ba99-e68a-448a-8f42-8e6ab6811b9f" providerId="ADAL" clId="{C98FD45B-27E9-428C-9A8F-B7520AE016B5}" dt="2022-04-21T17:38:12.103" v="6" actId="478"/>
          <ac:spMkLst>
            <pc:docMk/>
            <pc:sldMk cId="2074337794" sldId="441"/>
            <ac:spMk id="6" creationId="{C8067887-8A73-44D4-815E-AB43446C4A15}"/>
          </ac:spMkLst>
        </pc:spChg>
        <pc:spChg chg="add del mod">
          <ac:chgData name="Yang, Chun-yu" userId="57c5ba99-e68a-448a-8f42-8e6ab6811b9f" providerId="ADAL" clId="{C98FD45B-27E9-428C-9A8F-B7520AE016B5}" dt="2022-04-21T17:38:10.951" v="5" actId="478"/>
          <ac:spMkLst>
            <pc:docMk/>
            <pc:sldMk cId="2074337794" sldId="441"/>
            <ac:spMk id="7" creationId="{620D813A-4C91-47F8-A592-09E055FF9B2D}"/>
          </ac:spMkLst>
        </pc:spChg>
        <pc:spChg chg="add del mod">
          <ac:chgData name="Yang, Chun-yu" userId="57c5ba99-e68a-448a-8f42-8e6ab6811b9f" providerId="ADAL" clId="{C98FD45B-27E9-428C-9A8F-B7520AE016B5}" dt="2022-04-21T17:38:10.951" v="5" actId="478"/>
          <ac:spMkLst>
            <pc:docMk/>
            <pc:sldMk cId="2074337794" sldId="441"/>
            <ac:spMk id="8" creationId="{F6B8902F-C700-43A1-A98F-F07408E5179D}"/>
          </ac:spMkLst>
        </pc:spChg>
        <pc:spChg chg="add del mod">
          <ac:chgData name="Yang, Chun-yu" userId="57c5ba99-e68a-448a-8f42-8e6ab6811b9f" providerId="ADAL" clId="{C98FD45B-27E9-428C-9A8F-B7520AE016B5}" dt="2022-04-21T17:38:10.951" v="5" actId="478"/>
          <ac:spMkLst>
            <pc:docMk/>
            <pc:sldMk cId="2074337794" sldId="441"/>
            <ac:spMk id="9" creationId="{6784D1C0-9FF1-4D0D-818B-3917633496C1}"/>
          </ac:spMkLst>
        </pc:spChg>
        <pc:spChg chg="add del mod">
          <ac:chgData name="Yang, Chun-yu" userId="57c5ba99-e68a-448a-8f42-8e6ab6811b9f" providerId="ADAL" clId="{C98FD45B-27E9-428C-9A8F-B7520AE016B5}" dt="2022-04-21T17:39:10.601" v="28" actId="478"/>
          <ac:spMkLst>
            <pc:docMk/>
            <pc:sldMk cId="2074337794" sldId="441"/>
            <ac:spMk id="10" creationId="{353A3E58-C772-49A2-BFA2-0E890976BA30}"/>
          </ac:spMkLst>
        </pc:spChg>
        <pc:spChg chg="add mod">
          <ac:chgData name="Yang, Chun-yu" userId="57c5ba99-e68a-448a-8f42-8e6ab6811b9f" providerId="ADAL" clId="{C98FD45B-27E9-428C-9A8F-B7520AE016B5}" dt="2022-04-21T17:39:22.084" v="31" actId="14100"/>
          <ac:spMkLst>
            <pc:docMk/>
            <pc:sldMk cId="2074337794" sldId="441"/>
            <ac:spMk id="11" creationId="{4DC792DA-C673-4155-AFF9-A086624BA051}"/>
          </ac:spMkLst>
        </pc:spChg>
        <pc:spChg chg="add mod">
          <ac:chgData name="Yang, Chun-yu" userId="57c5ba99-e68a-448a-8f42-8e6ab6811b9f" providerId="ADAL" clId="{C98FD45B-27E9-428C-9A8F-B7520AE016B5}" dt="2022-04-21T17:39:31.027" v="36" actId="1076"/>
          <ac:spMkLst>
            <pc:docMk/>
            <pc:sldMk cId="2074337794" sldId="441"/>
            <ac:spMk id="12" creationId="{18398DEA-9C22-47F7-A0FF-16091417A086}"/>
          </ac:spMkLst>
        </pc:spChg>
        <pc:spChg chg="add mod">
          <ac:chgData name="Yang, Chun-yu" userId="57c5ba99-e68a-448a-8f42-8e6ab6811b9f" providerId="ADAL" clId="{C98FD45B-27E9-428C-9A8F-B7520AE016B5}" dt="2022-04-21T17:39:29.942" v="35" actId="1076"/>
          <ac:spMkLst>
            <pc:docMk/>
            <pc:sldMk cId="2074337794" sldId="441"/>
            <ac:spMk id="13" creationId="{4CB27AE1-709E-4BEA-8F5E-E70E902841DB}"/>
          </ac:spMkLst>
        </pc:spChg>
        <pc:spChg chg="add mod">
          <ac:chgData name="Yang, Chun-yu" userId="57c5ba99-e68a-448a-8f42-8e6ab6811b9f" providerId="ADAL" clId="{C98FD45B-27E9-428C-9A8F-B7520AE016B5}" dt="2022-04-21T17:39:28.884" v="34" actId="571"/>
          <ac:spMkLst>
            <pc:docMk/>
            <pc:sldMk cId="2074337794" sldId="441"/>
            <ac:spMk id="14" creationId="{64740C3C-2953-44A5-9DD2-8D32810E2CA4}"/>
          </ac:spMkLst>
        </pc:spChg>
        <pc:spChg chg="add">
          <ac:chgData name="Yang, Chun-yu" userId="57c5ba99-e68a-448a-8f42-8e6ab6811b9f" providerId="ADAL" clId="{C98FD45B-27E9-428C-9A8F-B7520AE016B5}" dt="2022-04-21T17:39:41.269" v="37" actId="11529"/>
          <ac:spMkLst>
            <pc:docMk/>
            <pc:sldMk cId="2074337794" sldId="441"/>
            <ac:spMk id="15" creationId="{C3D6A01A-F6C2-40A4-ADDB-BD9A9AF97D57}"/>
          </ac:spMkLst>
        </pc:spChg>
      </pc:sldChg>
    </pc:docChg>
  </pc:docChgLst>
  <pc:docChgLst>
    <pc:chgData name="Yang, Chun-yu" userId="57c5ba99-e68a-448a-8f42-8e6ab6811b9f" providerId="ADAL" clId="{E9B27B6A-01FF-45F8-B10C-CD006526897A}"/>
    <pc:docChg chg="undo redo custSel modSld">
      <pc:chgData name="Yang, Chun-yu" userId="57c5ba99-e68a-448a-8f42-8e6ab6811b9f" providerId="ADAL" clId="{E9B27B6A-01FF-45F8-B10C-CD006526897A}" dt="2022-04-04T22:11:34.667" v="343" actId="1076"/>
      <pc:docMkLst>
        <pc:docMk/>
      </pc:docMkLst>
      <pc:sldChg chg="addSp">
        <pc:chgData name="Yang, Chun-yu" userId="57c5ba99-e68a-448a-8f42-8e6ab6811b9f" providerId="ADAL" clId="{E9B27B6A-01FF-45F8-B10C-CD006526897A}" dt="2022-03-29T22:26:38.836" v="1"/>
        <pc:sldMkLst>
          <pc:docMk/>
          <pc:sldMk cId="4238593702" sldId="372"/>
        </pc:sldMkLst>
        <pc:inkChg chg="add">
          <ac:chgData name="Yang, Chun-yu" userId="57c5ba99-e68a-448a-8f42-8e6ab6811b9f" providerId="ADAL" clId="{E9B27B6A-01FF-45F8-B10C-CD006526897A}" dt="2022-03-29T22:26:38.836" v="1"/>
          <ac:inkMkLst>
            <pc:docMk/>
            <pc:sldMk cId="4238593702" sldId="372"/>
            <ac:inkMk id="4" creationId="{1E38CFD3-3FB2-4E29-90C8-A7CFE5B60D63}"/>
          </ac:inkMkLst>
        </pc:inkChg>
      </pc:sldChg>
      <pc:sldChg chg="addSp">
        <pc:chgData name="Yang, Chun-yu" userId="57c5ba99-e68a-448a-8f42-8e6ab6811b9f" providerId="ADAL" clId="{E9B27B6A-01FF-45F8-B10C-CD006526897A}" dt="2022-03-29T22:26:38.836" v="1"/>
        <pc:sldMkLst>
          <pc:docMk/>
          <pc:sldMk cId="3094675399" sldId="394"/>
        </pc:sldMkLst>
        <pc:inkChg chg="add">
          <ac:chgData name="Yang, Chun-yu" userId="57c5ba99-e68a-448a-8f42-8e6ab6811b9f" providerId="ADAL" clId="{E9B27B6A-01FF-45F8-B10C-CD006526897A}" dt="2022-03-29T22:26:38.836" v="1"/>
          <ac:inkMkLst>
            <pc:docMk/>
            <pc:sldMk cId="3094675399" sldId="394"/>
            <ac:inkMk id="5" creationId="{005DBC34-1078-4764-A1E6-4D3E0D24D784}"/>
          </ac:inkMkLst>
        </pc:inkChg>
      </pc:sldChg>
      <pc:sldChg chg="addSp">
        <pc:chgData name="Yang, Chun-yu" userId="57c5ba99-e68a-448a-8f42-8e6ab6811b9f" providerId="ADAL" clId="{E9B27B6A-01FF-45F8-B10C-CD006526897A}" dt="2022-03-29T22:26:38.836" v="1"/>
        <pc:sldMkLst>
          <pc:docMk/>
          <pc:sldMk cId="3046842539" sldId="395"/>
        </pc:sldMkLst>
        <pc:inkChg chg="add">
          <ac:chgData name="Yang, Chun-yu" userId="57c5ba99-e68a-448a-8f42-8e6ab6811b9f" providerId="ADAL" clId="{E9B27B6A-01FF-45F8-B10C-CD006526897A}" dt="2022-03-29T22:26:38.836" v="1"/>
          <ac:inkMkLst>
            <pc:docMk/>
            <pc:sldMk cId="3046842539" sldId="395"/>
            <ac:inkMk id="6" creationId="{50EEB38D-EA87-4CA4-81C0-777AADE29AC4}"/>
          </ac:inkMkLst>
        </pc:inkChg>
      </pc:sldChg>
      <pc:sldChg chg="addSp">
        <pc:chgData name="Yang, Chun-yu" userId="57c5ba99-e68a-448a-8f42-8e6ab6811b9f" providerId="ADAL" clId="{E9B27B6A-01FF-45F8-B10C-CD006526897A}" dt="2022-03-29T22:26:38.836" v="1"/>
        <pc:sldMkLst>
          <pc:docMk/>
          <pc:sldMk cId="2624453906" sldId="396"/>
        </pc:sldMkLst>
        <pc:inkChg chg="add">
          <ac:chgData name="Yang, Chun-yu" userId="57c5ba99-e68a-448a-8f42-8e6ab6811b9f" providerId="ADAL" clId="{E9B27B6A-01FF-45F8-B10C-CD006526897A}" dt="2022-03-29T22:26:38.836" v="1"/>
          <ac:inkMkLst>
            <pc:docMk/>
            <pc:sldMk cId="2624453906" sldId="396"/>
            <ac:inkMk id="10" creationId="{536A9C47-B9D0-475A-A882-247A8E1A32F7}"/>
          </ac:inkMkLst>
        </pc:inkChg>
      </pc:sldChg>
      <pc:sldChg chg="addSp">
        <pc:chgData name="Yang, Chun-yu" userId="57c5ba99-e68a-448a-8f42-8e6ab6811b9f" providerId="ADAL" clId="{E9B27B6A-01FF-45F8-B10C-CD006526897A}" dt="2022-03-29T22:26:38.836" v="1"/>
        <pc:sldMkLst>
          <pc:docMk/>
          <pc:sldMk cId="641926872" sldId="400"/>
        </pc:sldMkLst>
        <pc:inkChg chg="add">
          <ac:chgData name="Yang, Chun-yu" userId="57c5ba99-e68a-448a-8f42-8e6ab6811b9f" providerId="ADAL" clId="{E9B27B6A-01FF-45F8-B10C-CD006526897A}" dt="2022-03-29T22:26:38.836" v="1"/>
          <ac:inkMkLst>
            <pc:docMk/>
            <pc:sldMk cId="641926872" sldId="400"/>
            <ac:inkMk id="3" creationId="{57B2388B-E3D2-4F56-A441-6A55A42F705B}"/>
          </ac:inkMkLst>
        </pc:inkChg>
      </pc:sldChg>
      <pc:sldChg chg="addSp">
        <pc:chgData name="Yang, Chun-yu" userId="57c5ba99-e68a-448a-8f42-8e6ab6811b9f" providerId="ADAL" clId="{E9B27B6A-01FF-45F8-B10C-CD006526897A}" dt="2022-03-29T22:26:38.836" v="1"/>
        <pc:sldMkLst>
          <pc:docMk/>
          <pc:sldMk cId="2401979448" sldId="401"/>
        </pc:sldMkLst>
        <pc:inkChg chg="add">
          <ac:chgData name="Yang, Chun-yu" userId="57c5ba99-e68a-448a-8f42-8e6ab6811b9f" providerId="ADAL" clId="{E9B27B6A-01FF-45F8-B10C-CD006526897A}" dt="2022-03-29T22:26:38.836" v="1"/>
          <ac:inkMkLst>
            <pc:docMk/>
            <pc:sldMk cId="2401979448" sldId="401"/>
            <ac:inkMk id="5" creationId="{2CFCCC6B-F40A-45E2-92AA-DEBA3171CB06}"/>
          </ac:inkMkLst>
        </pc:inkChg>
      </pc:sldChg>
      <pc:sldChg chg="addSp">
        <pc:chgData name="Yang, Chun-yu" userId="57c5ba99-e68a-448a-8f42-8e6ab6811b9f" providerId="ADAL" clId="{E9B27B6A-01FF-45F8-B10C-CD006526897A}" dt="2022-03-29T22:26:38.836" v="1"/>
        <pc:sldMkLst>
          <pc:docMk/>
          <pc:sldMk cId="1022159443" sldId="403"/>
        </pc:sldMkLst>
        <pc:inkChg chg="add">
          <ac:chgData name="Yang, Chun-yu" userId="57c5ba99-e68a-448a-8f42-8e6ab6811b9f" providerId="ADAL" clId="{E9B27B6A-01FF-45F8-B10C-CD006526897A}" dt="2022-03-29T22:26:38.836" v="1"/>
          <ac:inkMkLst>
            <pc:docMk/>
            <pc:sldMk cId="1022159443" sldId="403"/>
            <ac:inkMk id="4" creationId="{C836BB99-0A20-4DCC-8B8C-44779FEB8146}"/>
          </ac:inkMkLst>
        </pc:inkChg>
      </pc:sldChg>
      <pc:sldChg chg="addSp">
        <pc:chgData name="Yang, Chun-yu" userId="57c5ba99-e68a-448a-8f42-8e6ab6811b9f" providerId="ADAL" clId="{E9B27B6A-01FF-45F8-B10C-CD006526897A}" dt="2022-03-29T22:26:38.836" v="1"/>
        <pc:sldMkLst>
          <pc:docMk/>
          <pc:sldMk cId="1819389852" sldId="404"/>
        </pc:sldMkLst>
        <pc:inkChg chg="add">
          <ac:chgData name="Yang, Chun-yu" userId="57c5ba99-e68a-448a-8f42-8e6ab6811b9f" providerId="ADAL" clId="{E9B27B6A-01FF-45F8-B10C-CD006526897A}" dt="2022-03-29T22:26:38.836" v="1"/>
          <ac:inkMkLst>
            <pc:docMk/>
            <pc:sldMk cId="1819389852" sldId="404"/>
            <ac:inkMk id="4" creationId="{C149FA9A-BB4F-401E-BD84-314839B4CE75}"/>
          </ac:inkMkLst>
        </pc:inkChg>
      </pc:sldChg>
      <pc:sldChg chg="modSp mod">
        <pc:chgData name="Yang, Chun-yu" userId="57c5ba99-e68a-448a-8f42-8e6ab6811b9f" providerId="ADAL" clId="{E9B27B6A-01FF-45F8-B10C-CD006526897A}" dt="2022-04-04T22:11:34.667" v="343" actId="1076"/>
        <pc:sldMkLst>
          <pc:docMk/>
          <pc:sldMk cId="2130754701" sldId="408"/>
        </pc:sldMkLst>
        <pc:spChg chg="mod">
          <ac:chgData name="Yang, Chun-yu" userId="57c5ba99-e68a-448a-8f42-8e6ab6811b9f" providerId="ADAL" clId="{E9B27B6A-01FF-45F8-B10C-CD006526897A}" dt="2022-04-04T22:11:34.667" v="343" actId="1076"/>
          <ac:spMkLst>
            <pc:docMk/>
            <pc:sldMk cId="2130754701" sldId="408"/>
            <ac:spMk id="64" creationId="{8AE4D27B-8666-466D-8AAF-383D49B49578}"/>
          </ac:spMkLst>
        </pc:spChg>
      </pc:sldChg>
      <pc:sldChg chg="delSp mod">
        <pc:chgData name="Yang, Chun-yu" userId="57c5ba99-e68a-448a-8f42-8e6ab6811b9f" providerId="ADAL" clId="{E9B27B6A-01FF-45F8-B10C-CD006526897A}" dt="2022-03-29T21:41:53.980" v="0" actId="478"/>
        <pc:sldMkLst>
          <pc:docMk/>
          <pc:sldMk cId="2426765683" sldId="425"/>
        </pc:sldMkLst>
        <pc:inkChg chg="del">
          <ac:chgData name="Yang, Chun-yu" userId="57c5ba99-e68a-448a-8f42-8e6ab6811b9f" providerId="ADAL" clId="{E9B27B6A-01FF-45F8-B10C-CD006526897A}" dt="2022-03-29T21:41:53.980" v="0" actId="478"/>
          <ac:inkMkLst>
            <pc:docMk/>
            <pc:sldMk cId="2426765683" sldId="425"/>
            <ac:inkMk id="51" creationId="{BBF968EC-EA61-4312-882E-78DF65E03731}"/>
          </ac:inkMkLst>
        </pc:inkChg>
      </pc:sldChg>
      <pc:sldChg chg="addSp">
        <pc:chgData name="Yang, Chun-yu" userId="57c5ba99-e68a-448a-8f42-8e6ab6811b9f" providerId="ADAL" clId="{E9B27B6A-01FF-45F8-B10C-CD006526897A}" dt="2022-03-31T22:29:48.412" v="342"/>
        <pc:sldMkLst>
          <pc:docMk/>
          <pc:sldMk cId="3299073007" sldId="429"/>
        </pc:sldMkLst>
        <pc:inkChg chg="add">
          <ac:chgData name="Yang, Chun-yu" userId="57c5ba99-e68a-448a-8f42-8e6ab6811b9f" providerId="ADAL" clId="{E9B27B6A-01FF-45F8-B10C-CD006526897A}" dt="2022-03-31T22:29:48.412" v="342"/>
          <ac:inkMkLst>
            <pc:docMk/>
            <pc:sldMk cId="3299073007" sldId="429"/>
            <ac:inkMk id="5" creationId="{F3FB7DDD-43C1-4A99-8453-78E2434D433F}"/>
          </ac:inkMkLst>
        </pc:inkChg>
      </pc:sldChg>
      <pc:sldChg chg="modSp mod">
        <pc:chgData name="Yang, Chun-yu" userId="57c5ba99-e68a-448a-8f42-8e6ab6811b9f" providerId="ADAL" clId="{E9B27B6A-01FF-45F8-B10C-CD006526897A}" dt="2022-03-31T22:22:00.439" v="341" actId="552"/>
        <pc:sldMkLst>
          <pc:docMk/>
          <pc:sldMk cId="918426260" sldId="436"/>
        </pc:sldMkLst>
        <pc:spChg chg="mod">
          <ac:chgData name="Yang, Chun-yu" userId="57c5ba99-e68a-448a-8f42-8e6ab6811b9f" providerId="ADAL" clId="{E9B27B6A-01FF-45F8-B10C-CD006526897A}" dt="2022-03-31T22:22:00.439" v="341" actId="552"/>
          <ac:spMkLst>
            <pc:docMk/>
            <pc:sldMk cId="918426260" sldId="436"/>
            <ac:spMk id="13" creationId="{F25F8201-0E8C-4B52-92AA-585FA09D210C}"/>
          </ac:spMkLst>
        </pc:spChg>
        <pc:spChg chg="mod">
          <ac:chgData name="Yang, Chun-yu" userId="57c5ba99-e68a-448a-8f42-8e6ab6811b9f" providerId="ADAL" clId="{E9B27B6A-01FF-45F8-B10C-CD006526897A}" dt="2022-03-31T22:22:00.439" v="341" actId="552"/>
          <ac:spMkLst>
            <pc:docMk/>
            <pc:sldMk cId="918426260" sldId="436"/>
            <ac:spMk id="14" creationId="{C402152A-D7EC-425B-9BF4-C60C4F6C960C}"/>
          </ac:spMkLst>
        </pc:spChg>
        <pc:spChg chg="mod">
          <ac:chgData name="Yang, Chun-yu" userId="57c5ba99-e68a-448a-8f42-8e6ab6811b9f" providerId="ADAL" clId="{E9B27B6A-01FF-45F8-B10C-CD006526897A}" dt="2022-03-31T22:22:00.439" v="341" actId="552"/>
          <ac:spMkLst>
            <pc:docMk/>
            <pc:sldMk cId="918426260" sldId="436"/>
            <ac:spMk id="15" creationId="{E2B3B3BF-490F-4E6B-AE7B-313C93EA4C16}"/>
          </ac:spMkLst>
        </pc:spChg>
        <pc:spChg chg="mod">
          <ac:chgData name="Yang, Chun-yu" userId="57c5ba99-e68a-448a-8f42-8e6ab6811b9f" providerId="ADAL" clId="{E9B27B6A-01FF-45F8-B10C-CD006526897A}" dt="2022-03-31T22:22:00.439" v="341" actId="552"/>
          <ac:spMkLst>
            <pc:docMk/>
            <pc:sldMk cId="918426260" sldId="436"/>
            <ac:spMk id="16" creationId="{327B1B39-C25B-4347-8F9C-FA196491B4C4}"/>
          </ac:spMkLst>
        </pc:spChg>
        <pc:spChg chg="mod">
          <ac:chgData name="Yang, Chun-yu" userId="57c5ba99-e68a-448a-8f42-8e6ab6811b9f" providerId="ADAL" clId="{E9B27B6A-01FF-45F8-B10C-CD006526897A}" dt="2022-03-31T22:22:00.439" v="341" actId="552"/>
          <ac:spMkLst>
            <pc:docMk/>
            <pc:sldMk cId="918426260" sldId="436"/>
            <ac:spMk id="17" creationId="{2D0B66E9-B0C0-4EE7-83CB-00CAB3080597}"/>
          </ac:spMkLst>
        </pc:spChg>
        <pc:spChg chg="mod">
          <ac:chgData name="Yang, Chun-yu" userId="57c5ba99-e68a-448a-8f42-8e6ab6811b9f" providerId="ADAL" clId="{E9B27B6A-01FF-45F8-B10C-CD006526897A}" dt="2022-03-31T22:22:00.439" v="341" actId="552"/>
          <ac:spMkLst>
            <pc:docMk/>
            <pc:sldMk cId="918426260" sldId="436"/>
            <ac:spMk id="18" creationId="{8E157C1B-D213-480C-88E8-01CC8162DD7B}"/>
          </ac:spMkLst>
        </pc:spChg>
        <pc:spChg chg="mod">
          <ac:chgData name="Yang, Chun-yu" userId="57c5ba99-e68a-448a-8f42-8e6ab6811b9f" providerId="ADAL" clId="{E9B27B6A-01FF-45F8-B10C-CD006526897A}" dt="2022-03-31T22:22:00.439" v="341" actId="552"/>
          <ac:spMkLst>
            <pc:docMk/>
            <pc:sldMk cId="918426260" sldId="436"/>
            <ac:spMk id="19" creationId="{20CED288-2B8B-4724-A64E-1ADA72D95728}"/>
          </ac:spMkLst>
        </pc:spChg>
        <pc:spChg chg="mod">
          <ac:chgData name="Yang, Chun-yu" userId="57c5ba99-e68a-448a-8f42-8e6ab6811b9f" providerId="ADAL" clId="{E9B27B6A-01FF-45F8-B10C-CD006526897A}" dt="2022-03-31T22:22:00.439" v="341" actId="552"/>
          <ac:spMkLst>
            <pc:docMk/>
            <pc:sldMk cId="918426260" sldId="436"/>
            <ac:spMk id="20" creationId="{0F24F897-FDF3-4310-A851-1A7AF457A873}"/>
          </ac:spMkLst>
        </pc:spChg>
        <pc:spChg chg="mod">
          <ac:chgData name="Yang, Chun-yu" userId="57c5ba99-e68a-448a-8f42-8e6ab6811b9f" providerId="ADAL" clId="{E9B27B6A-01FF-45F8-B10C-CD006526897A}" dt="2022-03-31T22:17:55.371" v="17" actId="1035"/>
          <ac:spMkLst>
            <pc:docMk/>
            <pc:sldMk cId="918426260" sldId="436"/>
            <ac:spMk id="24" creationId="{8D1C9809-9450-4AEC-8B7D-06B5285E0F6E}"/>
          </ac:spMkLst>
        </pc:spChg>
        <pc:spChg chg="mod">
          <ac:chgData name="Yang, Chun-yu" userId="57c5ba99-e68a-448a-8f42-8e6ab6811b9f" providerId="ADAL" clId="{E9B27B6A-01FF-45F8-B10C-CD006526897A}" dt="2022-03-31T22:18:28.226" v="97" actId="1035"/>
          <ac:spMkLst>
            <pc:docMk/>
            <pc:sldMk cId="918426260" sldId="436"/>
            <ac:spMk id="26" creationId="{D12D170D-4806-4E78-9448-B43A70BDCDB9}"/>
          </ac:spMkLst>
        </pc:spChg>
      </pc:sldChg>
      <pc:sldChg chg="addSp delSp modSp mod modAnim">
        <pc:chgData name="Yang, Chun-yu" userId="57c5ba99-e68a-448a-8f42-8e6ab6811b9f" providerId="ADAL" clId="{E9B27B6A-01FF-45F8-B10C-CD006526897A}" dt="2022-03-31T22:21:54.668" v="340" actId="552"/>
        <pc:sldMkLst>
          <pc:docMk/>
          <pc:sldMk cId="1909180603" sldId="437"/>
        </pc:sldMkLst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13" creationId="{F25F8201-0E8C-4B52-92AA-585FA09D210C}"/>
          </ac:spMkLst>
        </pc:spChg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14" creationId="{C402152A-D7EC-425B-9BF4-C60C4F6C960C}"/>
          </ac:spMkLst>
        </pc:spChg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15" creationId="{E2B3B3BF-490F-4E6B-AE7B-313C93EA4C16}"/>
          </ac:spMkLst>
        </pc:spChg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16" creationId="{327B1B39-C25B-4347-8F9C-FA196491B4C4}"/>
          </ac:spMkLst>
        </pc:spChg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17" creationId="{2D0B66E9-B0C0-4EE7-83CB-00CAB3080597}"/>
          </ac:spMkLst>
        </pc:spChg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18" creationId="{8E157C1B-D213-480C-88E8-01CC8162DD7B}"/>
          </ac:spMkLst>
        </pc:spChg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19" creationId="{20CED288-2B8B-4724-A64E-1ADA72D95728}"/>
          </ac:spMkLst>
        </pc:spChg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20" creationId="{0F24F897-FDF3-4310-A851-1A7AF457A873}"/>
          </ac:spMkLst>
        </pc:spChg>
        <pc:spChg chg="add del">
          <ac:chgData name="Yang, Chun-yu" userId="57c5ba99-e68a-448a-8f42-8e6ab6811b9f" providerId="ADAL" clId="{E9B27B6A-01FF-45F8-B10C-CD006526897A}" dt="2022-03-31T22:19:21.123" v="123" actId="478"/>
          <ac:spMkLst>
            <pc:docMk/>
            <pc:sldMk cId="1909180603" sldId="437"/>
            <ac:spMk id="24" creationId="{8D1C9809-9450-4AEC-8B7D-06B5285E0F6E}"/>
          </ac:spMkLst>
        </pc:spChg>
        <pc:spChg chg="add del mod">
          <ac:chgData name="Yang, Chun-yu" userId="57c5ba99-e68a-448a-8f42-8e6ab6811b9f" providerId="ADAL" clId="{E9B27B6A-01FF-45F8-B10C-CD006526897A}" dt="2022-03-31T22:21:54.668" v="340" actId="552"/>
          <ac:spMkLst>
            <pc:docMk/>
            <pc:sldMk cId="1909180603" sldId="437"/>
            <ac:spMk id="25" creationId="{5423AB30-353C-400A-BC63-01DB576F4ADC}"/>
          </ac:spMkLst>
        </pc:spChg>
        <pc:spChg chg="add del mod">
          <ac:chgData name="Yang, Chun-yu" userId="57c5ba99-e68a-448a-8f42-8e6ab6811b9f" providerId="ADAL" clId="{E9B27B6A-01FF-45F8-B10C-CD006526897A}" dt="2022-03-31T22:21:54.668" v="340" actId="552"/>
          <ac:spMkLst>
            <pc:docMk/>
            <pc:sldMk cId="1909180603" sldId="437"/>
            <ac:spMk id="26" creationId="{278DE49C-5BD7-4D4D-BA09-62C57D5AC0D9}"/>
          </ac:spMkLst>
        </pc:spChg>
        <pc:spChg chg="add del mod">
          <ac:chgData name="Yang, Chun-yu" userId="57c5ba99-e68a-448a-8f42-8e6ab6811b9f" providerId="ADAL" clId="{E9B27B6A-01FF-45F8-B10C-CD006526897A}" dt="2022-03-31T22:21:54.668" v="340" actId="552"/>
          <ac:spMkLst>
            <pc:docMk/>
            <pc:sldMk cId="1909180603" sldId="437"/>
            <ac:spMk id="28" creationId="{39ABD4F5-9FFB-4685-A68A-FD9ADC7EF40A}"/>
          </ac:spMkLst>
        </pc:spChg>
        <pc:spChg chg="add del mod">
          <ac:chgData name="Yang, Chun-yu" userId="57c5ba99-e68a-448a-8f42-8e6ab6811b9f" providerId="ADAL" clId="{E9B27B6A-01FF-45F8-B10C-CD006526897A}" dt="2022-03-31T22:21:54.668" v="340" actId="552"/>
          <ac:spMkLst>
            <pc:docMk/>
            <pc:sldMk cId="1909180603" sldId="437"/>
            <ac:spMk id="29" creationId="{A2E85595-10B5-41E6-B904-C0D78269EC6A}"/>
          </ac:spMkLst>
        </pc:spChg>
        <pc:spChg chg="add del mod">
          <ac:chgData name="Yang, Chun-yu" userId="57c5ba99-e68a-448a-8f42-8e6ab6811b9f" providerId="ADAL" clId="{E9B27B6A-01FF-45F8-B10C-CD006526897A}" dt="2022-03-31T22:21:54.668" v="340" actId="552"/>
          <ac:spMkLst>
            <pc:docMk/>
            <pc:sldMk cId="1909180603" sldId="437"/>
            <ac:spMk id="30" creationId="{F0C7111E-71DC-48CD-93B3-27E7FB0D83E4}"/>
          </ac:spMkLst>
        </pc:spChg>
        <pc:spChg chg="add del mod">
          <ac:chgData name="Yang, Chun-yu" userId="57c5ba99-e68a-448a-8f42-8e6ab6811b9f" providerId="ADAL" clId="{E9B27B6A-01FF-45F8-B10C-CD006526897A}" dt="2022-03-31T22:21:54.668" v="340" actId="552"/>
          <ac:spMkLst>
            <pc:docMk/>
            <pc:sldMk cId="1909180603" sldId="437"/>
            <ac:spMk id="31" creationId="{6C620942-F014-407B-8E97-76BB7CFC89B5}"/>
          </ac:spMkLst>
        </pc:spChg>
        <pc:spChg chg="add del mod">
          <ac:chgData name="Yang, Chun-yu" userId="57c5ba99-e68a-448a-8f42-8e6ab6811b9f" providerId="ADAL" clId="{E9B27B6A-01FF-45F8-B10C-CD006526897A}" dt="2022-03-31T22:21:54.668" v="340" actId="552"/>
          <ac:spMkLst>
            <pc:docMk/>
            <pc:sldMk cId="1909180603" sldId="437"/>
            <ac:spMk id="32" creationId="{DA6D4353-E5CE-4834-A835-76A825231D5D}"/>
          </ac:spMkLst>
        </pc:spChg>
        <pc:spChg chg="add del mod">
          <ac:chgData name="Yang, Chun-yu" userId="57c5ba99-e68a-448a-8f42-8e6ab6811b9f" providerId="ADAL" clId="{E9B27B6A-01FF-45F8-B10C-CD006526897A}" dt="2022-03-31T22:21:54.668" v="340" actId="552"/>
          <ac:spMkLst>
            <pc:docMk/>
            <pc:sldMk cId="1909180603" sldId="437"/>
            <ac:spMk id="33" creationId="{33681808-9A08-4A15-94EB-CBBFB41D2A49}"/>
          </ac:spMkLst>
        </pc:spChg>
        <pc:spChg chg="add del mod">
          <ac:chgData name="Yang, Chun-yu" userId="57c5ba99-e68a-448a-8f42-8e6ab6811b9f" providerId="ADAL" clId="{E9B27B6A-01FF-45F8-B10C-CD006526897A}" dt="2022-03-31T22:19:21.551" v="124"/>
          <ac:spMkLst>
            <pc:docMk/>
            <pc:sldMk cId="1909180603" sldId="437"/>
            <ac:spMk id="34" creationId="{AB408AE6-6C73-4CD6-8AA6-C606401868AE}"/>
          </ac:spMkLst>
        </pc:spChg>
        <pc:spChg chg="add del mod">
          <ac:chgData name="Yang, Chun-yu" userId="57c5ba99-e68a-448a-8f42-8e6ab6811b9f" providerId="ADAL" clId="{E9B27B6A-01FF-45F8-B10C-CD006526897A}" dt="2022-03-31T22:19:25.060" v="126" actId="478"/>
          <ac:spMkLst>
            <pc:docMk/>
            <pc:sldMk cId="1909180603" sldId="437"/>
            <ac:spMk id="35" creationId="{2D545630-8E53-45A0-88F3-DB6C4953B1D6}"/>
          </ac:spMkLst>
        </pc:spChg>
      </pc:sldChg>
      <pc:sldChg chg="addSp modSp mod">
        <pc:chgData name="Yang, Chun-yu" userId="57c5ba99-e68a-448a-8f42-8e6ab6811b9f" providerId="ADAL" clId="{E9B27B6A-01FF-45F8-B10C-CD006526897A}" dt="2022-03-31T22:29:48.412" v="342"/>
        <pc:sldMkLst>
          <pc:docMk/>
          <pc:sldMk cId="1198990791" sldId="438"/>
        </pc:sldMkLst>
        <pc:spChg chg="mod">
          <ac:chgData name="Yang, Chun-yu" userId="57c5ba99-e68a-448a-8f42-8e6ab6811b9f" providerId="ADAL" clId="{E9B27B6A-01FF-45F8-B10C-CD006526897A}" dt="2022-03-31T22:21:48.526" v="339" actId="552"/>
          <ac:spMkLst>
            <pc:docMk/>
            <pc:sldMk cId="1198990791" sldId="438"/>
            <ac:spMk id="13" creationId="{F25F8201-0E8C-4B52-92AA-585FA09D210C}"/>
          </ac:spMkLst>
        </pc:spChg>
        <pc:spChg chg="mod">
          <ac:chgData name="Yang, Chun-yu" userId="57c5ba99-e68a-448a-8f42-8e6ab6811b9f" providerId="ADAL" clId="{E9B27B6A-01FF-45F8-B10C-CD006526897A}" dt="2022-03-31T22:21:48.526" v="339" actId="552"/>
          <ac:spMkLst>
            <pc:docMk/>
            <pc:sldMk cId="1198990791" sldId="438"/>
            <ac:spMk id="14" creationId="{C402152A-D7EC-425B-9BF4-C60C4F6C960C}"/>
          </ac:spMkLst>
        </pc:spChg>
        <pc:spChg chg="mod">
          <ac:chgData name="Yang, Chun-yu" userId="57c5ba99-e68a-448a-8f42-8e6ab6811b9f" providerId="ADAL" clId="{E9B27B6A-01FF-45F8-B10C-CD006526897A}" dt="2022-03-31T22:21:48.526" v="339" actId="552"/>
          <ac:spMkLst>
            <pc:docMk/>
            <pc:sldMk cId="1198990791" sldId="438"/>
            <ac:spMk id="15" creationId="{E2B3B3BF-490F-4E6B-AE7B-313C93EA4C16}"/>
          </ac:spMkLst>
        </pc:spChg>
        <pc:spChg chg="mod">
          <ac:chgData name="Yang, Chun-yu" userId="57c5ba99-e68a-448a-8f42-8e6ab6811b9f" providerId="ADAL" clId="{E9B27B6A-01FF-45F8-B10C-CD006526897A}" dt="2022-03-31T22:21:48.526" v="339" actId="552"/>
          <ac:spMkLst>
            <pc:docMk/>
            <pc:sldMk cId="1198990791" sldId="438"/>
            <ac:spMk id="16" creationId="{327B1B39-C25B-4347-8F9C-FA196491B4C4}"/>
          </ac:spMkLst>
        </pc:spChg>
        <pc:spChg chg="mod">
          <ac:chgData name="Yang, Chun-yu" userId="57c5ba99-e68a-448a-8f42-8e6ab6811b9f" providerId="ADAL" clId="{E9B27B6A-01FF-45F8-B10C-CD006526897A}" dt="2022-03-31T22:21:48.526" v="339" actId="552"/>
          <ac:spMkLst>
            <pc:docMk/>
            <pc:sldMk cId="1198990791" sldId="438"/>
            <ac:spMk id="17" creationId="{2D0B66E9-B0C0-4EE7-83CB-00CAB3080597}"/>
          </ac:spMkLst>
        </pc:spChg>
        <pc:spChg chg="mod">
          <ac:chgData name="Yang, Chun-yu" userId="57c5ba99-e68a-448a-8f42-8e6ab6811b9f" providerId="ADAL" clId="{E9B27B6A-01FF-45F8-B10C-CD006526897A}" dt="2022-03-31T22:21:48.526" v="339" actId="552"/>
          <ac:spMkLst>
            <pc:docMk/>
            <pc:sldMk cId="1198990791" sldId="438"/>
            <ac:spMk id="18" creationId="{8E157C1B-D213-480C-88E8-01CC8162DD7B}"/>
          </ac:spMkLst>
        </pc:spChg>
        <pc:spChg chg="mod">
          <ac:chgData name="Yang, Chun-yu" userId="57c5ba99-e68a-448a-8f42-8e6ab6811b9f" providerId="ADAL" clId="{E9B27B6A-01FF-45F8-B10C-CD006526897A}" dt="2022-03-31T22:21:48.526" v="339" actId="552"/>
          <ac:spMkLst>
            <pc:docMk/>
            <pc:sldMk cId="1198990791" sldId="438"/>
            <ac:spMk id="19" creationId="{20CED288-2B8B-4724-A64E-1ADA72D95728}"/>
          </ac:spMkLst>
        </pc:spChg>
        <pc:spChg chg="mod">
          <ac:chgData name="Yang, Chun-yu" userId="57c5ba99-e68a-448a-8f42-8e6ab6811b9f" providerId="ADAL" clId="{E9B27B6A-01FF-45F8-B10C-CD006526897A}" dt="2022-03-31T22:21:48.526" v="339" actId="552"/>
          <ac:spMkLst>
            <pc:docMk/>
            <pc:sldMk cId="1198990791" sldId="438"/>
            <ac:spMk id="20" creationId="{0F24F897-FDF3-4310-A851-1A7AF457A873}"/>
          </ac:spMkLst>
        </pc:spChg>
        <pc:spChg chg="mod">
          <ac:chgData name="Yang, Chun-yu" userId="57c5ba99-e68a-448a-8f42-8e6ab6811b9f" providerId="ADAL" clId="{E9B27B6A-01FF-45F8-B10C-CD006526897A}" dt="2022-03-31T22:19:36.678" v="140" actId="1035"/>
          <ac:spMkLst>
            <pc:docMk/>
            <pc:sldMk cId="1198990791" sldId="438"/>
            <ac:spMk id="24" creationId="{8D1C9809-9450-4AEC-8B7D-06B5285E0F6E}"/>
          </ac:spMkLst>
        </pc:spChg>
        <pc:spChg chg="mod">
          <ac:chgData name="Yang, Chun-yu" userId="57c5ba99-e68a-448a-8f42-8e6ab6811b9f" providerId="ADAL" clId="{E9B27B6A-01FF-45F8-B10C-CD006526897A}" dt="2022-03-31T22:20:04.306" v="170" actId="1035"/>
          <ac:spMkLst>
            <pc:docMk/>
            <pc:sldMk cId="1198990791" sldId="438"/>
            <ac:spMk id="26" creationId="{A8479726-8EB6-488C-A4FD-88AD03036ABD}"/>
          </ac:spMkLst>
        </pc:spChg>
        <pc:spChg chg="mod">
          <ac:chgData name="Yang, Chun-yu" userId="57c5ba99-e68a-448a-8f42-8e6ab6811b9f" providerId="ADAL" clId="{E9B27B6A-01FF-45F8-B10C-CD006526897A}" dt="2022-03-31T22:20:27.115" v="198" actId="1035"/>
          <ac:spMkLst>
            <pc:docMk/>
            <pc:sldMk cId="1198990791" sldId="438"/>
            <ac:spMk id="29" creationId="{0CA1B858-619C-4FDB-BC48-47CF58D64E9F}"/>
          </ac:spMkLst>
        </pc:spChg>
        <pc:inkChg chg="add">
          <ac:chgData name="Yang, Chun-yu" userId="57c5ba99-e68a-448a-8f42-8e6ab6811b9f" providerId="ADAL" clId="{E9B27B6A-01FF-45F8-B10C-CD006526897A}" dt="2022-03-31T22:29:48.412" v="342"/>
          <ac:inkMkLst>
            <pc:docMk/>
            <pc:sldMk cId="1198990791" sldId="438"/>
            <ac:inkMk id="7" creationId="{28B63A0F-6CA6-4765-BCBF-E8434401FCD9}"/>
          </ac:inkMkLst>
        </pc:inkChg>
      </pc:sldChg>
      <pc:sldChg chg="addSp modSp mod">
        <pc:chgData name="Yang, Chun-yu" userId="57c5ba99-e68a-448a-8f42-8e6ab6811b9f" providerId="ADAL" clId="{E9B27B6A-01FF-45F8-B10C-CD006526897A}" dt="2022-03-31T22:29:48.412" v="342"/>
        <pc:sldMkLst>
          <pc:docMk/>
          <pc:sldMk cId="2353753529" sldId="439"/>
        </pc:sldMkLst>
        <pc:spChg chg="mod">
          <ac:chgData name="Yang, Chun-yu" userId="57c5ba99-e68a-448a-8f42-8e6ab6811b9f" providerId="ADAL" clId="{E9B27B6A-01FF-45F8-B10C-CD006526897A}" dt="2022-03-31T22:21:42.257" v="338" actId="552"/>
          <ac:spMkLst>
            <pc:docMk/>
            <pc:sldMk cId="2353753529" sldId="439"/>
            <ac:spMk id="13" creationId="{F25F8201-0E8C-4B52-92AA-585FA09D210C}"/>
          </ac:spMkLst>
        </pc:spChg>
        <pc:spChg chg="mod">
          <ac:chgData name="Yang, Chun-yu" userId="57c5ba99-e68a-448a-8f42-8e6ab6811b9f" providerId="ADAL" clId="{E9B27B6A-01FF-45F8-B10C-CD006526897A}" dt="2022-03-31T22:21:42.257" v="338" actId="552"/>
          <ac:spMkLst>
            <pc:docMk/>
            <pc:sldMk cId="2353753529" sldId="439"/>
            <ac:spMk id="14" creationId="{C402152A-D7EC-425B-9BF4-C60C4F6C960C}"/>
          </ac:spMkLst>
        </pc:spChg>
        <pc:spChg chg="mod">
          <ac:chgData name="Yang, Chun-yu" userId="57c5ba99-e68a-448a-8f42-8e6ab6811b9f" providerId="ADAL" clId="{E9B27B6A-01FF-45F8-B10C-CD006526897A}" dt="2022-03-31T22:21:42.257" v="338" actId="552"/>
          <ac:spMkLst>
            <pc:docMk/>
            <pc:sldMk cId="2353753529" sldId="439"/>
            <ac:spMk id="15" creationId="{E2B3B3BF-490F-4E6B-AE7B-313C93EA4C16}"/>
          </ac:spMkLst>
        </pc:spChg>
        <pc:spChg chg="mod">
          <ac:chgData name="Yang, Chun-yu" userId="57c5ba99-e68a-448a-8f42-8e6ab6811b9f" providerId="ADAL" clId="{E9B27B6A-01FF-45F8-B10C-CD006526897A}" dt="2022-03-31T22:21:42.257" v="338" actId="552"/>
          <ac:spMkLst>
            <pc:docMk/>
            <pc:sldMk cId="2353753529" sldId="439"/>
            <ac:spMk id="16" creationId="{327B1B39-C25B-4347-8F9C-FA196491B4C4}"/>
          </ac:spMkLst>
        </pc:spChg>
        <pc:spChg chg="mod">
          <ac:chgData name="Yang, Chun-yu" userId="57c5ba99-e68a-448a-8f42-8e6ab6811b9f" providerId="ADAL" clId="{E9B27B6A-01FF-45F8-B10C-CD006526897A}" dt="2022-03-31T22:21:42.257" v="338" actId="552"/>
          <ac:spMkLst>
            <pc:docMk/>
            <pc:sldMk cId="2353753529" sldId="439"/>
            <ac:spMk id="17" creationId="{2D0B66E9-B0C0-4EE7-83CB-00CAB3080597}"/>
          </ac:spMkLst>
        </pc:spChg>
        <pc:spChg chg="mod">
          <ac:chgData name="Yang, Chun-yu" userId="57c5ba99-e68a-448a-8f42-8e6ab6811b9f" providerId="ADAL" clId="{E9B27B6A-01FF-45F8-B10C-CD006526897A}" dt="2022-03-31T22:21:42.257" v="338" actId="552"/>
          <ac:spMkLst>
            <pc:docMk/>
            <pc:sldMk cId="2353753529" sldId="439"/>
            <ac:spMk id="18" creationId="{8E157C1B-D213-480C-88E8-01CC8162DD7B}"/>
          </ac:spMkLst>
        </pc:spChg>
        <pc:spChg chg="mod">
          <ac:chgData name="Yang, Chun-yu" userId="57c5ba99-e68a-448a-8f42-8e6ab6811b9f" providerId="ADAL" clId="{E9B27B6A-01FF-45F8-B10C-CD006526897A}" dt="2022-03-31T22:21:42.257" v="338" actId="552"/>
          <ac:spMkLst>
            <pc:docMk/>
            <pc:sldMk cId="2353753529" sldId="439"/>
            <ac:spMk id="19" creationId="{20CED288-2B8B-4724-A64E-1ADA72D95728}"/>
          </ac:spMkLst>
        </pc:spChg>
        <pc:spChg chg="mod">
          <ac:chgData name="Yang, Chun-yu" userId="57c5ba99-e68a-448a-8f42-8e6ab6811b9f" providerId="ADAL" clId="{E9B27B6A-01FF-45F8-B10C-CD006526897A}" dt="2022-03-31T22:21:42.257" v="338" actId="552"/>
          <ac:spMkLst>
            <pc:docMk/>
            <pc:sldMk cId="2353753529" sldId="439"/>
            <ac:spMk id="20" creationId="{0F24F897-FDF3-4310-A851-1A7AF457A873}"/>
          </ac:spMkLst>
        </pc:spChg>
        <pc:spChg chg="mod">
          <ac:chgData name="Yang, Chun-yu" userId="57c5ba99-e68a-448a-8f42-8e6ab6811b9f" providerId="ADAL" clId="{E9B27B6A-01FF-45F8-B10C-CD006526897A}" dt="2022-03-31T22:20:51.019" v="240" actId="1035"/>
          <ac:spMkLst>
            <pc:docMk/>
            <pc:sldMk cId="2353753529" sldId="439"/>
            <ac:spMk id="24" creationId="{8D1C9809-9450-4AEC-8B7D-06B5285E0F6E}"/>
          </ac:spMkLst>
        </pc:spChg>
        <pc:spChg chg="mod">
          <ac:chgData name="Yang, Chun-yu" userId="57c5ba99-e68a-448a-8f42-8e6ab6811b9f" providerId="ADAL" clId="{E9B27B6A-01FF-45F8-B10C-CD006526897A}" dt="2022-03-31T22:21:03.837" v="270" actId="1035"/>
          <ac:spMkLst>
            <pc:docMk/>
            <pc:sldMk cId="2353753529" sldId="439"/>
            <ac:spMk id="26" creationId="{A8479726-8EB6-488C-A4FD-88AD03036ABD}"/>
          </ac:spMkLst>
        </pc:spChg>
        <pc:spChg chg="mod">
          <ac:chgData name="Yang, Chun-yu" userId="57c5ba99-e68a-448a-8f42-8e6ab6811b9f" providerId="ADAL" clId="{E9B27B6A-01FF-45F8-B10C-CD006526897A}" dt="2022-03-31T22:21:16.097" v="299" actId="1035"/>
          <ac:spMkLst>
            <pc:docMk/>
            <pc:sldMk cId="2353753529" sldId="439"/>
            <ac:spMk id="29" creationId="{0CA1B858-619C-4FDB-BC48-47CF58D64E9F}"/>
          </ac:spMkLst>
        </pc:spChg>
        <pc:inkChg chg="add">
          <ac:chgData name="Yang, Chun-yu" userId="57c5ba99-e68a-448a-8f42-8e6ab6811b9f" providerId="ADAL" clId="{E9B27B6A-01FF-45F8-B10C-CD006526897A}" dt="2022-03-31T22:29:48.412" v="342"/>
          <ac:inkMkLst>
            <pc:docMk/>
            <pc:sldMk cId="2353753529" sldId="439"/>
            <ac:inkMk id="7" creationId="{7973D8FE-54F8-4CC9-8936-DC7478F8E2B9}"/>
          </ac:inkMkLst>
        </pc:inkChg>
      </pc:sldChg>
    </pc:docChg>
  </pc:docChgLst>
  <pc:docChgLst>
    <pc:chgData name="Yang, Chun-yu" userId="57c5ba99-e68a-448a-8f42-8e6ab6811b9f" providerId="ADAL" clId="{77A38673-4DE1-485E-BBC6-1D47039C1794}"/>
    <pc:docChg chg="undo redo custSel addSld delSld modSld sldOrd">
      <pc:chgData name="Yang, Chun-yu" userId="57c5ba99-e68a-448a-8f42-8e6ab6811b9f" providerId="ADAL" clId="{77A38673-4DE1-485E-BBC6-1D47039C1794}" dt="2021-11-26T23:13:57.120" v="6681" actId="400"/>
      <pc:docMkLst>
        <pc:docMk/>
      </pc:docMkLst>
      <pc:sldChg chg="addSp delSp modSp mod chgLayout">
        <pc:chgData name="Yang, Chun-yu" userId="57c5ba99-e68a-448a-8f42-8e6ab6811b9f" providerId="ADAL" clId="{77A38673-4DE1-485E-BBC6-1D47039C1794}" dt="2021-08-25T06:37:01.765" v="46" actId="20577"/>
        <pc:sldMkLst>
          <pc:docMk/>
          <pc:sldMk cId="2086400740" sldId="256"/>
        </pc:sldMkLst>
        <pc:spChg chg="add del mod">
          <ac:chgData name="Yang, Chun-yu" userId="57c5ba99-e68a-448a-8f42-8e6ab6811b9f" providerId="ADAL" clId="{77A38673-4DE1-485E-BBC6-1D47039C1794}" dt="2021-08-25T06:36:50.510" v="33" actId="478"/>
          <ac:spMkLst>
            <pc:docMk/>
            <pc:sldMk cId="2086400740" sldId="256"/>
            <ac:spMk id="3" creationId="{2C9FEA83-86D2-45FA-9C33-C3E9F93A1993}"/>
          </ac:spMkLst>
        </pc:spChg>
        <pc:spChg chg="mod ord">
          <ac:chgData name="Yang, Chun-yu" userId="57c5ba99-e68a-448a-8f42-8e6ab6811b9f" providerId="ADAL" clId="{77A38673-4DE1-485E-BBC6-1D47039C1794}" dt="2021-08-25T06:36:57.671" v="34" actId="700"/>
          <ac:spMkLst>
            <pc:docMk/>
            <pc:sldMk cId="2086400740" sldId="256"/>
            <ac:spMk id="4" creationId="{C5139A39-08BC-4F2F-94A3-F43AAEEFAEB4}"/>
          </ac:spMkLst>
        </pc:spChg>
        <pc:spChg chg="mod ord">
          <ac:chgData name="Yang, Chun-yu" userId="57c5ba99-e68a-448a-8f42-8e6ab6811b9f" providerId="ADAL" clId="{77A38673-4DE1-485E-BBC6-1D47039C1794}" dt="2021-08-25T06:36:57.671" v="34" actId="700"/>
          <ac:spMkLst>
            <pc:docMk/>
            <pc:sldMk cId="2086400740" sldId="256"/>
            <ac:spMk id="5" creationId="{679F4BE2-8E4A-4003-B816-9E34781F7E88}"/>
          </ac:spMkLst>
        </pc:spChg>
        <pc:spChg chg="add mod ord">
          <ac:chgData name="Yang, Chun-yu" userId="57c5ba99-e68a-448a-8f42-8e6ab6811b9f" providerId="ADAL" clId="{77A38673-4DE1-485E-BBC6-1D47039C1794}" dt="2021-08-25T06:37:01.765" v="46" actId="20577"/>
          <ac:spMkLst>
            <pc:docMk/>
            <pc:sldMk cId="2086400740" sldId="256"/>
            <ac:spMk id="6" creationId="{36C251E7-64BD-4CA9-A558-01E5C65E1F31}"/>
          </ac:spMkLst>
        </pc:spChg>
        <pc:spChg chg="del mod">
          <ac:chgData name="Yang, Chun-yu" userId="57c5ba99-e68a-448a-8f42-8e6ab6811b9f" providerId="ADAL" clId="{77A38673-4DE1-485E-BBC6-1D47039C1794}" dt="2021-08-25T06:36:48.315" v="32" actId="478"/>
          <ac:spMkLst>
            <pc:docMk/>
            <pc:sldMk cId="2086400740" sldId="256"/>
            <ac:spMk id="9" creationId="{ABEAF9F9-E88D-44A4-A1B6-BAA2E532B65E}"/>
          </ac:spMkLst>
        </pc:spChg>
      </pc:sldChg>
      <pc:sldChg chg="delSp add del mod delAnim modAnim">
        <pc:chgData name="Yang, Chun-yu" userId="57c5ba99-e68a-448a-8f42-8e6ab6811b9f" providerId="ADAL" clId="{77A38673-4DE1-485E-BBC6-1D47039C1794}" dt="2021-08-30T07:17:55.632" v="1667" actId="47"/>
        <pc:sldMkLst>
          <pc:docMk/>
          <pc:sldMk cId="1868689074" sldId="368"/>
        </pc:sldMkLst>
        <pc:grpChg chg="del">
          <ac:chgData name="Yang, Chun-yu" userId="57c5ba99-e68a-448a-8f42-8e6ab6811b9f" providerId="ADAL" clId="{77A38673-4DE1-485E-BBC6-1D47039C1794}" dt="2021-08-25T06:38:30.001" v="56" actId="478"/>
          <ac:grpSpMkLst>
            <pc:docMk/>
            <pc:sldMk cId="1868689074" sldId="368"/>
            <ac:grpSpMk id="39" creationId="{1150A036-396F-4183-8DB1-809118C4D229}"/>
          </ac:grpSpMkLst>
        </pc:grpChg>
        <pc:grpChg chg="del">
          <ac:chgData name="Yang, Chun-yu" userId="57c5ba99-e68a-448a-8f42-8e6ab6811b9f" providerId="ADAL" clId="{77A38673-4DE1-485E-BBC6-1D47039C1794}" dt="2021-08-25T06:38:29.315" v="55" actId="478"/>
          <ac:grpSpMkLst>
            <pc:docMk/>
            <pc:sldMk cId="1868689074" sldId="368"/>
            <ac:grpSpMk id="42" creationId="{F7302F47-C91E-48FC-B7B5-269882A4DE80}"/>
          </ac:grpSpMkLst>
        </pc:grpChg>
        <pc:grpChg chg="del">
          <ac:chgData name="Yang, Chun-yu" userId="57c5ba99-e68a-448a-8f42-8e6ab6811b9f" providerId="ADAL" clId="{77A38673-4DE1-485E-BBC6-1D47039C1794}" dt="2021-08-25T06:38:28.567" v="54" actId="478"/>
          <ac:grpSpMkLst>
            <pc:docMk/>
            <pc:sldMk cId="1868689074" sldId="368"/>
            <ac:grpSpMk id="45" creationId="{117E061D-8B9A-43F7-8F9B-521C83F2B145}"/>
          </ac:grpSpMkLst>
        </pc:grpChg>
        <pc:grpChg chg="del">
          <ac:chgData name="Yang, Chun-yu" userId="57c5ba99-e68a-448a-8f42-8e6ab6811b9f" providerId="ADAL" clId="{77A38673-4DE1-485E-BBC6-1D47039C1794}" dt="2021-08-25T06:38:26.692" v="52" actId="478"/>
          <ac:grpSpMkLst>
            <pc:docMk/>
            <pc:sldMk cId="1868689074" sldId="368"/>
            <ac:grpSpMk id="48" creationId="{FBE2C759-5056-4F39-AE56-D1A2D368E0D9}"/>
          </ac:grpSpMkLst>
        </pc:grpChg>
        <pc:grpChg chg="del">
          <ac:chgData name="Yang, Chun-yu" userId="57c5ba99-e68a-448a-8f42-8e6ab6811b9f" providerId="ADAL" clId="{77A38673-4DE1-485E-BBC6-1D47039C1794}" dt="2021-08-25T06:38:25.729" v="51" actId="478"/>
          <ac:grpSpMkLst>
            <pc:docMk/>
            <pc:sldMk cId="1868689074" sldId="368"/>
            <ac:grpSpMk id="51" creationId="{46177E4C-48EA-4C75-A1CD-D4F6CD7D1933}"/>
          </ac:grpSpMkLst>
        </pc:grpChg>
        <pc:picChg chg="del">
          <ac:chgData name="Yang, Chun-yu" userId="57c5ba99-e68a-448a-8f42-8e6ab6811b9f" providerId="ADAL" clId="{77A38673-4DE1-485E-BBC6-1D47039C1794}" dt="2021-08-25T06:38:27.839" v="53" actId="478"/>
          <ac:picMkLst>
            <pc:docMk/>
            <pc:sldMk cId="1868689074" sldId="368"/>
            <ac:picMk id="9" creationId="{FB1DB8BA-B4DF-4D7B-9BA4-4B41FEB6BE1C}"/>
          </ac:picMkLst>
        </pc:picChg>
        <pc:picChg chg="del">
          <ac:chgData name="Yang, Chun-yu" userId="57c5ba99-e68a-448a-8f42-8e6ab6811b9f" providerId="ADAL" clId="{77A38673-4DE1-485E-BBC6-1D47039C1794}" dt="2021-08-25T06:38:23.301" v="49" actId="478"/>
          <ac:picMkLst>
            <pc:docMk/>
            <pc:sldMk cId="1868689074" sldId="368"/>
            <ac:picMk id="13" creationId="{FA39BB3A-1581-479B-BD6C-EDBFC878F884}"/>
          </ac:picMkLst>
        </pc:picChg>
        <pc:picChg chg="del">
          <ac:chgData name="Yang, Chun-yu" userId="57c5ba99-e68a-448a-8f42-8e6ab6811b9f" providerId="ADAL" clId="{77A38673-4DE1-485E-BBC6-1D47039C1794}" dt="2021-08-25T06:39:11.267" v="62" actId="478"/>
          <ac:picMkLst>
            <pc:docMk/>
            <pc:sldMk cId="1868689074" sldId="368"/>
            <ac:picMk id="29" creationId="{CE0E22AD-E938-4048-A76B-A62F868CCB77}"/>
          </ac:picMkLst>
        </pc:picChg>
        <pc:picChg chg="del">
          <ac:chgData name="Yang, Chun-yu" userId="57c5ba99-e68a-448a-8f42-8e6ab6811b9f" providerId="ADAL" clId="{77A38673-4DE1-485E-BBC6-1D47039C1794}" dt="2021-08-25T06:38:30.988" v="57" actId="478"/>
          <ac:picMkLst>
            <pc:docMk/>
            <pc:sldMk cId="1868689074" sldId="368"/>
            <ac:picMk id="38" creationId="{AC891DBB-73BB-4898-B603-509B150E88CA}"/>
          </ac:picMkLst>
        </pc:picChg>
        <pc:picChg chg="del">
          <ac:chgData name="Yang, Chun-yu" userId="57c5ba99-e68a-448a-8f42-8e6ab6811b9f" providerId="ADAL" clId="{77A38673-4DE1-485E-BBC6-1D47039C1794}" dt="2021-08-25T06:38:23.935" v="50" actId="478"/>
          <ac:picMkLst>
            <pc:docMk/>
            <pc:sldMk cId="1868689074" sldId="368"/>
            <ac:picMk id="55" creationId="{DAA61AB8-363D-4F57-AC47-94E04335C7BA}"/>
          </ac:picMkLst>
        </pc:picChg>
      </pc:sldChg>
      <pc:sldChg chg="addSp delSp modSp add mod addAnim delAnim modAnim">
        <pc:chgData name="Yang, Chun-yu" userId="57c5ba99-e68a-448a-8f42-8e6ab6811b9f" providerId="ADAL" clId="{77A38673-4DE1-485E-BBC6-1D47039C1794}" dt="2021-11-12T00:02:07.804" v="5869"/>
        <pc:sldMkLst>
          <pc:docMk/>
          <pc:sldMk cId="4238593702" sldId="372"/>
        </pc:sldMkLst>
        <pc:spChg chg="mod">
          <ac:chgData name="Yang, Chun-yu" userId="57c5ba99-e68a-448a-8f42-8e6ab6811b9f" providerId="ADAL" clId="{77A38673-4DE1-485E-BBC6-1D47039C1794}" dt="2021-10-14T05:45:18.147" v="3078" actId="1076"/>
          <ac:spMkLst>
            <pc:docMk/>
            <pc:sldMk cId="4238593702" sldId="372"/>
            <ac:spMk id="2" creationId="{1B52CC77-8AC4-4C08-A009-6DBC66FC24F6}"/>
          </ac:spMkLst>
        </pc:spChg>
        <pc:spChg chg="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3" creationId="{D314AB40-213B-443A-8265-B859D58F70A6}"/>
          </ac:spMkLst>
        </pc:spChg>
        <pc:spChg chg="mod">
          <ac:chgData name="Yang, Chun-yu" userId="57c5ba99-e68a-448a-8f42-8e6ab6811b9f" providerId="ADAL" clId="{77A38673-4DE1-485E-BBC6-1D47039C1794}" dt="2021-10-14T01:43:49.550" v="2308" actId="164"/>
          <ac:spMkLst>
            <pc:docMk/>
            <pc:sldMk cId="4238593702" sldId="372"/>
            <ac:spMk id="5" creationId="{DEEF2676-9F9C-4A51-91AF-1739C8B2A171}"/>
          </ac:spMkLst>
        </pc:spChg>
        <pc:spChg chg="mod">
          <ac:chgData name="Yang, Chun-yu" userId="57c5ba99-e68a-448a-8f42-8e6ab6811b9f" providerId="ADAL" clId="{77A38673-4DE1-485E-BBC6-1D47039C1794}" dt="2021-10-14T04:52:32.941" v="2470" actId="20577"/>
          <ac:spMkLst>
            <pc:docMk/>
            <pc:sldMk cId="4238593702" sldId="372"/>
            <ac:spMk id="6" creationId="{4DFC77FA-73C1-4F7C-AFB4-41F47D5A93EA}"/>
          </ac:spMkLst>
        </pc:spChg>
        <pc:spChg chg="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7" creationId="{6CED72A5-9853-4324-8EA8-9111F3426476}"/>
          </ac:spMkLst>
        </pc:spChg>
        <pc:spChg chg="del">
          <ac:chgData name="Yang, Chun-yu" userId="57c5ba99-e68a-448a-8f42-8e6ab6811b9f" providerId="ADAL" clId="{77A38673-4DE1-485E-BBC6-1D47039C1794}" dt="2021-10-14T04:46:10.354" v="2343" actId="478"/>
          <ac:spMkLst>
            <pc:docMk/>
            <pc:sldMk cId="4238593702" sldId="372"/>
            <ac:spMk id="8" creationId="{36B8BBF5-4EAC-4C7C-8972-CB83B060970F}"/>
          </ac:spMkLst>
        </pc:spChg>
        <pc:spChg chg="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11" creationId="{BA23573E-580A-4AC9-AC31-85DA68C8974A}"/>
          </ac:spMkLst>
        </pc:spChg>
        <pc:spChg chg="del mod">
          <ac:chgData name="Yang, Chun-yu" userId="57c5ba99-e68a-448a-8f42-8e6ab6811b9f" providerId="ADAL" clId="{77A38673-4DE1-485E-BBC6-1D47039C1794}" dt="2021-10-14T01:43:38.499" v="2301" actId="478"/>
          <ac:spMkLst>
            <pc:docMk/>
            <pc:sldMk cId="4238593702" sldId="372"/>
            <ac:spMk id="12" creationId="{19A31C8F-AA71-467B-9C5F-28092AAC958F}"/>
          </ac:spMkLst>
        </pc:spChg>
        <pc:spChg chg="add mod">
          <ac:chgData name="Yang, Chun-yu" userId="57c5ba99-e68a-448a-8f42-8e6ab6811b9f" providerId="ADAL" clId="{77A38673-4DE1-485E-BBC6-1D47039C1794}" dt="2021-10-14T05:08:51.716" v="2834" actId="164"/>
          <ac:spMkLst>
            <pc:docMk/>
            <pc:sldMk cId="4238593702" sldId="372"/>
            <ac:spMk id="13" creationId="{F67C7FF3-102E-4978-ABC3-673E5913AF55}"/>
          </ac:spMkLst>
        </pc:spChg>
        <pc:spChg chg="del">
          <ac:chgData name="Yang, Chun-yu" userId="57c5ba99-e68a-448a-8f42-8e6ab6811b9f" providerId="ADAL" clId="{77A38673-4DE1-485E-BBC6-1D47039C1794}" dt="2021-10-14T01:43:36.710" v="2298" actId="478"/>
          <ac:spMkLst>
            <pc:docMk/>
            <pc:sldMk cId="4238593702" sldId="372"/>
            <ac:spMk id="14" creationId="{C9DA174C-DDD6-432C-B245-C8A57385C8B8}"/>
          </ac:spMkLst>
        </pc:spChg>
        <pc:spChg chg="del">
          <ac:chgData name="Yang, Chun-yu" userId="57c5ba99-e68a-448a-8f42-8e6ab6811b9f" providerId="ADAL" clId="{77A38673-4DE1-485E-BBC6-1D47039C1794}" dt="2021-10-14T04:47:32.935" v="2349" actId="478"/>
          <ac:spMkLst>
            <pc:docMk/>
            <pc:sldMk cId="4238593702" sldId="372"/>
            <ac:spMk id="15" creationId="{8B293CF7-33AA-44A3-9324-A07ECEF02CA9}"/>
          </ac:spMkLst>
        </pc:spChg>
        <pc:spChg chg="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16" creationId="{6BB8DB0C-70B1-4715-AD95-5204A906400B}"/>
          </ac:spMkLst>
        </pc:spChg>
        <pc:spChg chg="del">
          <ac:chgData name="Yang, Chun-yu" userId="57c5ba99-e68a-448a-8f42-8e6ab6811b9f" providerId="ADAL" clId="{77A38673-4DE1-485E-BBC6-1D47039C1794}" dt="2021-10-14T01:43:13.766" v="2276" actId="478"/>
          <ac:spMkLst>
            <pc:docMk/>
            <pc:sldMk cId="4238593702" sldId="372"/>
            <ac:spMk id="17" creationId="{83C2C2A6-3295-45FC-B121-6440E4F933F2}"/>
          </ac:spMkLst>
        </pc:spChg>
        <pc:spChg chg="del mod">
          <ac:chgData name="Yang, Chun-yu" userId="57c5ba99-e68a-448a-8f42-8e6ab6811b9f" providerId="ADAL" clId="{77A38673-4DE1-485E-BBC6-1D47039C1794}" dt="2021-10-14T05:03:26.774" v="2701" actId="478"/>
          <ac:spMkLst>
            <pc:docMk/>
            <pc:sldMk cId="4238593702" sldId="372"/>
            <ac:spMk id="18" creationId="{87D0AC34-072F-40D3-96C9-828B43CAF0C8}"/>
          </ac:spMkLst>
        </pc:spChg>
        <pc:spChg chg="mod">
          <ac:chgData name="Yang, Chun-yu" userId="57c5ba99-e68a-448a-8f42-8e6ab6811b9f" providerId="ADAL" clId="{77A38673-4DE1-485E-BBC6-1D47039C1794}" dt="2021-10-14T01:43:49.550" v="2308" actId="164"/>
          <ac:spMkLst>
            <pc:docMk/>
            <pc:sldMk cId="4238593702" sldId="372"/>
            <ac:spMk id="19" creationId="{D5B9B483-FE67-44FA-8BDC-49A8298EBEF6}"/>
          </ac:spMkLst>
        </pc:spChg>
        <pc:spChg chg="del">
          <ac:chgData name="Yang, Chun-yu" userId="57c5ba99-e68a-448a-8f42-8e6ab6811b9f" providerId="ADAL" clId="{77A38673-4DE1-485E-BBC6-1D47039C1794}" dt="2021-10-14T01:42:43.111" v="2275" actId="478"/>
          <ac:spMkLst>
            <pc:docMk/>
            <pc:sldMk cId="4238593702" sldId="372"/>
            <ac:spMk id="20" creationId="{4D4A2BD9-3893-4716-BDA3-BEFF646CE0DB}"/>
          </ac:spMkLst>
        </pc:spChg>
        <pc:spChg chg="add mod">
          <ac:chgData name="Yang, Chun-yu" userId="57c5ba99-e68a-448a-8f42-8e6ab6811b9f" providerId="ADAL" clId="{77A38673-4DE1-485E-BBC6-1D47039C1794}" dt="2021-11-11T01:34:02.030" v="5773" actId="1076"/>
          <ac:spMkLst>
            <pc:docMk/>
            <pc:sldMk cId="4238593702" sldId="372"/>
            <ac:spMk id="20" creationId="{A624CC02-417E-49AC-AE8E-28DEACE4C061}"/>
          </ac:spMkLst>
        </pc:spChg>
        <pc:spChg chg="del mod">
          <ac:chgData name="Yang, Chun-yu" userId="57c5ba99-e68a-448a-8f42-8e6ab6811b9f" providerId="ADAL" clId="{77A38673-4DE1-485E-BBC6-1D47039C1794}" dt="2021-10-14T05:03:27.580" v="2702" actId="478"/>
          <ac:spMkLst>
            <pc:docMk/>
            <pc:sldMk cId="4238593702" sldId="372"/>
            <ac:spMk id="21" creationId="{DE801DDD-0CD2-47A6-80FF-88289AFE5178}"/>
          </ac:spMkLst>
        </pc:spChg>
        <pc:spChg chg="del">
          <ac:chgData name="Yang, Chun-yu" userId="57c5ba99-e68a-448a-8f42-8e6ab6811b9f" providerId="ADAL" clId="{77A38673-4DE1-485E-BBC6-1D47039C1794}" dt="2021-10-14T01:42:42.119" v="2274" actId="478"/>
          <ac:spMkLst>
            <pc:docMk/>
            <pc:sldMk cId="4238593702" sldId="372"/>
            <ac:spMk id="22" creationId="{4609B839-C5F9-474D-B06D-7789A5E79361}"/>
          </ac:spMkLst>
        </pc:spChg>
        <pc:spChg chg="del mod">
          <ac:chgData name="Yang, Chun-yu" userId="57c5ba99-e68a-448a-8f42-8e6ab6811b9f" providerId="ADAL" clId="{77A38673-4DE1-485E-BBC6-1D47039C1794}" dt="2021-10-14T05:03:28.305" v="2703" actId="478"/>
          <ac:spMkLst>
            <pc:docMk/>
            <pc:sldMk cId="4238593702" sldId="372"/>
            <ac:spMk id="23" creationId="{260C86E0-E7CD-4287-AD87-124D44A3525E}"/>
          </ac:spMkLst>
        </pc:spChg>
        <pc:spChg chg="del mod">
          <ac:chgData name="Yang, Chun-yu" userId="57c5ba99-e68a-448a-8f42-8e6ab6811b9f" providerId="ADAL" clId="{77A38673-4DE1-485E-BBC6-1D47039C1794}" dt="2021-10-14T05:02:00.691" v="2682" actId="478"/>
          <ac:spMkLst>
            <pc:docMk/>
            <pc:sldMk cId="4238593702" sldId="372"/>
            <ac:spMk id="24" creationId="{8003FD56-1267-4088-8207-02D03EDB309B}"/>
          </ac:spMkLst>
        </pc:spChg>
        <pc:spChg chg="del">
          <ac:chgData name="Yang, Chun-yu" userId="57c5ba99-e68a-448a-8f42-8e6ab6811b9f" providerId="ADAL" clId="{77A38673-4DE1-485E-BBC6-1D47039C1794}" dt="2021-10-14T04:48:15.204" v="2393" actId="478"/>
          <ac:spMkLst>
            <pc:docMk/>
            <pc:sldMk cId="4238593702" sldId="372"/>
            <ac:spMk id="25" creationId="{BB8172A1-AE90-4D5D-B3CD-8BDCA7EE6F1A}"/>
          </ac:spMkLst>
        </pc:spChg>
        <pc:spChg chg="del">
          <ac:chgData name="Yang, Chun-yu" userId="57c5ba99-e68a-448a-8f42-8e6ab6811b9f" providerId="ADAL" clId="{77A38673-4DE1-485E-BBC6-1D47039C1794}" dt="2021-10-14T01:43:53.031" v="2310" actId="478"/>
          <ac:spMkLst>
            <pc:docMk/>
            <pc:sldMk cId="4238593702" sldId="372"/>
            <ac:spMk id="26" creationId="{CBEC1199-E2E1-47F2-83F2-89B973A34739}"/>
          </ac:spMkLst>
        </pc:spChg>
        <pc:spChg chg="del">
          <ac:chgData name="Yang, Chun-yu" userId="57c5ba99-e68a-448a-8f42-8e6ab6811b9f" providerId="ADAL" clId="{77A38673-4DE1-485E-BBC6-1D47039C1794}" dt="2021-10-14T01:43:37.864" v="2300" actId="478"/>
          <ac:spMkLst>
            <pc:docMk/>
            <pc:sldMk cId="4238593702" sldId="372"/>
            <ac:spMk id="27" creationId="{D9D5DDCD-E9E0-4928-8830-738F0EE10B06}"/>
          </ac:spMkLst>
        </pc:spChg>
        <pc:spChg chg="del">
          <ac:chgData name="Yang, Chun-yu" userId="57c5ba99-e68a-448a-8f42-8e6ab6811b9f" providerId="ADAL" clId="{77A38673-4DE1-485E-BBC6-1D47039C1794}" dt="2021-10-14T01:43:39.155" v="2302" actId="478"/>
          <ac:spMkLst>
            <pc:docMk/>
            <pc:sldMk cId="4238593702" sldId="372"/>
            <ac:spMk id="28" creationId="{ABA0F058-2A53-4E15-9007-827F409D61A0}"/>
          </ac:spMkLst>
        </pc:spChg>
        <pc:spChg chg="add mod">
          <ac:chgData name="Yang, Chun-yu" userId="57c5ba99-e68a-448a-8f42-8e6ab6811b9f" providerId="ADAL" clId="{77A38673-4DE1-485E-BBC6-1D47039C1794}" dt="2021-10-14T05:14:14.852" v="2901" actId="1076"/>
          <ac:spMkLst>
            <pc:docMk/>
            <pc:sldMk cId="4238593702" sldId="372"/>
            <ac:spMk id="30" creationId="{4EFA4238-21E2-4B21-8A33-B41D6FEEC323}"/>
          </ac:spMkLst>
        </pc:spChg>
        <pc:spChg chg="add 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31" creationId="{E218ACA4-A66B-4CAC-BE4C-6625917B36C2}"/>
          </ac:spMkLst>
        </pc:spChg>
        <pc:spChg chg="del">
          <ac:chgData name="Yang, Chun-yu" userId="57c5ba99-e68a-448a-8f42-8e6ab6811b9f" providerId="ADAL" clId="{77A38673-4DE1-485E-BBC6-1D47039C1794}" dt="2021-10-14T04:48:15.204" v="2393" actId="478"/>
          <ac:spMkLst>
            <pc:docMk/>
            <pc:sldMk cId="4238593702" sldId="372"/>
            <ac:spMk id="32" creationId="{FCBAB4B7-2C0F-4280-A35C-EE324E902371}"/>
          </ac:spMkLst>
        </pc:spChg>
        <pc:spChg chg="del">
          <ac:chgData name="Yang, Chun-yu" userId="57c5ba99-e68a-448a-8f42-8e6ab6811b9f" providerId="ADAL" clId="{77A38673-4DE1-485E-BBC6-1D47039C1794}" dt="2021-10-14T01:43:40.013" v="2303" actId="478"/>
          <ac:spMkLst>
            <pc:docMk/>
            <pc:sldMk cId="4238593702" sldId="372"/>
            <ac:spMk id="33" creationId="{5F9F7A58-024D-4E13-BC0F-6C23114C6933}"/>
          </ac:spMkLst>
        </pc:spChg>
        <pc:spChg chg="del">
          <ac:chgData name="Yang, Chun-yu" userId="57c5ba99-e68a-448a-8f42-8e6ab6811b9f" providerId="ADAL" clId="{77A38673-4DE1-485E-BBC6-1D47039C1794}" dt="2021-10-14T01:43:35.979" v="2297" actId="478"/>
          <ac:spMkLst>
            <pc:docMk/>
            <pc:sldMk cId="4238593702" sldId="372"/>
            <ac:spMk id="34" creationId="{1B78DBD4-2482-411F-B5D2-ECA38AA28A39}"/>
          </ac:spMkLst>
        </pc:spChg>
        <pc:spChg chg="del">
          <ac:chgData name="Yang, Chun-yu" userId="57c5ba99-e68a-448a-8f42-8e6ab6811b9f" providerId="ADAL" clId="{77A38673-4DE1-485E-BBC6-1D47039C1794}" dt="2021-10-14T01:43:35.979" v="2297" actId="478"/>
          <ac:spMkLst>
            <pc:docMk/>
            <pc:sldMk cId="4238593702" sldId="372"/>
            <ac:spMk id="35" creationId="{865CE716-DFE2-49BC-AA67-732DE8683621}"/>
          </ac:spMkLst>
        </pc:spChg>
        <pc:spChg chg="add del mod">
          <ac:chgData name="Yang, Chun-yu" userId="57c5ba99-e68a-448a-8f42-8e6ab6811b9f" providerId="ADAL" clId="{77A38673-4DE1-485E-BBC6-1D47039C1794}" dt="2021-10-14T04:48:32.017" v="2395"/>
          <ac:spMkLst>
            <pc:docMk/>
            <pc:sldMk cId="4238593702" sldId="372"/>
            <ac:spMk id="37" creationId="{5A4B35E4-722F-416A-9C15-418346BF7FE1}"/>
          </ac:spMkLst>
        </pc:spChg>
        <pc:spChg chg="add del mod">
          <ac:chgData name="Yang, Chun-yu" userId="57c5ba99-e68a-448a-8f42-8e6ab6811b9f" providerId="ADAL" clId="{77A38673-4DE1-485E-BBC6-1D47039C1794}" dt="2021-10-14T04:52:16.031" v="2466" actId="478"/>
          <ac:spMkLst>
            <pc:docMk/>
            <pc:sldMk cId="4238593702" sldId="372"/>
            <ac:spMk id="38" creationId="{0C1CA655-D2E5-48CB-865B-9892EFFBA350}"/>
          </ac:spMkLst>
        </pc:spChg>
        <pc:spChg chg="add del mod">
          <ac:chgData name="Yang, Chun-yu" userId="57c5ba99-e68a-448a-8f42-8e6ab6811b9f" providerId="ADAL" clId="{77A38673-4DE1-485E-BBC6-1D47039C1794}" dt="2021-10-14T05:13:44.189" v="2893" actId="478"/>
          <ac:spMkLst>
            <pc:docMk/>
            <pc:sldMk cId="4238593702" sldId="372"/>
            <ac:spMk id="39" creationId="{F0DF6F49-3082-41BF-A18D-734A64618A06}"/>
          </ac:spMkLst>
        </pc:spChg>
        <pc:spChg chg="add mod">
          <ac:chgData name="Yang, Chun-yu" userId="57c5ba99-e68a-448a-8f42-8e6ab6811b9f" providerId="ADAL" clId="{77A38673-4DE1-485E-BBC6-1D47039C1794}" dt="2021-11-11T01:42:29.965" v="5835" actId="20577"/>
          <ac:spMkLst>
            <pc:docMk/>
            <pc:sldMk cId="4238593702" sldId="372"/>
            <ac:spMk id="40" creationId="{EEAFAFD5-0B83-46FD-A9B2-84D1B06CD187}"/>
          </ac:spMkLst>
        </pc:spChg>
        <pc:spChg chg="add del mod">
          <ac:chgData name="Yang, Chun-yu" userId="57c5ba99-e68a-448a-8f42-8e6ab6811b9f" providerId="ADAL" clId="{77A38673-4DE1-485E-BBC6-1D47039C1794}" dt="2021-10-14T05:13:44.189" v="2893" actId="478"/>
          <ac:spMkLst>
            <pc:docMk/>
            <pc:sldMk cId="4238593702" sldId="372"/>
            <ac:spMk id="41" creationId="{4786E79F-B63E-4E4F-B581-D486955867BF}"/>
          </ac:spMkLst>
        </pc:spChg>
        <pc:spChg chg="add mod">
          <ac:chgData name="Yang, Chun-yu" userId="57c5ba99-e68a-448a-8f42-8e6ab6811b9f" providerId="ADAL" clId="{77A38673-4DE1-485E-BBC6-1D47039C1794}" dt="2021-11-11T01:42:48.173" v="5841" actId="20577"/>
          <ac:spMkLst>
            <pc:docMk/>
            <pc:sldMk cId="4238593702" sldId="372"/>
            <ac:spMk id="42" creationId="{D90851E6-6316-42EB-90AB-661743B82A0A}"/>
          </ac:spMkLst>
        </pc:spChg>
        <pc:spChg chg="add mod">
          <ac:chgData name="Yang, Chun-yu" userId="57c5ba99-e68a-448a-8f42-8e6ab6811b9f" providerId="ADAL" clId="{77A38673-4DE1-485E-BBC6-1D47039C1794}" dt="2021-10-14T05:14:14.852" v="2901" actId="1076"/>
          <ac:spMkLst>
            <pc:docMk/>
            <pc:sldMk cId="4238593702" sldId="372"/>
            <ac:spMk id="43" creationId="{DBC28DBC-BFCC-4575-BEFE-C435A004A1A0}"/>
          </ac:spMkLst>
        </pc:spChg>
        <pc:spChg chg="add mod">
          <ac:chgData name="Yang, Chun-yu" userId="57c5ba99-e68a-448a-8f42-8e6ab6811b9f" providerId="ADAL" clId="{77A38673-4DE1-485E-BBC6-1D47039C1794}" dt="2021-10-14T05:14:14.852" v="2901" actId="1076"/>
          <ac:spMkLst>
            <pc:docMk/>
            <pc:sldMk cId="4238593702" sldId="372"/>
            <ac:spMk id="44" creationId="{F4A756C5-AAB8-438E-A450-B25C7359DAFF}"/>
          </ac:spMkLst>
        </pc:spChg>
        <pc:spChg chg="add 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45" creationId="{EB7C6BCF-DEC5-4C46-B1BB-F38BE37B644F}"/>
          </ac:spMkLst>
        </pc:spChg>
        <pc:spChg chg="add 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46" creationId="{78CD422A-F44F-4185-A5C5-C653615892F1}"/>
          </ac:spMkLst>
        </pc:spChg>
        <pc:spChg chg="add 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47" creationId="{3B1F849C-11FD-4B78-941F-6C8BDA95D186}"/>
          </ac:spMkLst>
        </pc:spChg>
        <pc:spChg chg="add mod">
          <ac:chgData name="Yang, Chun-yu" userId="57c5ba99-e68a-448a-8f42-8e6ab6811b9f" providerId="ADAL" clId="{77A38673-4DE1-485E-BBC6-1D47039C1794}" dt="2021-10-14T05:09:24.585" v="2837" actId="1076"/>
          <ac:spMkLst>
            <pc:docMk/>
            <pc:sldMk cId="4238593702" sldId="372"/>
            <ac:spMk id="48" creationId="{DB15F3B7-9045-41D4-9738-6145AFD0A03D}"/>
          </ac:spMkLst>
        </pc:spChg>
        <pc:spChg chg="mod">
          <ac:chgData name="Yang, Chun-yu" userId="57c5ba99-e68a-448a-8f42-8e6ab6811b9f" providerId="ADAL" clId="{77A38673-4DE1-485E-BBC6-1D47039C1794}" dt="2021-10-14T05:03:35.349" v="2706"/>
          <ac:spMkLst>
            <pc:docMk/>
            <pc:sldMk cId="4238593702" sldId="372"/>
            <ac:spMk id="50" creationId="{27928910-AA3D-4D11-B388-C5FA1BE484B5}"/>
          </ac:spMkLst>
        </pc:spChg>
        <pc:spChg chg="mod">
          <ac:chgData name="Yang, Chun-yu" userId="57c5ba99-e68a-448a-8f42-8e6ab6811b9f" providerId="ADAL" clId="{77A38673-4DE1-485E-BBC6-1D47039C1794}" dt="2021-10-14T05:03:35.349" v="2706"/>
          <ac:spMkLst>
            <pc:docMk/>
            <pc:sldMk cId="4238593702" sldId="372"/>
            <ac:spMk id="51" creationId="{6B96CE78-2693-448B-93E0-A97613DDAE31}"/>
          </ac:spMkLst>
        </pc:spChg>
        <pc:spChg chg="add mod">
          <ac:chgData name="Yang, Chun-yu" userId="57c5ba99-e68a-448a-8f42-8e6ab6811b9f" providerId="ADAL" clId="{77A38673-4DE1-485E-BBC6-1D47039C1794}" dt="2021-10-14T05:14:14.852" v="2901" actId="1076"/>
          <ac:spMkLst>
            <pc:docMk/>
            <pc:sldMk cId="4238593702" sldId="372"/>
            <ac:spMk id="52" creationId="{30D0B9CA-5879-4DFA-BD81-DE48C7A2DAA1}"/>
          </ac:spMkLst>
        </pc:spChg>
        <pc:spChg chg="add mod">
          <ac:chgData name="Yang, Chun-yu" userId="57c5ba99-e68a-448a-8f42-8e6ab6811b9f" providerId="ADAL" clId="{77A38673-4DE1-485E-BBC6-1D47039C1794}" dt="2021-10-14T05:58:02.633" v="3136" actId="552"/>
          <ac:spMkLst>
            <pc:docMk/>
            <pc:sldMk cId="4238593702" sldId="372"/>
            <ac:spMk id="53" creationId="{1F6857EE-CED8-4917-AD86-B4CC59249A00}"/>
          </ac:spMkLst>
        </pc:spChg>
        <pc:spChg chg="add mod">
          <ac:chgData name="Yang, Chun-yu" userId="57c5ba99-e68a-448a-8f42-8e6ab6811b9f" providerId="ADAL" clId="{77A38673-4DE1-485E-BBC6-1D47039C1794}" dt="2021-10-14T05:14:14.852" v="2901" actId="1076"/>
          <ac:spMkLst>
            <pc:docMk/>
            <pc:sldMk cId="4238593702" sldId="372"/>
            <ac:spMk id="54" creationId="{742288A1-F4FE-4200-AE70-B9B2CD3B95B3}"/>
          </ac:spMkLst>
        </pc:spChg>
        <pc:spChg chg="add mod">
          <ac:chgData name="Yang, Chun-yu" userId="57c5ba99-e68a-448a-8f42-8e6ab6811b9f" providerId="ADAL" clId="{77A38673-4DE1-485E-BBC6-1D47039C1794}" dt="2021-10-14T06:07:41.377" v="3221" actId="552"/>
          <ac:spMkLst>
            <pc:docMk/>
            <pc:sldMk cId="4238593702" sldId="372"/>
            <ac:spMk id="55" creationId="{2F64430A-3DDE-4D25-BFDB-9CBDA03BA299}"/>
          </ac:spMkLst>
        </pc:spChg>
        <pc:spChg chg="add del mod">
          <ac:chgData name="Yang, Chun-yu" userId="57c5ba99-e68a-448a-8f42-8e6ab6811b9f" providerId="ADAL" clId="{77A38673-4DE1-485E-BBC6-1D47039C1794}" dt="2021-10-14T05:13:44.189" v="2893" actId="478"/>
          <ac:spMkLst>
            <pc:docMk/>
            <pc:sldMk cId="4238593702" sldId="372"/>
            <ac:spMk id="56" creationId="{D2EE6321-4D98-4FDC-AB4A-AF5A7E3586F8}"/>
          </ac:spMkLst>
        </pc:spChg>
        <pc:spChg chg="add del mod">
          <ac:chgData name="Yang, Chun-yu" userId="57c5ba99-e68a-448a-8f42-8e6ab6811b9f" providerId="ADAL" clId="{77A38673-4DE1-485E-BBC6-1D47039C1794}" dt="2021-10-14T05:13:44.189" v="2893" actId="478"/>
          <ac:spMkLst>
            <pc:docMk/>
            <pc:sldMk cId="4238593702" sldId="372"/>
            <ac:spMk id="57" creationId="{849CEBCF-44F3-4A0C-982C-F955CAA2EA76}"/>
          </ac:spMkLst>
        </pc:spChg>
        <pc:spChg chg="add del mod">
          <ac:chgData name="Yang, Chun-yu" userId="57c5ba99-e68a-448a-8f42-8e6ab6811b9f" providerId="ADAL" clId="{77A38673-4DE1-485E-BBC6-1D47039C1794}" dt="2021-10-14T05:13:44.189" v="2893" actId="478"/>
          <ac:spMkLst>
            <pc:docMk/>
            <pc:sldMk cId="4238593702" sldId="372"/>
            <ac:spMk id="58" creationId="{EBE2C986-7020-4F82-9B15-9493A866CEDF}"/>
          </ac:spMkLst>
        </pc:spChg>
        <pc:spChg chg="add del mod">
          <ac:chgData name="Yang, Chun-yu" userId="57c5ba99-e68a-448a-8f42-8e6ab6811b9f" providerId="ADAL" clId="{77A38673-4DE1-485E-BBC6-1D47039C1794}" dt="2021-10-14T05:13:44.189" v="2893" actId="478"/>
          <ac:spMkLst>
            <pc:docMk/>
            <pc:sldMk cId="4238593702" sldId="372"/>
            <ac:spMk id="59" creationId="{D5B6EFE0-C30E-4869-A06A-E68B296A37E9}"/>
          </ac:spMkLst>
        </pc:spChg>
        <pc:spChg chg="add del mod">
          <ac:chgData name="Yang, Chun-yu" userId="57c5ba99-e68a-448a-8f42-8e6ab6811b9f" providerId="ADAL" clId="{77A38673-4DE1-485E-BBC6-1D47039C1794}" dt="2021-10-14T05:08:51.716" v="2834" actId="164"/>
          <ac:spMkLst>
            <pc:docMk/>
            <pc:sldMk cId="4238593702" sldId="372"/>
            <ac:spMk id="60" creationId="{55D0EA6D-B685-4005-A5A8-366E83525227}"/>
          </ac:spMkLst>
        </pc:spChg>
        <pc:spChg chg="add mod">
          <ac:chgData name="Yang, Chun-yu" userId="57c5ba99-e68a-448a-8f42-8e6ab6811b9f" providerId="ADAL" clId="{77A38673-4DE1-485E-BBC6-1D47039C1794}" dt="2021-10-14T05:09:58.258" v="2843" actId="1076"/>
          <ac:spMkLst>
            <pc:docMk/>
            <pc:sldMk cId="4238593702" sldId="372"/>
            <ac:spMk id="62" creationId="{3FA7F484-055F-420F-BAED-BF75E1E2147B}"/>
          </ac:spMkLst>
        </pc:spChg>
        <pc:spChg chg="add mod">
          <ac:chgData name="Yang, Chun-yu" userId="57c5ba99-e68a-448a-8f42-8e6ab6811b9f" providerId="ADAL" clId="{77A38673-4DE1-485E-BBC6-1D47039C1794}" dt="2021-10-14T05:10:17.015" v="2849" actId="1076"/>
          <ac:spMkLst>
            <pc:docMk/>
            <pc:sldMk cId="4238593702" sldId="372"/>
            <ac:spMk id="63" creationId="{23DFB0F4-E3BD-40D2-8EB5-A0F63B3F5851}"/>
          </ac:spMkLst>
        </pc:spChg>
        <pc:spChg chg="add mod">
          <ac:chgData name="Yang, Chun-yu" userId="57c5ba99-e68a-448a-8f42-8e6ab6811b9f" providerId="ADAL" clId="{77A38673-4DE1-485E-BBC6-1D47039C1794}" dt="2021-11-11T01:35:44.514" v="5779" actId="20577"/>
          <ac:spMkLst>
            <pc:docMk/>
            <pc:sldMk cId="4238593702" sldId="372"/>
            <ac:spMk id="64" creationId="{8AE4D27B-8666-466D-8AAF-383D49B49578}"/>
          </ac:spMkLst>
        </pc:spChg>
        <pc:spChg chg="add mod">
          <ac:chgData name="Yang, Chun-yu" userId="57c5ba99-e68a-448a-8f42-8e6ab6811b9f" providerId="ADAL" clId="{77A38673-4DE1-485E-BBC6-1D47039C1794}" dt="2021-11-11T01:37:32.602" v="5789" actId="20577"/>
          <ac:spMkLst>
            <pc:docMk/>
            <pc:sldMk cId="4238593702" sldId="372"/>
            <ac:spMk id="65" creationId="{6CA949F5-53E2-4CD1-BC9C-E08681B302E2}"/>
          </ac:spMkLst>
        </pc:spChg>
        <pc:spChg chg="add mod">
          <ac:chgData name="Yang, Chun-yu" userId="57c5ba99-e68a-448a-8f42-8e6ab6811b9f" providerId="ADAL" clId="{77A38673-4DE1-485E-BBC6-1D47039C1794}" dt="2021-11-11T01:37:11.246" v="5786" actId="20577"/>
          <ac:spMkLst>
            <pc:docMk/>
            <pc:sldMk cId="4238593702" sldId="372"/>
            <ac:spMk id="66" creationId="{275A7EA2-2E32-4251-88AF-8BB04325D29F}"/>
          </ac:spMkLst>
        </pc:spChg>
        <pc:spChg chg="add del mod">
          <ac:chgData name="Yang, Chun-yu" userId="57c5ba99-e68a-448a-8f42-8e6ab6811b9f" providerId="ADAL" clId="{77A38673-4DE1-485E-BBC6-1D47039C1794}" dt="2021-10-14T06:11:30.874" v="3246" actId="478"/>
          <ac:spMkLst>
            <pc:docMk/>
            <pc:sldMk cId="4238593702" sldId="372"/>
            <ac:spMk id="67" creationId="{2FE6A76D-2AD9-4631-846A-AA5D9044CE07}"/>
          </ac:spMkLst>
        </pc:spChg>
        <pc:spChg chg="add del mod">
          <ac:chgData name="Yang, Chun-yu" userId="57c5ba99-e68a-448a-8f42-8e6ab6811b9f" providerId="ADAL" clId="{77A38673-4DE1-485E-BBC6-1D47039C1794}" dt="2021-10-14T06:11:30.874" v="3246" actId="478"/>
          <ac:spMkLst>
            <pc:docMk/>
            <pc:sldMk cId="4238593702" sldId="372"/>
            <ac:spMk id="68" creationId="{11295832-02B1-4C19-AC46-0247FE79A255}"/>
          </ac:spMkLst>
        </pc:spChg>
        <pc:spChg chg="add del mod">
          <ac:chgData name="Yang, Chun-yu" userId="57c5ba99-e68a-448a-8f42-8e6ab6811b9f" providerId="ADAL" clId="{77A38673-4DE1-485E-BBC6-1D47039C1794}" dt="2021-10-14T06:11:30.874" v="3246" actId="478"/>
          <ac:spMkLst>
            <pc:docMk/>
            <pc:sldMk cId="4238593702" sldId="372"/>
            <ac:spMk id="69" creationId="{6D2CD20D-591E-4BD3-938C-D8F70A41707E}"/>
          </ac:spMkLst>
        </pc:spChg>
        <pc:spChg chg="add del mod">
          <ac:chgData name="Yang, Chun-yu" userId="57c5ba99-e68a-448a-8f42-8e6ab6811b9f" providerId="ADAL" clId="{77A38673-4DE1-485E-BBC6-1D47039C1794}" dt="2021-10-14T06:11:30.874" v="3246" actId="478"/>
          <ac:spMkLst>
            <pc:docMk/>
            <pc:sldMk cId="4238593702" sldId="372"/>
            <ac:spMk id="70" creationId="{6CF4BD2B-BD92-4412-8C8C-666B4971DDE7}"/>
          </ac:spMkLst>
        </pc:spChg>
        <pc:spChg chg="add mod">
          <ac:chgData name="Yang, Chun-yu" userId="57c5ba99-e68a-448a-8f42-8e6ab6811b9f" providerId="ADAL" clId="{77A38673-4DE1-485E-BBC6-1D47039C1794}" dt="2021-10-14T05:58:02.633" v="3136" actId="552"/>
          <ac:spMkLst>
            <pc:docMk/>
            <pc:sldMk cId="4238593702" sldId="372"/>
            <ac:spMk id="71" creationId="{90DEFB33-9935-41A5-B006-F4173C9AD385}"/>
          </ac:spMkLst>
        </pc:spChg>
        <pc:spChg chg="mod">
          <ac:chgData name="Yang, Chun-yu" userId="57c5ba99-e68a-448a-8f42-8e6ab6811b9f" providerId="ADAL" clId="{77A38673-4DE1-485E-BBC6-1D47039C1794}" dt="2021-10-14T05:22:23.802" v="2988" actId="571"/>
          <ac:spMkLst>
            <pc:docMk/>
            <pc:sldMk cId="4238593702" sldId="372"/>
            <ac:spMk id="73" creationId="{48394403-E2E6-41FD-AA0D-827A02D82692}"/>
          </ac:spMkLst>
        </pc:spChg>
        <pc:spChg chg="mod">
          <ac:chgData name="Yang, Chun-yu" userId="57c5ba99-e68a-448a-8f42-8e6ab6811b9f" providerId="ADAL" clId="{77A38673-4DE1-485E-BBC6-1D47039C1794}" dt="2021-10-14T05:22:23.802" v="2988" actId="571"/>
          <ac:spMkLst>
            <pc:docMk/>
            <pc:sldMk cId="4238593702" sldId="372"/>
            <ac:spMk id="74" creationId="{2B6325E5-86D8-4260-BFC6-DF3347F6CE92}"/>
          </ac:spMkLst>
        </pc:spChg>
        <pc:spChg chg="add mod">
          <ac:chgData name="Yang, Chun-yu" userId="57c5ba99-e68a-448a-8f42-8e6ab6811b9f" providerId="ADAL" clId="{77A38673-4DE1-485E-BBC6-1D47039C1794}" dt="2021-10-14T05:22:44.871" v="2991" actId="1076"/>
          <ac:spMkLst>
            <pc:docMk/>
            <pc:sldMk cId="4238593702" sldId="372"/>
            <ac:spMk id="75" creationId="{87F01627-1E11-471C-95A1-5585A87FBC70}"/>
          </ac:spMkLst>
        </pc:spChg>
        <pc:spChg chg="add del mod">
          <ac:chgData name="Yang, Chun-yu" userId="57c5ba99-e68a-448a-8f42-8e6ab6811b9f" providerId="ADAL" clId="{77A38673-4DE1-485E-BBC6-1D47039C1794}" dt="2021-10-14T05:32:03.589" v="3024" actId="478"/>
          <ac:spMkLst>
            <pc:docMk/>
            <pc:sldMk cId="4238593702" sldId="372"/>
            <ac:spMk id="76" creationId="{0AD70EB7-5BCD-46AB-9AB4-FBEABEED6055}"/>
          </ac:spMkLst>
        </pc:spChg>
        <pc:spChg chg="add mod">
          <ac:chgData name="Yang, Chun-yu" userId="57c5ba99-e68a-448a-8f42-8e6ab6811b9f" providerId="ADAL" clId="{77A38673-4DE1-485E-BBC6-1D47039C1794}" dt="2021-10-14T05:58:02.633" v="3136" actId="552"/>
          <ac:spMkLst>
            <pc:docMk/>
            <pc:sldMk cId="4238593702" sldId="372"/>
            <ac:spMk id="77" creationId="{D779C2C2-8D6E-46D5-AFBC-A42902773619}"/>
          </ac:spMkLst>
        </pc:spChg>
        <pc:spChg chg="add del mod">
          <ac:chgData name="Yang, Chun-yu" userId="57c5ba99-e68a-448a-8f42-8e6ab6811b9f" providerId="ADAL" clId="{77A38673-4DE1-485E-BBC6-1D47039C1794}" dt="2021-10-14T05:32:11.952" v="3027" actId="478"/>
          <ac:spMkLst>
            <pc:docMk/>
            <pc:sldMk cId="4238593702" sldId="372"/>
            <ac:spMk id="78" creationId="{553F3ABA-C35D-4984-A075-763AFFB78C7B}"/>
          </ac:spMkLst>
        </pc:spChg>
        <pc:spChg chg="add mod">
          <ac:chgData name="Yang, Chun-yu" userId="57c5ba99-e68a-448a-8f42-8e6ab6811b9f" providerId="ADAL" clId="{77A38673-4DE1-485E-BBC6-1D47039C1794}" dt="2021-10-14T05:58:02.633" v="3136" actId="552"/>
          <ac:spMkLst>
            <pc:docMk/>
            <pc:sldMk cId="4238593702" sldId="372"/>
            <ac:spMk id="79" creationId="{2D4F8019-9A67-4407-885E-1B520F45BA21}"/>
          </ac:spMkLst>
        </pc:spChg>
        <pc:spChg chg="add del mod">
          <ac:chgData name="Yang, Chun-yu" userId="57c5ba99-e68a-448a-8f42-8e6ab6811b9f" providerId="ADAL" clId="{77A38673-4DE1-485E-BBC6-1D47039C1794}" dt="2021-10-14T05:44:59.831" v="3069"/>
          <ac:spMkLst>
            <pc:docMk/>
            <pc:sldMk cId="4238593702" sldId="372"/>
            <ac:spMk id="82" creationId="{DF5C5B1D-C632-409E-BB25-674F288DF8B9}"/>
          </ac:spMkLst>
        </pc:spChg>
        <pc:spChg chg="add mod">
          <ac:chgData name="Yang, Chun-yu" userId="57c5ba99-e68a-448a-8f42-8e6ab6811b9f" providerId="ADAL" clId="{77A38673-4DE1-485E-BBC6-1D47039C1794}" dt="2021-10-14T06:07:41.377" v="3221" actId="552"/>
          <ac:spMkLst>
            <pc:docMk/>
            <pc:sldMk cId="4238593702" sldId="372"/>
            <ac:spMk id="84" creationId="{A53D8517-2544-4859-A15F-9DB5073248BA}"/>
          </ac:spMkLst>
        </pc:spChg>
        <pc:spChg chg="add mod">
          <ac:chgData name="Yang, Chun-yu" userId="57c5ba99-e68a-448a-8f42-8e6ab6811b9f" providerId="ADAL" clId="{77A38673-4DE1-485E-BBC6-1D47039C1794}" dt="2021-10-14T06:07:41.377" v="3221" actId="552"/>
          <ac:spMkLst>
            <pc:docMk/>
            <pc:sldMk cId="4238593702" sldId="372"/>
            <ac:spMk id="85" creationId="{53D587E1-A5C7-43F2-B609-B58285E3FFF7}"/>
          </ac:spMkLst>
        </pc:spChg>
        <pc:spChg chg="add mod">
          <ac:chgData name="Yang, Chun-yu" userId="57c5ba99-e68a-448a-8f42-8e6ab6811b9f" providerId="ADAL" clId="{77A38673-4DE1-485E-BBC6-1D47039C1794}" dt="2021-10-14T06:07:41.377" v="3221" actId="552"/>
          <ac:spMkLst>
            <pc:docMk/>
            <pc:sldMk cId="4238593702" sldId="372"/>
            <ac:spMk id="86" creationId="{6B0972B8-3973-4F68-9086-CE1F26841C02}"/>
          </ac:spMkLst>
        </pc:spChg>
        <pc:spChg chg="add mod">
          <ac:chgData name="Yang, Chun-yu" userId="57c5ba99-e68a-448a-8f42-8e6ab6811b9f" providerId="ADAL" clId="{77A38673-4DE1-485E-BBC6-1D47039C1794}" dt="2021-10-14T06:09:29.674" v="3232" actId="1076"/>
          <ac:spMkLst>
            <pc:docMk/>
            <pc:sldMk cId="4238593702" sldId="372"/>
            <ac:spMk id="87" creationId="{D842C1F7-0ADB-45FC-BC38-1BD904E58D35}"/>
          </ac:spMkLst>
        </pc:spChg>
        <pc:spChg chg="add del mod">
          <ac:chgData name="Yang, Chun-yu" userId="57c5ba99-e68a-448a-8f42-8e6ab6811b9f" providerId="ADAL" clId="{77A38673-4DE1-485E-BBC6-1D47039C1794}" dt="2021-10-14T06:11:41.260" v="3249" actId="478"/>
          <ac:spMkLst>
            <pc:docMk/>
            <pc:sldMk cId="4238593702" sldId="372"/>
            <ac:spMk id="88" creationId="{8616204D-B020-4AE3-BE4B-641A00E7A776}"/>
          </ac:spMkLst>
        </pc:spChg>
        <pc:spChg chg="add del mod">
          <ac:chgData name="Yang, Chun-yu" userId="57c5ba99-e68a-448a-8f42-8e6ab6811b9f" providerId="ADAL" clId="{77A38673-4DE1-485E-BBC6-1D47039C1794}" dt="2021-10-14T06:12:16.742" v="3257"/>
          <ac:spMkLst>
            <pc:docMk/>
            <pc:sldMk cId="4238593702" sldId="372"/>
            <ac:spMk id="89" creationId="{75511379-933F-4006-A5EB-179519211224}"/>
          </ac:spMkLst>
        </pc:spChg>
        <pc:spChg chg="add mod">
          <ac:chgData name="Yang, Chun-yu" userId="57c5ba99-e68a-448a-8f42-8e6ab6811b9f" providerId="ADAL" clId="{77A38673-4DE1-485E-BBC6-1D47039C1794}" dt="2021-10-14T06:12:15.679" v="3255" actId="571"/>
          <ac:spMkLst>
            <pc:docMk/>
            <pc:sldMk cId="4238593702" sldId="372"/>
            <ac:spMk id="90" creationId="{38F221DA-D9F4-437D-B1B7-CF95C8F647BA}"/>
          </ac:spMkLst>
        </pc:spChg>
        <pc:spChg chg="add del mod">
          <ac:chgData name="Yang, Chun-yu" userId="57c5ba99-e68a-448a-8f42-8e6ab6811b9f" providerId="ADAL" clId="{77A38673-4DE1-485E-BBC6-1D47039C1794}" dt="2021-10-14T06:16:11.517" v="3291"/>
          <ac:spMkLst>
            <pc:docMk/>
            <pc:sldMk cId="4238593702" sldId="372"/>
            <ac:spMk id="91" creationId="{B0FCDE2A-A6E0-47B1-B3DA-0929E09665DA}"/>
          </ac:spMkLst>
        </pc:spChg>
        <pc:spChg chg="add mod">
          <ac:chgData name="Yang, Chun-yu" userId="57c5ba99-e68a-448a-8f42-8e6ab6811b9f" providerId="ADAL" clId="{77A38673-4DE1-485E-BBC6-1D47039C1794}" dt="2021-11-11T01:41:57.680" v="5833" actId="20577"/>
          <ac:spMkLst>
            <pc:docMk/>
            <pc:sldMk cId="4238593702" sldId="372"/>
            <ac:spMk id="91" creationId="{E8D4F714-C000-4442-AE70-4CC94A523451}"/>
          </ac:spMkLst>
        </pc:spChg>
        <pc:spChg chg="add mod">
          <ac:chgData name="Yang, Chun-yu" userId="57c5ba99-e68a-448a-8f42-8e6ab6811b9f" providerId="ADAL" clId="{77A38673-4DE1-485E-BBC6-1D47039C1794}" dt="2021-10-14T06:16:39.687" v="3299" actId="1037"/>
          <ac:spMkLst>
            <pc:docMk/>
            <pc:sldMk cId="4238593702" sldId="372"/>
            <ac:spMk id="92" creationId="{F496C99D-0AA5-4404-9EEB-33752909FC07}"/>
          </ac:spMkLst>
        </pc:spChg>
        <pc:spChg chg="add mod">
          <ac:chgData name="Yang, Chun-yu" userId="57c5ba99-e68a-448a-8f42-8e6ab6811b9f" providerId="ADAL" clId="{77A38673-4DE1-485E-BBC6-1D47039C1794}" dt="2021-10-14T06:19:02.749" v="3327" actId="1076"/>
          <ac:spMkLst>
            <pc:docMk/>
            <pc:sldMk cId="4238593702" sldId="372"/>
            <ac:spMk id="93" creationId="{F4C61183-1E63-4EE4-BF73-2666D86D4537}"/>
          </ac:spMkLst>
        </pc:spChg>
        <pc:spChg chg="add del mod">
          <ac:chgData name="Yang, Chun-yu" userId="57c5ba99-e68a-448a-8f42-8e6ab6811b9f" providerId="ADAL" clId="{77A38673-4DE1-485E-BBC6-1D47039C1794}" dt="2021-10-14T06:25:24.559" v="3354" actId="1036"/>
          <ac:spMkLst>
            <pc:docMk/>
            <pc:sldMk cId="4238593702" sldId="372"/>
            <ac:spMk id="94" creationId="{744F6AE4-51A7-4202-9653-FE6E59D75FB3}"/>
          </ac:spMkLst>
        </pc:spChg>
        <pc:spChg chg="add mod">
          <ac:chgData name="Yang, Chun-yu" userId="57c5ba99-e68a-448a-8f42-8e6ab6811b9f" providerId="ADAL" clId="{77A38673-4DE1-485E-BBC6-1D47039C1794}" dt="2021-10-14T06:29:11.224" v="3358" actId="1076"/>
          <ac:spMkLst>
            <pc:docMk/>
            <pc:sldMk cId="4238593702" sldId="372"/>
            <ac:spMk id="95" creationId="{637DE42A-7025-480C-BEB3-46503548033B}"/>
          </ac:spMkLst>
        </pc:spChg>
        <pc:spChg chg="add mod">
          <ac:chgData name="Yang, Chun-yu" userId="57c5ba99-e68a-448a-8f42-8e6ab6811b9f" providerId="ADAL" clId="{77A38673-4DE1-485E-BBC6-1D47039C1794}" dt="2021-10-14T06:59:27.137" v="3540"/>
          <ac:spMkLst>
            <pc:docMk/>
            <pc:sldMk cId="4238593702" sldId="372"/>
            <ac:spMk id="96" creationId="{586CEBE9-2DD8-4D39-9059-5AFDD041BC6D}"/>
          </ac:spMkLst>
        </pc:spChg>
        <pc:spChg chg="add del mod">
          <ac:chgData name="Yang, Chun-yu" userId="57c5ba99-e68a-448a-8f42-8e6ab6811b9f" providerId="ADAL" clId="{77A38673-4DE1-485E-BBC6-1D47039C1794}" dt="2021-10-14T06:29:17.876" v="3360"/>
          <ac:spMkLst>
            <pc:docMk/>
            <pc:sldMk cId="4238593702" sldId="372"/>
            <ac:spMk id="97" creationId="{3985735A-6677-4CD3-8033-E748F237FB91}"/>
          </ac:spMkLst>
        </pc:spChg>
        <pc:spChg chg="add del mod">
          <ac:chgData name="Yang, Chun-yu" userId="57c5ba99-e68a-448a-8f42-8e6ab6811b9f" providerId="ADAL" clId="{77A38673-4DE1-485E-BBC6-1D47039C1794}" dt="2021-10-14T06:29:17.876" v="3360"/>
          <ac:spMkLst>
            <pc:docMk/>
            <pc:sldMk cId="4238593702" sldId="372"/>
            <ac:spMk id="98" creationId="{15423F8B-84D9-4A47-AF49-D0A7491CD7F4}"/>
          </ac:spMkLst>
        </pc:spChg>
        <pc:spChg chg="add mod">
          <ac:chgData name="Yang, Chun-yu" userId="57c5ba99-e68a-448a-8f42-8e6ab6811b9f" providerId="ADAL" clId="{77A38673-4DE1-485E-BBC6-1D47039C1794}" dt="2021-10-14T06:29:24.625" v="3362" actId="1076"/>
          <ac:spMkLst>
            <pc:docMk/>
            <pc:sldMk cId="4238593702" sldId="372"/>
            <ac:spMk id="99" creationId="{74109D6F-A849-4697-AF66-D18EFA815336}"/>
          </ac:spMkLst>
        </pc:spChg>
        <pc:spChg chg="add mod">
          <ac:chgData name="Yang, Chun-yu" userId="57c5ba99-e68a-448a-8f42-8e6ab6811b9f" providerId="ADAL" clId="{77A38673-4DE1-485E-BBC6-1D47039C1794}" dt="2021-10-14T06:29:24.625" v="3362" actId="1076"/>
          <ac:spMkLst>
            <pc:docMk/>
            <pc:sldMk cId="4238593702" sldId="372"/>
            <ac:spMk id="100" creationId="{7C02A6C3-BDD4-469E-AD7A-91693714CFC6}"/>
          </ac:spMkLst>
        </pc:spChg>
        <pc:spChg chg="add mod">
          <ac:chgData name="Yang, Chun-yu" userId="57c5ba99-e68a-448a-8f42-8e6ab6811b9f" providerId="ADAL" clId="{77A38673-4DE1-485E-BBC6-1D47039C1794}" dt="2021-10-14T06:59:36.768" v="3545" actId="1036"/>
          <ac:spMkLst>
            <pc:docMk/>
            <pc:sldMk cId="4238593702" sldId="372"/>
            <ac:spMk id="101" creationId="{B92F0127-C171-4E4C-9F98-5700121F8C60}"/>
          </ac:spMkLst>
        </pc:spChg>
        <pc:spChg chg="add del mod">
          <ac:chgData name="Yang, Chun-yu" userId="57c5ba99-e68a-448a-8f42-8e6ab6811b9f" providerId="ADAL" clId="{77A38673-4DE1-485E-BBC6-1D47039C1794}" dt="2021-10-14T06:54:04.615" v="3507"/>
          <ac:spMkLst>
            <pc:docMk/>
            <pc:sldMk cId="4238593702" sldId="372"/>
            <ac:spMk id="102" creationId="{17C3D172-2CB2-40C0-A30B-120686CD796D}"/>
          </ac:spMkLst>
        </pc:spChg>
        <pc:spChg chg="add del mod">
          <ac:chgData name="Yang, Chun-yu" userId="57c5ba99-e68a-448a-8f42-8e6ab6811b9f" providerId="ADAL" clId="{77A38673-4DE1-485E-BBC6-1D47039C1794}" dt="2021-10-14T06:32:06.309" v="3401" actId="478"/>
          <ac:spMkLst>
            <pc:docMk/>
            <pc:sldMk cId="4238593702" sldId="372"/>
            <ac:spMk id="103" creationId="{CF2B410F-8509-44D0-844A-3453E78EF17A}"/>
          </ac:spMkLst>
        </pc:spChg>
        <pc:spChg chg="add del mod">
          <ac:chgData name="Yang, Chun-yu" userId="57c5ba99-e68a-448a-8f42-8e6ab6811b9f" providerId="ADAL" clId="{77A38673-4DE1-485E-BBC6-1D47039C1794}" dt="2021-10-14T06:44:21.751" v="3413"/>
          <ac:spMkLst>
            <pc:docMk/>
            <pc:sldMk cId="4238593702" sldId="372"/>
            <ac:spMk id="108" creationId="{C48C303E-78E3-468B-BB6C-D0C16D9A2E3C}"/>
          </ac:spMkLst>
        </pc:spChg>
        <pc:spChg chg="add mod">
          <ac:chgData name="Yang, Chun-yu" userId="57c5ba99-e68a-448a-8f42-8e6ab6811b9f" providerId="ADAL" clId="{77A38673-4DE1-485E-BBC6-1D47039C1794}" dt="2021-11-11T01:35:50.193" v="5782" actId="20577"/>
          <ac:spMkLst>
            <pc:docMk/>
            <pc:sldMk cId="4238593702" sldId="372"/>
            <ac:spMk id="110" creationId="{4177FF89-1300-4AD7-BA4C-F18651438237}"/>
          </ac:spMkLst>
        </pc:spChg>
        <pc:spChg chg="add mod">
          <ac:chgData name="Yang, Chun-yu" userId="57c5ba99-e68a-448a-8f42-8e6ab6811b9f" providerId="ADAL" clId="{77A38673-4DE1-485E-BBC6-1D47039C1794}" dt="2021-11-11T23:51:42.140" v="5867" actId="20577"/>
          <ac:spMkLst>
            <pc:docMk/>
            <pc:sldMk cId="4238593702" sldId="372"/>
            <ac:spMk id="111" creationId="{2A3688FF-9832-4BF7-A134-5C0E2DB14FDC}"/>
          </ac:spMkLst>
        </pc:spChg>
        <pc:spChg chg="add mod">
          <ac:chgData name="Yang, Chun-yu" userId="57c5ba99-e68a-448a-8f42-8e6ab6811b9f" providerId="ADAL" clId="{77A38673-4DE1-485E-BBC6-1D47039C1794}" dt="2021-10-14T08:36:11.661" v="4425" actId="20577"/>
          <ac:spMkLst>
            <pc:docMk/>
            <pc:sldMk cId="4238593702" sldId="372"/>
            <ac:spMk id="112" creationId="{517C614D-983E-438F-A5D4-421CDDF0731B}"/>
          </ac:spMkLst>
        </pc:spChg>
        <pc:spChg chg="add mod">
          <ac:chgData name="Yang, Chun-yu" userId="57c5ba99-e68a-448a-8f42-8e6ab6811b9f" providerId="ADAL" clId="{77A38673-4DE1-485E-BBC6-1D47039C1794}" dt="2021-11-11T01:43:50.546" v="5857" actId="20577"/>
          <ac:spMkLst>
            <pc:docMk/>
            <pc:sldMk cId="4238593702" sldId="372"/>
            <ac:spMk id="129" creationId="{147A1896-B61F-4427-8935-614B263DE831}"/>
          </ac:spMkLst>
        </pc:spChg>
        <pc:spChg chg="add mod">
          <ac:chgData name="Yang, Chun-yu" userId="57c5ba99-e68a-448a-8f42-8e6ab6811b9f" providerId="ADAL" clId="{77A38673-4DE1-485E-BBC6-1D47039C1794}" dt="2021-11-11T01:43:09.350" v="5847" actId="20577"/>
          <ac:spMkLst>
            <pc:docMk/>
            <pc:sldMk cId="4238593702" sldId="372"/>
            <ac:spMk id="130" creationId="{F8C0FF1F-5EBA-4377-B4CE-A10811FBC74D}"/>
          </ac:spMkLst>
        </pc:spChg>
        <pc:spChg chg="add mod">
          <ac:chgData name="Yang, Chun-yu" userId="57c5ba99-e68a-448a-8f42-8e6ab6811b9f" providerId="ADAL" clId="{77A38673-4DE1-485E-BBC6-1D47039C1794}" dt="2021-10-14T07:02:01.638" v="3547" actId="1076"/>
          <ac:spMkLst>
            <pc:docMk/>
            <pc:sldMk cId="4238593702" sldId="372"/>
            <ac:spMk id="131" creationId="{193076FE-BFD7-493F-8C24-A881BD4721D9}"/>
          </ac:spMkLst>
        </pc:spChg>
        <pc:spChg chg="add mod">
          <ac:chgData name="Yang, Chun-yu" userId="57c5ba99-e68a-448a-8f42-8e6ab6811b9f" providerId="ADAL" clId="{77A38673-4DE1-485E-BBC6-1D47039C1794}" dt="2021-10-14T07:02:01.638" v="3547" actId="1076"/>
          <ac:spMkLst>
            <pc:docMk/>
            <pc:sldMk cId="4238593702" sldId="372"/>
            <ac:spMk id="132" creationId="{53464385-12C5-4E72-9BCB-CAEF13948321}"/>
          </ac:spMkLst>
        </pc:spChg>
        <pc:grpChg chg="add del mod">
          <ac:chgData name="Yang, Chun-yu" userId="57c5ba99-e68a-448a-8f42-8e6ab6811b9f" providerId="ADAL" clId="{77A38673-4DE1-485E-BBC6-1D47039C1794}" dt="2021-10-14T05:03:34.396" v="2705" actId="21"/>
          <ac:grpSpMkLst>
            <pc:docMk/>
            <pc:sldMk cId="4238593702" sldId="372"/>
            <ac:grpSpMk id="4" creationId="{FC59ED54-2B6C-400B-87EC-7AFDB479F943}"/>
          </ac:grpSpMkLst>
        </pc:grpChg>
        <pc:grpChg chg="add del mod">
          <ac:chgData name="Yang, Chun-yu" userId="57c5ba99-e68a-448a-8f42-8e6ab6811b9f" providerId="ADAL" clId="{77A38673-4DE1-485E-BBC6-1D47039C1794}" dt="2021-10-14T05:03:37.002" v="2707"/>
          <ac:grpSpMkLst>
            <pc:docMk/>
            <pc:sldMk cId="4238593702" sldId="372"/>
            <ac:grpSpMk id="49" creationId="{DD818198-ABEC-462F-8D9D-74A867046F8D}"/>
          </ac:grpSpMkLst>
        </pc:grpChg>
        <pc:grpChg chg="add mod">
          <ac:chgData name="Yang, Chun-yu" userId="57c5ba99-e68a-448a-8f42-8e6ab6811b9f" providerId="ADAL" clId="{77A38673-4DE1-485E-BBC6-1D47039C1794}" dt="2021-10-14T05:09:15.091" v="2836" actId="1076"/>
          <ac:grpSpMkLst>
            <pc:docMk/>
            <pc:sldMk cId="4238593702" sldId="372"/>
            <ac:grpSpMk id="61" creationId="{5A2FEFBE-CA68-4EF2-8970-E9CABBD2F636}"/>
          </ac:grpSpMkLst>
        </pc:grpChg>
        <pc:grpChg chg="add mod">
          <ac:chgData name="Yang, Chun-yu" userId="57c5ba99-e68a-448a-8f42-8e6ab6811b9f" providerId="ADAL" clId="{77A38673-4DE1-485E-BBC6-1D47039C1794}" dt="2021-10-14T06:50:02.728" v="3461" actId="1076"/>
          <ac:grpSpMkLst>
            <pc:docMk/>
            <pc:sldMk cId="4238593702" sldId="372"/>
            <ac:grpSpMk id="72" creationId="{F0F93D24-9AEA-452A-A26F-E6BEA25194D0}"/>
          </ac:grpSpMkLst>
        </pc:grpChg>
        <pc:grpChg chg="add mod">
          <ac:chgData name="Yang, Chun-yu" userId="57c5ba99-e68a-448a-8f42-8e6ab6811b9f" providerId="ADAL" clId="{77A38673-4DE1-485E-BBC6-1D47039C1794}" dt="2021-10-14T06:57:22.623" v="3531" actId="164"/>
          <ac:grpSpMkLst>
            <pc:docMk/>
            <pc:sldMk cId="4238593702" sldId="372"/>
            <ac:grpSpMk id="128" creationId="{37D76238-8CA2-4EA0-B792-51C5476B6ACC}"/>
          </ac:grpSpMkLst>
        </pc:grpChg>
        <pc:picChg chg="add del mod">
          <ac:chgData name="Yang, Chun-yu" userId="57c5ba99-e68a-448a-8f42-8e6ab6811b9f" providerId="ADAL" clId="{77A38673-4DE1-485E-BBC6-1D47039C1794}" dt="2021-10-14T05:44:38.685" v="3062" actId="478"/>
          <ac:picMkLst>
            <pc:docMk/>
            <pc:sldMk cId="4238593702" sldId="372"/>
            <ac:picMk id="9" creationId="{89F4A23A-3605-48D0-AF8B-EE6146C01965}"/>
          </ac:picMkLst>
        </pc:picChg>
        <pc:picChg chg="add mod">
          <ac:chgData name="Yang, Chun-yu" userId="57c5ba99-e68a-448a-8f42-8e6ab6811b9f" providerId="ADAL" clId="{77A38673-4DE1-485E-BBC6-1D47039C1794}" dt="2021-10-14T05:09:24.585" v="2837" actId="1076"/>
          <ac:picMkLst>
            <pc:docMk/>
            <pc:sldMk cId="4238593702" sldId="372"/>
            <ac:picMk id="10" creationId="{A3DDEF2C-6C1F-4DC1-99AD-EEE05D3E17BF}"/>
          </ac:picMkLst>
        </pc:picChg>
        <pc:picChg chg="add del mod">
          <ac:chgData name="Yang, Chun-yu" userId="57c5ba99-e68a-448a-8f42-8e6ab6811b9f" providerId="ADAL" clId="{77A38673-4DE1-485E-BBC6-1D47039C1794}" dt="2021-10-14T04:48:32.017" v="2395"/>
          <ac:picMkLst>
            <pc:docMk/>
            <pc:sldMk cId="4238593702" sldId="372"/>
            <ac:picMk id="36" creationId="{182D98FB-AFF5-4AAB-A312-2878CD775693}"/>
          </ac:picMkLst>
        </pc:picChg>
        <pc:picChg chg="add del mod">
          <ac:chgData name="Yang, Chun-yu" userId="57c5ba99-e68a-448a-8f42-8e6ab6811b9f" providerId="ADAL" clId="{77A38673-4DE1-485E-BBC6-1D47039C1794}" dt="2021-10-14T07:14:19.131" v="3649" actId="478"/>
          <ac:picMkLst>
            <pc:docMk/>
            <pc:sldMk cId="4238593702" sldId="372"/>
            <ac:picMk id="81" creationId="{AE4A2DED-696A-4DD9-9909-60515CEB5523}"/>
          </ac:picMkLst>
        </pc:picChg>
        <pc:picChg chg="add mod">
          <ac:chgData name="Yang, Chun-yu" userId="57c5ba99-e68a-448a-8f42-8e6ab6811b9f" providerId="ADAL" clId="{77A38673-4DE1-485E-BBC6-1D47039C1794}" dt="2021-10-14T05:45:39.523" v="3082" actId="1076"/>
          <ac:picMkLst>
            <pc:docMk/>
            <pc:sldMk cId="4238593702" sldId="372"/>
            <ac:picMk id="83" creationId="{1E4AF8C0-D737-4FF8-94F3-63934B4E4198}"/>
          </ac:picMkLst>
        </pc:picChg>
        <pc:picChg chg="add del mod">
          <ac:chgData name="Yang, Chun-yu" userId="57c5ba99-e68a-448a-8f42-8e6ab6811b9f" providerId="ADAL" clId="{77A38673-4DE1-485E-BBC6-1D47039C1794}" dt="2021-10-14T06:43:46.535" v="3407" actId="478"/>
          <ac:picMkLst>
            <pc:docMk/>
            <pc:sldMk cId="4238593702" sldId="372"/>
            <ac:picMk id="105" creationId="{64E768B9-8913-40F3-BBEF-35B383BD10E7}"/>
          </ac:picMkLst>
        </pc:picChg>
        <pc:picChg chg="add mod modCrop">
          <ac:chgData name="Yang, Chun-yu" userId="57c5ba99-e68a-448a-8f42-8e6ab6811b9f" providerId="ADAL" clId="{77A38673-4DE1-485E-BBC6-1D47039C1794}" dt="2021-10-14T06:44:54.776" v="3422" actId="1076"/>
          <ac:picMkLst>
            <pc:docMk/>
            <pc:sldMk cId="4238593702" sldId="372"/>
            <ac:picMk id="107" creationId="{6F904DCF-09D3-471B-A0EF-D55FFF11E481}"/>
          </ac:picMkLst>
        </pc:picChg>
        <pc:picChg chg="add mod">
          <ac:chgData name="Yang, Chun-yu" userId="57c5ba99-e68a-448a-8f42-8e6ab6811b9f" providerId="ADAL" clId="{77A38673-4DE1-485E-BBC6-1D47039C1794}" dt="2021-10-14T06:44:57.541" v="3423" actId="1076"/>
          <ac:picMkLst>
            <pc:docMk/>
            <pc:sldMk cId="4238593702" sldId="372"/>
            <ac:picMk id="109" creationId="{0F3D1378-267C-46BB-A2BA-1588C7A97EA2}"/>
          </ac:picMkLst>
        </pc:picChg>
        <pc:picChg chg="add del mod ord">
          <ac:chgData name="Yang, Chun-yu" userId="57c5ba99-e68a-448a-8f42-8e6ab6811b9f" providerId="ADAL" clId="{77A38673-4DE1-485E-BBC6-1D47039C1794}" dt="2021-10-14T07:12:39.420" v="3634"/>
          <ac:picMkLst>
            <pc:docMk/>
            <pc:sldMk cId="4238593702" sldId="372"/>
            <ac:picMk id="133" creationId="{FF8F7E64-EE87-4A49-BA8E-2A0AB293C59B}"/>
          </ac:picMkLst>
        </pc:picChg>
        <pc:picChg chg="add del mod">
          <ac:chgData name="Yang, Chun-yu" userId="57c5ba99-e68a-448a-8f42-8e6ab6811b9f" providerId="ADAL" clId="{77A38673-4DE1-485E-BBC6-1D47039C1794}" dt="2021-10-14T07:13:39.951" v="3643"/>
          <ac:picMkLst>
            <pc:docMk/>
            <pc:sldMk cId="4238593702" sldId="372"/>
            <ac:picMk id="134" creationId="{55424241-F804-4B8F-B4F2-94A015A523ED}"/>
          </ac:picMkLst>
        </pc:picChg>
        <pc:picChg chg="add mod ord">
          <ac:chgData name="Yang, Chun-yu" userId="57c5ba99-e68a-448a-8f42-8e6ab6811b9f" providerId="ADAL" clId="{77A38673-4DE1-485E-BBC6-1D47039C1794}" dt="2021-10-14T07:14:11.861" v="3648" actId="167"/>
          <ac:picMkLst>
            <pc:docMk/>
            <pc:sldMk cId="4238593702" sldId="372"/>
            <ac:picMk id="135" creationId="{3703EBA3-1780-461E-9338-CEEF6228112B}"/>
          </ac:picMkLst>
        </pc:picChg>
        <pc:inkChg chg="add del">
          <ac:chgData name="Yang, Chun-yu" userId="57c5ba99-e68a-448a-8f42-8e6ab6811b9f" providerId="ADAL" clId="{77A38673-4DE1-485E-BBC6-1D47039C1794}" dt="2021-11-11T01:23:33.496" v="5674" actId="478"/>
          <ac:inkMkLst>
            <pc:docMk/>
            <pc:sldMk cId="4238593702" sldId="372"/>
            <ac:inkMk id="4" creationId="{3AA1CA7A-E707-4BC9-ADA1-F939F2F32379}"/>
          </ac:inkMkLst>
        </pc:inkChg>
        <pc:cxnChg chg="add del">
          <ac:chgData name="Yang, Chun-yu" userId="57c5ba99-e68a-448a-8f42-8e6ab6811b9f" providerId="ADAL" clId="{77A38673-4DE1-485E-BBC6-1D47039C1794}" dt="2021-11-11T01:31:24.630" v="5724" actId="478"/>
          <ac:cxnSpMkLst>
            <pc:docMk/>
            <pc:sldMk cId="4238593702" sldId="372"/>
            <ac:cxnSpMk id="8" creationId="{5DE2B727-FEBB-4E67-B97F-8170C93E3B7A}"/>
          </ac:cxnSpMkLst>
        </pc:cxnChg>
        <pc:cxnChg chg="add mod">
          <ac:chgData name="Yang, Chun-yu" userId="57c5ba99-e68a-448a-8f42-8e6ab6811b9f" providerId="ADAL" clId="{77A38673-4DE1-485E-BBC6-1D47039C1794}" dt="2021-11-11T01:42:29.965" v="5835" actId="20577"/>
          <ac:cxnSpMkLst>
            <pc:docMk/>
            <pc:sldMk cId="4238593702" sldId="372"/>
            <ac:cxnSpMk id="12" creationId="{5AB87D77-725C-4421-9A59-2A2C96448D91}"/>
          </ac:cxnSpMkLst>
        </pc:cxnChg>
        <pc:cxnChg chg="add mod">
          <ac:chgData name="Yang, Chun-yu" userId="57c5ba99-e68a-448a-8f42-8e6ab6811b9f" providerId="ADAL" clId="{77A38673-4DE1-485E-BBC6-1D47039C1794}" dt="2021-11-11T01:42:48.173" v="5841" actId="20577"/>
          <ac:cxnSpMkLst>
            <pc:docMk/>
            <pc:sldMk cId="4238593702" sldId="372"/>
            <ac:cxnSpMk id="76" creationId="{3B3CDA45-F128-4428-B322-4A0EB89F6859}"/>
          </ac:cxnSpMkLst>
        </pc:cxnChg>
        <pc:cxnChg chg="add mod">
          <ac:chgData name="Yang, Chun-yu" userId="57c5ba99-e68a-448a-8f42-8e6ab6811b9f" providerId="ADAL" clId="{77A38673-4DE1-485E-BBC6-1D47039C1794}" dt="2021-11-11T01:43:50.546" v="5857" actId="20577"/>
          <ac:cxnSpMkLst>
            <pc:docMk/>
            <pc:sldMk cId="4238593702" sldId="372"/>
            <ac:cxnSpMk id="80" creationId="{F6B8FF0F-81A6-46DE-BEEC-D4F733F1DC80}"/>
          </ac:cxnSpMkLst>
        </pc:cxnChg>
        <pc:cxnChg chg="add mod">
          <ac:chgData name="Yang, Chun-yu" userId="57c5ba99-e68a-448a-8f42-8e6ab6811b9f" providerId="ADAL" clId="{77A38673-4DE1-485E-BBC6-1D47039C1794}" dt="2021-11-11T01:43:09.350" v="5847" actId="20577"/>
          <ac:cxnSpMkLst>
            <pc:docMk/>
            <pc:sldMk cId="4238593702" sldId="372"/>
            <ac:cxnSpMk id="81" creationId="{FBC4481E-84C8-4CA2-8348-C308E4F4E1C1}"/>
          </ac:cxnSpMkLst>
        </pc:cxnChg>
        <pc:cxnChg chg="add mod">
          <ac:chgData name="Yang, Chun-yu" userId="57c5ba99-e68a-448a-8f42-8e6ab6811b9f" providerId="ADAL" clId="{77A38673-4DE1-485E-BBC6-1D47039C1794}" dt="2021-10-14T06:57:22.623" v="3531" actId="164"/>
          <ac:cxnSpMkLst>
            <pc:docMk/>
            <pc:sldMk cId="4238593702" sldId="372"/>
            <ac:cxnSpMk id="114" creationId="{55750281-EE23-432B-B756-8D3D8C347AF7}"/>
          </ac:cxnSpMkLst>
        </pc:cxnChg>
        <pc:cxnChg chg="add mod">
          <ac:chgData name="Yang, Chun-yu" userId="57c5ba99-e68a-448a-8f42-8e6ab6811b9f" providerId="ADAL" clId="{77A38673-4DE1-485E-BBC6-1D47039C1794}" dt="2021-10-14T06:57:22.623" v="3531" actId="164"/>
          <ac:cxnSpMkLst>
            <pc:docMk/>
            <pc:sldMk cId="4238593702" sldId="372"/>
            <ac:cxnSpMk id="116" creationId="{E9BCAB4D-BF20-425A-B31F-2306205EF0B7}"/>
          </ac:cxnSpMkLst>
        </pc:cxnChg>
        <pc:cxnChg chg="add mod">
          <ac:chgData name="Yang, Chun-yu" userId="57c5ba99-e68a-448a-8f42-8e6ab6811b9f" providerId="ADAL" clId="{77A38673-4DE1-485E-BBC6-1D47039C1794}" dt="2021-10-14T06:57:22.623" v="3531" actId="164"/>
          <ac:cxnSpMkLst>
            <pc:docMk/>
            <pc:sldMk cId="4238593702" sldId="372"/>
            <ac:cxnSpMk id="119" creationId="{56664E8C-3F3E-48D5-8567-A6F70238C816}"/>
          </ac:cxnSpMkLst>
        </pc:cxnChg>
        <pc:cxnChg chg="add mod">
          <ac:chgData name="Yang, Chun-yu" userId="57c5ba99-e68a-448a-8f42-8e6ab6811b9f" providerId="ADAL" clId="{77A38673-4DE1-485E-BBC6-1D47039C1794}" dt="2021-10-14T06:57:22.623" v="3531" actId="164"/>
          <ac:cxnSpMkLst>
            <pc:docMk/>
            <pc:sldMk cId="4238593702" sldId="372"/>
            <ac:cxnSpMk id="122" creationId="{BF99E08B-9787-4563-B4BB-B5F1CC78F736}"/>
          </ac:cxnSpMkLst>
        </pc:cxnChg>
        <pc:cxnChg chg="add mod">
          <ac:chgData name="Yang, Chun-yu" userId="57c5ba99-e68a-448a-8f42-8e6ab6811b9f" providerId="ADAL" clId="{77A38673-4DE1-485E-BBC6-1D47039C1794}" dt="2021-10-14T06:57:22.623" v="3531" actId="164"/>
          <ac:cxnSpMkLst>
            <pc:docMk/>
            <pc:sldMk cId="4238593702" sldId="372"/>
            <ac:cxnSpMk id="125" creationId="{F020B0E6-CBA4-4AEE-A00F-D79D7CDF5A38}"/>
          </ac:cxnSpMkLst>
        </pc:cxnChg>
      </pc:sldChg>
      <pc:sldChg chg="del">
        <pc:chgData name="Yang, Chun-yu" userId="57c5ba99-e68a-448a-8f42-8e6ab6811b9f" providerId="ADAL" clId="{77A38673-4DE1-485E-BBC6-1D47039C1794}" dt="2021-08-25T06:36:05.602" v="0" actId="47"/>
        <pc:sldMkLst>
          <pc:docMk/>
          <pc:sldMk cId="1307574047" sldId="382"/>
        </pc:sldMkLst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3036362602" sldId="383"/>
        </pc:sldMkLst>
      </pc:sldChg>
      <pc:sldChg chg="addSp delSp modSp mod ord">
        <pc:chgData name="Yang, Chun-yu" userId="57c5ba99-e68a-448a-8f42-8e6ab6811b9f" providerId="ADAL" clId="{77A38673-4DE1-485E-BBC6-1D47039C1794}" dt="2021-10-14T17:26:27.824" v="5060" actId="21"/>
        <pc:sldMkLst>
          <pc:docMk/>
          <pc:sldMk cId="3688247934" sldId="385"/>
        </pc:sldMkLst>
        <pc:spChg chg="add del mod">
          <ac:chgData name="Yang, Chun-yu" userId="57c5ba99-e68a-448a-8f42-8e6ab6811b9f" providerId="ADAL" clId="{77A38673-4DE1-485E-BBC6-1D47039C1794}" dt="2021-10-14T17:26:27.824" v="5060" actId="21"/>
          <ac:spMkLst>
            <pc:docMk/>
            <pc:sldMk cId="3688247934" sldId="385"/>
            <ac:spMk id="4" creationId="{EB469804-DC86-454C-91A0-E83DA537E81C}"/>
          </ac:spMkLst>
        </pc:sp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991930628" sldId="387"/>
        </pc:sldMkLst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815247986" sldId="389"/>
        </pc:sldMkLst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908534271" sldId="390"/>
        </pc:sldMkLst>
      </pc:sldChg>
      <pc:sldChg chg="del">
        <pc:chgData name="Yang, Chun-yu" userId="57c5ba99-e68a-448a-8f42-8e6ab6811b9f" providerId="ADAL" clId="{77A38673-4DE1-485E-BBC6-1D47039C1794}" dt="2021-08-25T06:36:05.602" v="0" actId="47"/>
        <pc:sldMkLst>
          <pc:docMk/>
          <pc:sldMk cId="241035372" sldId="391"/>
        </pc:sldMkLst>
      </pc:sldChg>
      <pc:sldChg chg="addSp delSp modSp add del mod delAnim modAnim chgLayout">
        <pc:chgData name="Yang, Chun-yu" userId="57c5ba99-e68a-448a-8f42-8e6ab6811b9f" providerId="ADAL" clId="{77A38673-4DE1-485E-BBC6-1D47039C1794}" dt="2021-08-30T07:28:20.977" v="1729"/>
        <pc:sldMkLst>
          <pc:docMk/>
          <pc:sldMk cId="3094675399" sldId="394"/>
        </pc:sldMkLst>
        <pc:spChg chg="add mod ord">
          <ac:chgData name="Yang, Chun-yu" userId="57c5ba99-e68a-448a-8f42-8e6ab6811b9f" providerId="ADAL" clId="{77A38673-4DE1-485E-BBC6-1D47039C1794}" dt="2021-08-25T06:39:52.609" v="71" actId="20577"/>
          <ac:spMkLst>
            <pc:docMk/>
            <pc:sldMk cId="3094675399" sldId="394"/>
            <ac:spMk id="2" creationId="{9A917F48-B64C-47BC-B075-CF97CCFF4A90}"/>
          </ac:spMkLst>
        </pc:spChg>
        <pc:spChg chg="add mod">
          <ac:chgData name="Yang, Chun-yu" userId="57c5ba99-e68a-448a-8f42-8e6ab6811b9f" providerId="ADAL" clId="{77A38673-4DE1-485E-BBC6-1D47039C1794}" dt="2021-08-30T07:18:40.791" v="1673" actId="1076"/>
          <ac:spMkLst>
            <pc:docMk/>
            <pc:sldMk cId="3094675399" sldId="394"/>
            <ac:spMk id="3" creationId="{06CA6A63-028A-4FED-B907-724E30128D9D}"/>
          </ac:spMkLst>
        </pc:spChg>
        <pc:spChg chg="add mod">
          <ac:chgData name="Yang, Chun-yu" userId="57c5ba99-e68a-448a-8f42-8e6ab6811b9f" providerId="ADAL" clId="{77A38673-4DE1-485E-BBC6-1D47039C1794}" dt="2021-08-25T06:53:55.753" v="192" actId="1076"/>
          <ac:spMkLst>
            <pc:docMk/>
            <pc:sldMk cId="3094675399" sldId="394"/>
            <ac:spMk id="4" creationId="{C03FAEB7-1633-48F6-98BE-C4F7E50F841F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6" creationId="{5C977084-7719-40FD-A750-130E46F535A7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7" creationId="{76918841-51A2-4C14-9600-D4CEC44DBDBC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8" creationId="{079911DE-1370-431B-B833-18F00E8E8F7D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10" creationId="{46B5AD5F-1DFD-4597-8DE6-65A7E72DD4C0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11" creationId="{B3566260-B304-43D1-B4A7-F70073F23653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12" creationId="{F34D9EFE-547D-48AF-A722-6943C472717B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13" creationId="{52AD3924-CDEF-46A0-BF14-4CD399699ECE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14" creationId="{5E0E0A74-D392-4BE2-BF06-88CFDE0173F6}"/>
          </ac:spMkLst>
        </pc:spChg>
        <pc:spChg chg="add mod">
          <ac:chgData name="Yang, Chun-yu" userId="57c5ba99-e68a-448a-8f42-8e6ab6811b9f" providerId="ADAL" clId="{77A38673-4DE1-485E-BBC6-1D47039C1794}" dt="2021-08-25T07:10:20.389" v="297" actId="13822"/>
          <ac:spMkLst>
            <pc:docMk/>
            <pc:sldMk cId="3094675399" sldId="394"/>
            <ac:spMk id="15" creationId="{2020B233-B238-48E6-8070-61DCB00D8E95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18" creationId="{5F6783A2-1AE4-419D-8B91-ECB6C9B469D1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19" creationId="{B894DB5D-4A8B-4C47-ADED-FEC898322DCA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20" creationId="{FE68B55F-7220-4FD1-99DF-FBE27DE5DEA5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22" creationId="{BE6B1AD0-5B37-4BA4-B302-0B8040207B77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23" creationId="{B1B1B476-7FAE-467F-828D-9877BA344AF7}"/>
          </ac:spMkLst>
        </pc:spChg>
        <pc:spChg chg="add mod">
          <ac:chgData name="Yang, Chun-yu" userId="57c5ba99-e68a-448a-8f42-8e6ab6811b9f" providerId="ADAL" clId="{77A38673-4DE1-485E-BBC6-1D47039C1794}" dt="2021-08-30T07:18:37.719" v="1672" actId="1076"/>
          <ac:spMkLst>
            <pc:docMk/>
            <pc:sldMk cId="3094675399" sldId="394"/>
            <ac:spMk id="24" creationId="{27848B6C-CF25-4081-8F38-9FB8F361E998}"/>
          </ac:spMkLst>
        </pc:spChg>
        <pc:spChg chg="del">
          <ac:chgData name="Yang, Chun-yu" userId="57c5ba99-e68a-448a-8f42-8e6ab6811b9f" providerId="ADAL" clId="{77A38673-4DE1-485E-BBC6-1D47039C1794}" dt="2021-08-25T06:37:16.968" v="47" actId="478"/>
          <ac:spMkLst>
            <pc:docMk/>
            <pc:sldMk cId="3094675399" sldId="394"/>
            <ac:spMk id="27" creationId="{C3F30162-EBA0-4C4D-AE53-B449DF58FFAA}"/>
          </ac:spMkLst>
        </pc:spChg>
        <pc:spChg chg="add mod">
          <ac:chgData name="Yang, Chun-yu" userId="57c5ba99-e68a-448a-8f42-8e6ab6811b9f" providerId="ADAL" clId="{77A38673-4DE1-485E-BBC6-1D47039C1794}" dt="2021-08-25T07:14:06.424" v="348" actId="208"/>
          <ac:spMkLst>
            <pc:docMk/>
            <pc:sldMk cId="3094675399" sldId="394"/>
            <ac:spMk id="28" creationId="{40B5351A-FE3D-470E-8ACF-F27F45B8D800}"/>
          </ac:spMkLst>
        </pc:spChg>
        <pc:spChg chg="add mod">
          <ac:chgData name="Yang, Chun-yu" userId="57c5ba99-e68a-448a-8f42-8e6ab6811b9f" providerId="ADAL" clId="{77A38673-4DE1-485E-BBC6-1D47039C1794}" dt="2021-08-25T06:46:36.937" v="183" actId="1038"/>
          <ac:spMkLst>
            <pc:docMk/>
            <pc:sldMk cId="3094675399" sldId="394"/>
            <ac:spMk id="29" creationId="{DFF20872-12C0-4F52-B816-3366949FA5D7}"/>
          </ac:spMkLst>
        </pc:spChg>
        <pc:spChg chg="add mod">
          <ac:chgData name="Yang, Chun-yu" userId="57c5ba99-e68a-448a-8f42-8e6ab6811b9f" providerId="ADAL" clId="{77A38673-4DE1-485E-BBC6-1D47039C1794}" dt="2021-08-25T06:46:43.414" v="184" actId="571"/>
          <ac:spMkLst>
            <pc:docMk/>
            <pc:sldMk cId="3094675399" sldId="394"/>
            <ac:spMk id="30" creationId="{2E57D5E0-23CF-45AF-9E5D-BECF22CDFCAC}"/>
          </ac:spMkLst>
        </pc:spChg>
        <pc:spChg chg="add mod">
          <ac:chgData name="Yang, Chun-yu" userId="57c5ba99-e68a-448a-8f42-8e6ab6811b9f" providerId="ADAL" clId="{77A38673-4DE1-485E-BBC6-1D47039C1794}" dt="2021-08-25T06:53:55.753" v="192" actId="1076"/>
          <ac:spMkLst>
            <pc:docMk/>
            <pc:sldMk cId="3094675399" sldId="394"/>
            <ac:spMk id="31" creationId="{D0CF0E4E-1403-475F-A0AF-982C56D9A5F5}"/>
          </ac:spMkLst>
        </pc:spChg>
        <pc:spChg chg="add mod">
          <ac:chgData name="Yang, Chun-yu" userId="57c5ba99-e68a-448a-8f42-8e6ab6811b9f" providerId="ADAL" clId="{77A38673-4DE1-485E-BBC6-1D47039C1794}" dt="2021-08-25T06:56:20.601" v="292" actId="164"/>
          <ac:spMkLst>
            <pc:docMk/>
            <pc:sldMk cId="3094675399" sldId="394"/>
            <ac:spMk id="32" creationId="{29CB0148-4078-4416-9227-140C9F4CE4DF}"/>
          </ac:spMkLst>
        </pc:spChg>
        <pc:spChg chg="add mod">
          <ac:chgData name="Yang, Chun-yu" userId="57c5ba99-e68a-448a-8f42-8e6ab6811b9f" providerId="ADAL" clId="{77A38673-4DE1-485E-BBC6-1D47039C1794}" dt="2021-08-25T07:12:20.285" v="325" actId="208"/>
          <ac:spMkLst>
            <pc:docMk/>
            <pc:sldMk cId="3094675399" sldId="394"/>
            <ac:spMk id="34" creationId="{1ADD4E85-A643-4E27-8FAE-0F7D0BA01668}"/>
          </ac:spMkLst>
        </pc:spChg>
        <pc:spChg chg="add del mod">
          <ac:chgData name="Yang, Chun-yu" userId="57c5ba99-e68a-448a-8f42-8e6ab6811b9f" providerId="ADAL" clId="{77A38673-4DE1-485E-BBC6-1D47039C1794}" dt="2021-08-25T07:11:31.327" v="306" actId="478"/>
          <ac:spMkLst>
            <pc:docMk/>
            <pc:sldMk cId="3094675399" sldId="394"/>
            <ac:spMk id="35" creationId="{9BD7308F-9B95-4CBE-9AE8-67F275D18E90}"/>
          </ac:spMkLst>
        </pc:spChg>
        <pc:spChg chg="add mod">
          <ac:chgData name="Yang, Chun-yu" userId="57c5ba99-e68a-448a-8f42-8e6ab6811b9f" providerId="ADAL" clId="{77A38673-4DE1-485E-BBC6-1D47039C1794}" dt="2021-08-25T07:14:11.555" v="349" actId="208"/>
          <ac:spMkLst>
            <pc:docMk/>
            <pc:sldMk cId="3094675399" sldId="394"/>
            <ac:spMk id="36" creationId="{5BC5CDDE-4ED2-4D20-BF7E-9615283811AA}"/>
          </ac:spMkLst>
        </pc:spChg>
        <pc:spChg chg="add mod">
          <ac:chgData name="Yang, Chun-yu" userId="57c5ba99-e68a-448a-8f42-8e6ab6811b9f" providerId="ADAL" clId="{77A38673-4DE1-485E-BBC6-1D47039C1794}" dt="2021-08-25T07:12:14.943" v="323" actId="208"/>
          <ac:spMkLst>
            <pc:docMk/>
            <pc:sldMk cId="3094675399" sldId="394"/>
            <ac:spMk id="37" creationId="{745B9A4B-6AC3-4955-BB6C-11CB1DB120A2}"/>
          </ac:spMkLst>
        </pc:spChg>
        <pc:spChg chg="add mod">
          <ac:chgData name="Yang, Chun-yu" userId="57c5ba99-e68a-448a-8f42-8e6ab6811b9f" providerId="ADAL" clId="{77A38673-4DE1-485E-BBC6-1D47039C1794}" dt="2021-08-25T07:14:49.803" v="365" actId="1076"/>
          <ac:spMkLst>
            <pc:docMk/>
            <pc:sldMk cId="3094675399" sldId="394"/>
            <ac:spMk id="39" creationId="{F2852999-0590-479F-92EC-0301D88C13D1}"/>
          </ac:spMkLst>
        </pc:spChg>
        <pc:spChg chg="add mod">
          <ac:chgData name="Yang, Chun-yu" userId="57c5ba99-e68a-448a-8f42-8e6ab6811b9f" providerId="ADAL" clId="{77A38673-4DE1-485E-BBC6-1D47039C1794}" dt="2021-08-30T07:22:48.568" v="1704" actId="1076"/>
          <ac:spMkLst>
            <pc:docMk/>
            <pc:sldMk cId="3094675399" sldId="394"/>
            <ac:spMk id="40" creationId="{F306ACDD-EC47-4EAC-B5AA-7151C7518E59}"/>
          </ac:spMkLst>
        </pc:spChg>
        <pc:spChg chg="add mod">
          <ac:chgData name="Yang, Chun-yu" userId="57c5ba99-e68a-448a-8f42-8e6ab6811b9f" providerId="ADAL" clId="{77A38673-4DE1-485E-BBC6-1D47039C1794}" dt="2021-08-30T07:23:24.847" v="1707" actId="1076"/>
          <ac:spMkLst>
            <pc:docMk/>
            <pc:sldMk cId="3094675399" sldId="394"/>
            <ac:spMk id="41" creationId="{E52D017B-FD08-4E7F-A5C4-0C9CCE0EC4CD}"/>
          </ac:spMkLst>
        </pc:spChg>
        <pc:spChg chg="add del mod">
          <ac:chgData name="Yang, Chun-yu" userId="57c5ba99-e68a-448a-8f42-8e6ab6811b9f" providerId="ADAL" clId="{77A38673-4DE1-485E-BBC6-1D47039C1794}" dt="2021-08-30T07:22:30.017" v="1702" actId="478"/>
          <ac:spMkLst>
            <pc:docMk/>
            <pc:sldMk cId="3094675399" sldId="394"/>
            <ac:spMk id="52" creationId="{22C0133E-6C69-422E-951E-17D5FA9A39E0}"/>
          </ac:spMkLst>
        </pc:spChg>
        <pc:spChg chg="add mod">
          <ac:chgData name="Yang, Chun-yu" userId="57c5ba99-e68a-448a-8f42-8e6ab6811b9f" providerId="ADAL" clId="{77A38673-4DE1-485E-BBC6-1D47039C1794}" dt="2021-08-30T07:24:24.222" v="1711" actId="14100"/>
          <ac:spMkLst>
            <pc:docMk/>
            <pc:sldMk cId="3094675399" sldId="394"/>
            <ac:spMk id="53" creationId="{B2EDE4BD-43ED-4DBE-8732-BC8039AAE32D}"/>
          </ac:spMkLst>
        </pc:spChg>
        <pc:spChg chg="add mod">
          <ac:chgData name="Yang, Chun-yu" userId="57c5ba99-e68a-448a-8f42-8e6ab6811b9f" providerId="ADAL" clId="{77A38673-4DE1-485E-BBC6-1D47039C1794}" dt="2021-08-30T07:28:04.627" v="1726" actId="1076"/>
          <ac:spMkLst>
            <pc:docMk/>
            <pc:sldMk cId="3094675399" sldId="394"/>
            <ac:spMk id="54" creationId="{33FB813C-5DF2-4708-BED7-FFBE0E648CE9}"/>
          </ac:spMkLst>
        </pc:spChg>
        <pc:grpChg chg="add mod ord">
          <ac:chgData name="Yang, Chun-yu" userId="57c5ba99-e68a-448a-8f42-8e6ab6811b9f" providerId="ADAL" clId="{77A38673-4DE1-485E-BBC6-1D47039C1794}" dt="2021-08-25T06:57:46.503" v="295" actId="167"/>
          <ac:grpSpMkLst>
            <pc:docMk/>
            <pc:sldMk cId="3094675399" sldId="394"/>
            <ac:grpSpMk id="17" creationId="{1EEE23C7-EFA6-4511-B689-4B42FFE765FF}"/>
          </ac:grpSpMkLst>
        </pc:grpChg>
        <pc:grpChg chg="add mod">
          <ac:chgData name="Yang, Chun-yu" userId="57c5ba99-e68a-448a-8f42-8e6ab6811b9f" providerId="ADAL" clId="{77A38673-4DE1-485E-BBC6-1D47039C1794}" dt="2021-08-25T06:56:24.406" v="293" actId="164"/>
          <ac:grpSpMkLst>
            <pc:docMk/>
            <pc:sldMk cId="3094675399" sldId="394"/>
            <ac:grpSpMk id="33" creationId="{16CD8440-2EE0-4157-9C40-EB9562CDFEE9}"/>
          </ac:grpSpMkLst>
        </pc:grpChg>
        <pc:picChg chg="add mod modCrop">
          <ac:chgData name="Yang, Chun-yu" userId="57c5ba99-e68a-448a-8f42-8e6ab6811b9f" providerId="ADAL" clId="{77A38673-4DE1-485E-BBC6-1D47039C1794}" dt="2021-08-25T06:56:24.406" v="293" actId="164"/>
          <ac:picMkLst>
            <pc:docMk/>
            <pc:sldMk cId="3094675399" sldId="394"/>
            <ac:picMk id="9" creationId="{35B1DF6B-7A5E-4F24-B541-A8BFBA41626B}"/>
          </ac:picMkLst>
        </pc:picChg>
        <pc:picChg chg="del">
          <ac:chgData name="Yang, Chun-yu" userId="57c5ba99-e68a-448a-8f42-8e6ab6811b9f" providerId="ADAL" clId="{77A38673-4DE1-485E-BBC6-1D47039C1794}" dt="2021-08-25T06:37:16.968" v="47" actId="478"/>
          <ac:picMkLst>
            <pc:docMk/>
            <pc:sldMk cId="3094675399" sldId="394"/>
            <ac:picMk id="16" creationId="{60B93345-5BA2-4BE2-B060-61978033F5F0}"/>
          </ac:picMkLst>
        </pc:picChg>
        <pc:picChg chg="del">
          <ac:chgData name="Yang, Chun-yu" userId="57c5ba99-e68a-448a-8f42-8e6ab6811b9f" providerId="ADAL" clId="{77A38673-4DE1-485E-BBC6-1D47039C1794}" dt="2021-08-25T06:37:16.968" v="47" actId="478"/>
          <ac:picMkLst>
            <pc:docMk/>
            <pc:sldMk cId="3094675399" sldId="394"/>
            <ac:picMk id="21" creationId="{9817773E-A735-4F66-9CBB-9C8B389FBFDA}"/>
          </ac:picMkLst>
        </pc:picChg>
        <pc:picChg chg="add mod">
          <ac:chgData name="Yang, Chun-yu" userId="57c5ba99-e68a-448a-8f42-8e6ab6811b9f" providerId="ADAL" clId="{77A38673-4DE1-485E-BBC6-1D47039C1794}" dt="2021-08-25T06:56:20.601" v="292" actId="164"/>
          <ac:picMkLst>
            <pc:docMk/>
            <pc:sldMk cId="3094675399" sldId="394"/>
            <ac:picMk id="25" creationId="{F73315A6-5522-402C-8F79-90D27726C903}"/>
          </ac:picMkLst>
        </pc:picChg>
        <pc:picChg chg="del">
          <ac:chgData name="Yang, Chun-yu" userId="57c5ba99-e68a-448a-8f42-8e6ab6811b9f" providerId="ADAL" clId="{77A38673-4DE1-485E-BBC6-1D47039C1794}" dt="2021-08-25T06:37:16.968" v="47" actId="478"/>
          <ac:picMkLst>
            <pc:docMk/>
            <pc:sldMk cId="3094675399" sldId="394"/>
            <ac:picMk id="26" creationId="{A462AAB2-23CE-4A1F-A07D-EFA057CFD985}"/>
          </ac:picMkLst>
        </pc:picChg>
        <pc:cxnChg chg="add mod">
          <ac:chgData name="Yang, Chun-yu" userId="57c5ba99-e68a-448a-8f42-8e6ab6811b9f" providerId="ADAL" clId="{77A38673-4DE1-485E-BBC6-1D47039C1794}" dt="2021-08-30T07:22:03.774" v="1697" actId="14100"/>
          <ac:cxnSpMkLst>
            <pc:docMk/>
            <pc:sldMk cId="3094675399" sldId="394"/>
            <ac:cxnSpMk id="43" creationId="{EEB4BA83-7037-4066-9E85-832BB969F8E0}"/>
          </ac:cxnSpMkLst>
        </pc:cxn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68205977" sldId="395"/>
        </pc:sldMkLst>
      </pc:sldChg>
      <pc:sldChg chg="addSp delSp modSp new mod modAnim">
        <pc:chgData name="Yang, Chun-yu" userId="57c5ba99-e68a-448a-8f42-8e6ab6811b9f" providerId="ADAL" clId="{77A38673-4DE1-485E-BBC6-1D47039C1794}" dt="2021-08-30T07:38:19.247" v="1735"/>
        <pc:sldMkLst>
          <pc:docMk/>
          <pc:sldMk cId="3046842539" sldId="395"/>
        </pc:sldMkLst>
        <pc:spChg chg="mod">
          <ac:chgData name="Yang, Chun-yu" userId="57c5ba99-e68a-448a-8f42-8e6ab6811b9f" providerId="ADAL" clId="{77A38673-4DE1-485E-BBC6-1D47039C1794}" dt="2021-08-28T07:20:49.526" v="1004" actId="20577"/>
          <ac:spMkLst>
            <pc:docMk/>
            <pc:sldMk cId="3046842539" sldId="395"/>
            <ac:spMk id="2" creationId="{EC7B02B2-1A46-4BC6-B740-189A2C07955B}"/>
          </ac:spMkLst>
        </pc:spChg>
        <pc:spChg chg="mod">
          <ac:chgData name="Yang, Chun-yu" userId="57c5ba99-e68a-448a-8f42-8e6ab6811b9f" providerId="ADAL" clId="{77A38673-4DE1-485E-BBC6-1D47039C1794}" dt="2021-08-27T05:59:32.861" v="672" actId="571"/>
          <ac:spMkLst>
            <pc:docMk/>
            <pc:sldMk cId="3046842539" sldId="395"/>
            <ac:spMk id="5" creationId="{BD397F17-330D-4929-9765-7D218BE756F0}"/>
          </ac:spMkLst>
        </pc:spChg>
        <pc:spChg chg="add mod">
          <ac:chgData name="Yang, Chun-yu" userId="57c5ba99-e68a-448a-8f42-8e6ab6811b9f" providerId="ADAL" clId="{77A38673-4DE1-485E-BBC6-1D47039C1794}" dt="2021-08-27T05:59:32.861" v="672" actId="571"/>
          <ac:spMkLst>
            <pc:docMk/>
            <pc:sldMk cId="3046842539" sldId="395"/>
            <ac:spMk id="19" creationId="{C1CCABA4-65D0-42C7-8157-0A9A7125E9C8}"/>
          </ac:spMkLst>
        </pc:spChg>
        <pc:spChg chg="add mod">
          <ac:chgData name="Yang, Chun-yu" userId="57c5ba99-e68a-448a-8f42-8e6ab6811b9f" providerId="ADAL" clId="{77A38673-4DE1-485E-BBC6-1D47039C1794}" dt="2021-08-28T08:02:14.006" v="1571" actId="1076"/>
          <ac:spMkLst>
            <pc:docMk/>
            <pc:sldMk cId="3046842539" sldId="395"/>
            <ac:spMk id="20" creationId="{FD75202B-CAEA-4289-85D5-E9BA18B7349C}"/>
          </ac:spMkLst>
        </pc:spChg>
        <pc:spChg chg="add del mod">
          <ac:chgData name="Yang, Chun-yu" userId="57c5ba99-e68a-448a-8f42-8e6ab6811b9f" providerId="ADAL" clId="{77A38673-4DE1-485E-BBC6-1D47039C1794}" dt="2021-08-27T21:57:31.880" v="701" actId="478"/>
          <ac:spMkLst>
            <pc:docMk/>
            <pc:sldMk cId="3046842539" sldId="395"/>
            <ac:spMk id="22" creationId="{31F248CC-FCF7-4DAC-8B62-286B93B65709}"/>
          </ac:spMkLst>
        </pc:spChg>
        <pc:spChg chg="add del mod">
          <ac:chgData name="Yang, Chun-yu" userId="57c5ba99-e68a-448a-8f42-8e6ab6811b9f" providerId="ADAL" clId="{77A38673-4DE1-485E-BBC6-1D47039C1794}" dt="2021-08-28T02:51:10.230" v="849" actId="478"/>
          <ac:spMkLst>
            <pc:docMk/>
            <pc:sldMk cId="3046842539" sldId="395"/>
            <ac:spMk id="24" creationId="{4896F551-27CF-40A0-BA6C-3A546F2CDC9C}"/>
          </ac:spMkLst>
        </pc:spChg>
        <pc:spChg chg="add del mod">
          <ac:chgData name="Yang, Chun-yu" userId="57c5ba99-e68a-448a-8f42-8e6ab6811b9f" providerId="ADAL" clId="{77A38673-4DE1-485E-BBC6-1D47039C1794}" dt="2021-08-28T02:51:20.338" v="853" actId="22"/>
          <ac:spMkLst>
            <pc:docMk/>
            <pc:sldMk cId="3046842539" sldId="395"/>
            <ac:spMk id="152" creationId="{3B2BCF64-1599-45C3-AB23-26A6E3B2207A}"/>
          </ac:spMkLst>
        </pc:spChg>
        <pc:spChg chg="add del mod">
          <ac:chgData name="Yang, Chun-yu" userId="57c5ba99-e68a-448a-8f42-8e6ab6811b9f" providerId="ADAL" clId="{77A38673-4DE1-485E-BBC6-1D47039C1794}" dt="2021-08-28T02:51:31.948" v="858"/>
          <ac:spMkLst>
            <pc:docMk/>
            <pc:sldMk cId="3046842539" sldId="395"/>
            <ac:spMk id="154" creationId="{18E72375-623D-4067-9262-6E7E030D74DB}"/>
          </ac:spMkLst>
        </pc:spChg>
        <pc:spChg chg="add mod">
          <ac:chgData name="Yang, Chun-yu" userId="57c5ba99-e68a-448a-8f42-8e6ab6811b9f" providerId="ADAL" clId="{77A38673-4DE1-485E-BBC6-1D47039C1794}" dt="2021-08-28T07:32:52.882" v="1178" actId="207"/>
          <ac:spMkLst>
            <pc:docMk/>
            <pc:sldMk cId="3046842539" sldId="395"/>
            <ac:spMk id="155" creationId="{C03A7770-628D-4408-8032-F14691B1F79A}"/>
          </ac:spMkLst>
        </pc:spChg>
        <pc:spChg chg="add mod">
          <ac:chgData name="Yang, Chun-yu" userId="57c5ba99-e68a-448a-8f42-8e6ab6811b9f" providerId="ADAL" clId="{77A38673-4DE1-485E-BBC6-1D47039C1794}" dt="2021-08-28T07:32:59.656" v="1179" actId="207"/>
          <ac:spMkLst>
            <pc:docMk/>
            <pc:sldMk cId="3046842539" sldId="395"/>
            <ac:spMk id="156" creationId="{232DB9A3-F676-4C42-9AEE-60DFAD15D1A3}"/>
          </ac:spMkLst>
        </pc:spChg>
        <pc:spChg chg="add del mod">
          <ac:chgData name="Yang, Chun-yu" userId="57c5ba99-e68a-448a-8f42-8e6ab6811b9f" providerId="ADAL" clId="{77A38673-4DE1-485E-BBC6-1D47039C1794}" dt="2021-08-28T07:21:16.076" v="1011" actId="478"/>
          <ac:spMkLst>
            <pc:docMk/>
            <pc:sldMk cId="3046842539" sldId="395"/>
            <ac:spMk id="159" creationId="{A78AFAA5-2C42-472A-9D36-4612F6F69036}"/>
          </ac:spMkLst>
        </pc:spChg>
        <pc:spChg chg="add del mod">
          <ac:chgData name="Yang, Chun-yu" userId="57c5ba99-e68a-448a-8f42-8e6ab6811b9f" providerId="ADAL" clId="{77A38673-4DE1-485E-BBC6-1D47039C1794}" dt="2021-08-28T07:21:19.163" v="1012" actId="478"/>
          <ac:spMkLst>
            <pc:docMk/>
            <pc:sldMk cId="3046842539" sldId="395"/>
            <ac:spMk id="160" creationId="{33E142CD-24DE-4670-A7E1-7B7D8F2ACC74}"/>
          </ac:spMkLst>
        </pc:spChg>
        <pc:spChg chg="add del mod">
          <ac:chgData name="Yang, Chun-yu" userId="57c5ba99-e68a-448a-8f42-8e6ab6811b9f" providerId="ADAL" clId="{77A38673-4DE1-485E-BBC6-1D47039C1794}" dt="2021-08-28T07:44:49.168" v="1309" actId="478"/>
          <ac:spMkLst>
            <pc:docMk/>
            <pc:sldMk cId="3046842539" sldId="395"/>
            <ac:spMk id="165" creationId="{A19FEC98-1AE0-45A7-AA13-8CA45C39DD87}"/>
          </ac:spMkLst>
        </pc:spChg>
        <pc:spChg chg="add del mod">
          <ac:chgData name="Yang, Chun-yu" userId="57c5ba99-e68a-448a-8f42-8e6ab6811b9f" providerId="ADAL" clId="{77A38673-4DE1-485E-BBC6-1D47039C1794}" dt="2021-08-28T07:54:21.519" v="1407" actId="21"/>
          <ac:spMkLst>
            <pc:docMk/>
            <pc:sldMk cId="3046842539" sldId="395"/>
            <ac:spMk id="166" creationId="{92F6E126-0B56-48C3-9F04-95B9C3C3FD09}"/>
          </ac:spMkLst>
        </pc:spChg>
        <pc:spChg chg="add del mod">
          <ac:chgData name="Yang, Chun-yu" userId="57c5ba99-e68a-448a-8f42-8e6ab6811b9f" providerId="ADAL" clId="{77A38673-4DE1-485E-BBC6-1D47039C1794}" dt="2021-08-28T07:54:21.519" v="1407" actId="21"/>
          <ac:spMkLst>
            <pc:docMk/>
            <pc:sldMk cId="3046842539" sldId="395"/>
            <ac:spMk id="167" creationId="{3BCBE1C4-3E61-4FAE-9336-531ACA5AE1C9}"/>
          </ac:spMkLst>
        </pc:spChg>
        <pc:spChg chg="add del mod">
          <ac:chgData name="Yang, Chun-yu" userId="57c5ba99-e68a-448a-8f42-8e6ab6811b9f" providerId="ADAL" clId="{77A38673-4DE1-485E-BBC6-1D47039C1794}" dt="2021-08-28T07:54:21.519" v="1407" actId="21"/>
          <ac:spMkLst>
            <pc:docMk/>
            <pc:sldMk cId="3046842539" sldId="395"/>
            <ac:spMk id="168" creationId="{08CF486A-E842-4EE4-8F1F-B175E9772399}"/>
          </ac:spMkLst>
        </pc:spChg>
        <pc:grpChg chg="add mod">
          <ac:chgData name="Yang, Chun-yu" userId="57c5ba99-e68a-448a-8f42-8e6ab6811b9f" providerId="ADAL" clId="{77A38673-4DE1-485E-BBC6-1D47039C1794}" dt="2021-08-28T07:27:49.235" v="1105" actId="1076"/>
          <ac:grpSpMkLst>
            <pc:docMk/>
            <pc:sldMk cId="3046842539" sldId="395"/>
            <ac:grpSpMk id="3" creationId="{BEE86D3C-F3A5-4067-92B8-5A71BE892D84}"/>
          </ac:grpSpMkLst>
        </pc:grpChg>
        <pc:grpChg chg="del mod">
          <ac:chgData name="Yang, Chun-yu" userId="57c5ba99-e68a-448a-8f42-8e6ab6811b9f" providerId="ADAL" clId="{77A38673-4DE1-485E-BBC6-1D47039C1794}" dt="2021-08-28T02:52:36.397" v="871" actId="478"/>
          <ac:grpSpMkLst>
            <pc:docMk/>
            <pc:sldMk cId="3046842539" sldId="395"/>
            <ac:grpSpMk id="27" creationId="{5AEF3D09-621B-4A2C-8166-69C2EA7CEE49}"/>
          </ac:grpSpMkLst>
        </pc:grpChg>
        <pc:grpChg chg="del mod">
          <ac:chgData name="Yang, Chun-yu" userId="57c5ba99-e68a-448a-8f42-8e6ab6811b9f" providerId="ADAL" clId="{77A38673-4DE1-485E-BBC6-1D47039C1794}" dt="2021-08-28T02:52:37.588" v="872" actId="478"/>
          <ac:grpSpMkLst>
            <pc:docMk/>
            <pc:sldMk cId="3046842539" sldId="395"/>
            <ac:grpSpMk id="31" creationId="{D3ECB3B7-E17A-4E3C-96D0-CED4269FC3D9}"/>
          </ac:grpSpMkLst>
        </pc:grpChg>
        <pc:grpChg chg="del mod">
          <ac:chgData name="Yang, Chun-yu" userId="57c5ba99-e68a-448a-8f42-8e6ab6811b9f" providerId="ADAL" clId="{77A38673-4DE1-485E-BBC6-1D47039C1794}" dt="2021-08-27T23:12:49.676" v="734"/>
          <ac:grpSpMkLst>
            <pc:docMk/>
            <pc:sldMk cId="3046842539" sldId="395"/>
            <ac:grpSpMk id="34" creationId="{368DF30A-DD8C-4711-9B0F-1E040EA6F551}"/>
          </ac:grpSpMkLst>
        </pc:grpChg>
        <pc:grpChg chg="del mod">
          <ac:chgData name="Yang, Chun-yu" userId="57c5ba99-e68a-448a-8f42-8e6ab6811b9f" providerId="ADAL" clId="{77A38673-4DE1-485E-BBC6-1D47039C1794}" dt="2021-08-27T23:12:53.361" v="738"/>
          <ac:grpSpMkLst>
            <pc:docMk/>
            <pc:sldMk cId="3046842539" sldId="395"/>
            <ac:grpSpMk id="36" creationId="{FF25BCC3-C791-4D01-A400-66527ABF52A0}"/>
          </ac:grpSpMkLst>
        </pc:grpChg>
        <pc:grpChg chg="del mod">
          <ac:chgData name="Yang, Chun-yu" userId="57c5ba99-e68a-448a-8f42-8e6ab6811b9f" providerId="ADAL" clId="{77A38673-4DE1-485E-BBC6-1D47039C1794}" dt="2021-08-28T02:52:38.573" v="873" actId="478"/>
          <ac:grpSpMkLst>
            <pc:docMk/>
            <pc:sldMk cId="3046842539" sldId="395"/>
            <ac:grpSpMk id="40" creationId="{E251A3B5-1F0A-4B0D-ADA1-019FDC10FAEF}"/>
          </ac:grpSpMkLst>
        </pc:grpChg>
        <pc:grpChg chg="del mod">
          <ac:chgData name="Yang, Chun-yu" userId="57c5ba99-e68a-448a-8f42-8e6ab6811b9f" providerId="ADAL" clId="{77A38673-4DE1-485E-BBC6-1D47039C1794}" dt="2021-08-28T07:16:04.381" v="907" actId="478"/>
          <ac:grpSpMkLst>
            <pc:docMk/>
            <pc:sldMk cId="3046842539" sldId="395"/>
            <ac:grpSpMk id="44" creationId="{45031E99-4FD4-4996-9865-B0DC34BA7A3D}"/>
          </ac:grpSpMkLst>
        </pc:grpChg>
        <pc:grpChg chg="del mod">
          <ac:chgData name="Yang, Chun-yu" userId="57c5ba99-e68a-448a-8f42-8e6ab6811b9f" providerId="ADAL" clId="{77A38673-4DE1-485E-BBC6-1D47039C1794}" dt="2021-08-28T07:16:03.759" v="906" actId="478"/>
          <ac:grpSpMkLst>
            <pc:docMk/>
            <pc:sldMk cId="3046842539" sldId="395"/>
            <ac:grpSpMk id="48" creationId="{63658A22-E44B-49E5-B7B5-597FCB0D8F9B}"/>
          </ac:grpSpMkLst>
        </pc:grpChg>
        <pc:grpChg chg="del mod">
          <ac:chgData name="Yang, Chun-yu" userId="57c5ba99-e68a-448a-8f42-8e6ab6811b9f" providerId="ADAL" clId="{77A38673-4DE1-485E-BBC6-1D47039C1794}" dt="2021-08-28T02:52:55.396" v="881" actId="478"/>
          <ac:grpSpMkLst>
            <pc:docMk/>
            <pc:sldMk cId="3046842539" sldId="395"/>
            <ac:grpSpMk id="54" creationId="{0185792B-6BEC-4ED1-81A1-847D328CA0F9}"/>
          </ac:grpSpMkLst>
        </pc:grpChg>
        <pc:grpChg chg="del mod">
          <ac:chgData name="Yang, Chun-yu" userId="57c5ba99-e68a-448a-8f42-8e6ab6811b9f" providerId="ADAL" clId="{77A38673-4DE1-485E-BBC6-1D47039C1794}" dt="2021-08-28T02:52:51.189" v="878" actId="478"/>
          <ac:grpSpMkLst>
            <pc:docMk/>
            <pc:sldMk cId="3046842539" sldId="395"/>
            <ac:grpSpMk id="57" creationId="{7D7DD4BA-4559-4F01-B4AA-D85F6F380963}"/>
          </ac:grpSpMkLst>
        </pc:grpChg>
        <pc:grpChg chg="del mod">
          <ac:chgData name="Yang, Chun-yu" userId="57c5ba99-e68a-448a-8f42-8e6ab6811b9f" providerId="ADAL" clId="{77A38673-4DE1-485E-BBC6-1D47039C1794}" dt="2021-08-28T02:52:56.319" v="882" actId="478"/>
          <ac:grpSpMkLst>
            <pc:docMk/>
            <pc:sldMk cId="3046842539" sldId="395"/>
            <ac:grpSpMk id="60" creationId="{D23689FA-E262-4FF4-8A6C-28C005F3AF63}"/>
          </ac:grpSpMkLst>
        </pc:grpChg>
        <pc:grpChg chg="del mod">
          <ac:chgData name="Yang, Chun-yu" userId="57c5ba99-e68a-448a-8f42-8e6ab6811b9f" providerId="ADAL" clId="{77A38673-4DE1-485E-BBC6-1D47039C1794}" dt="2021-08-28T02:52:57.913" v="884" actId="478"/>
          <ac:grpSpMkLst>
            <pc:docMk/>
            <pc:sldMk cId="3046842539" sldId="395"/>
            <ac:grpSpMk id="64" creationId="{A844608A-5494-4237-AC92-9B214383A0CD}"/>
          </ac:grpSpMkLst>
        </pc:grpChg>
        <pc:grpChg chg="del mod">
          <ac:chgData name="Yang, Chun-yu" userId="57c5ba99-e68a-448a-8f42-8e6ab6811b9f" providerId="ADAL" clId="{77A38673-4DE1-485E-BBC6-1D47039C1794}" dt="2021-08-28T02:52:47.289" v="876" actId="478"/>
          <ac:grpSpMkLst>
            <pc:docMk/>
            <pc:sldMk cId="3046842539" sldId="395"/>
            <ac:grpSpMk id="67" creationId="{D3ABB0F5-2D39-4B2C-96B0-DC7A7BA1BD3E}"/>
          </ac:grpSpMkLst>
        </pc:grpChg>
        <pc:grpChg chg="del mod">
          <ac:chgData name="Yang, Chun-yu" userId="57c5ba99-e68a-448a-8f42-8e6ab6811b9f" providerId="ADAL" clId="{77A38673-4DE1-485E-BBC6-1D47039C1794}" dt="2021-08-28T07:16:12.355" v="911" actId="478"/>
          <ac:grpSpMkLst>
            <pc:docMk/>
            <pc:sldMk cId="3046842539" sldId="395"/>
            <ac:grpSpMk id="70" creationId="{0666A605-D1F8-4C5C-AFF1-1E42F97711E6}"/>
          </ac:grpSpMkLst>
        </pc:grpChg>
        <pc:grpChg chg="del mod">
          <ac:chgData name="Yang, Chun-yu" userId="57c5ba99-e68a-448a-8f42-8e6ab6811b9f" providerId="ADAL" clId="{77A38673-4DE1-485E-BBC6-1D47039C1794}" dt="2021-08-28T02:52:46.382" v="875" actId="478"/>
          <ac:grpSpMkLst>
            <pc:docMk/>
            <pc:sldMk cId="3046842539" sldId="395"/>
            <ac:grpSpMk id="74" creationId="{4A1D9147-5A47-4B73-8F99-59A1299473FF}"/>
          </ac:grpSpMkLst>
        </pc:grpChg>
        <pc:grpChg chg="del mod">
          <ac:chgData name="Yang, Chun-yu" userId="57c5ba99-e68a-448a-8f42-8e6ab6811b9f" providerId="ADAL" clId="{77A38673-4DE1-485E-BBC6-1D47039C1794}" dt="2021-08-28T07:16:12.355" v="911" actId="478"/>
          <ac:grpSpMkLst>
            <pc:docMk/>
            <pc:sldMk cId="3046842539" sldId="395"/>
            <ac:grpSpMk id="78" creationId="{017233B4-886A-4115-90E2-62E1740999C2}"/>
          </ac:grpSpMkLst>
        </pc:grpChg>
        <pc:grpChg chg="del mod">
          <ac:chgData name="Yang, Chun-yu" userId="57c5ba99-e68a-448a-8f42-8e6ab6811b9f" providerId="ADAL" clId="{77A38673-4DE1-485E-BBC6-1D47039C1794}" dt="2021-08-28T07:16:12.355" v="911" actId="478"/>
          <ac:grpSpMkLst>
            <pc:docMk/>
            <pc:sldMk cId="3046842539" sldId="395"/>
            <ac:grpSpMk id="82" creationId="{59E4F4D8-5B92-4D15-BEFB-4C0D71A740A5}"/>
          </ac:grpSpMkLst>
        </pc:grpChg>
        <pc:grpChg chg="del mod">
          <ac:chgData name="Yang, Chun-yu" userId="57c5ba99-e68a-448a-8f42-8e6ab6811b9f" providerId="ADAL" clId="{77A38673-4DE1-485E-BBC6-1D47039C1794}" dt="2021-08-28T07:15:56.354" v="898" actId="478"/>
          <ac:grpSpMkLst>
            <pc:docMk/>
            <pc:sldMk cId="3046842539" sldId="395"/>
            <ac:grpSpMk id="85" creationId="{4A584348-EC6C-4DB4-B045-2CE62BD3DB23}"/>
          </ac:grpSpMkLst>
        </pc:grpChg>
        <pc:grpChg chg="del mod">
          <ac:chgData name="Yang, Chun-yu" userId="57c5ba99-e68a-448a-8f42-8e6ab6811b9f" providerId="ADAL" clId="{77A38673-4DE1-485E-BBC6-1D47039C1794}" dt="2021-08-28T07:15:57.178" v="899" actId="478"/>
          <ac:grpSpMkLst>
            <pc:docMk/>
            <pc:sldMk cId="3046842539" sldId="395"/>
            <ac:grpSpMk id="102" creationId="{D26D7203-73BC-4068-AD13-599EEEADB853}"/>
          </ac:grpSpMkLst>
        </pc:grpChg>
        <pc:grpChg chg="del mod">
          <ac:chgData name="Yang, Chun-yu" userId="57c5ba99-e68a-448a-8f42-8e6ab6811b9f" providerId="ADAL" clId="{77A38673-4DE1-485E-BBC6-1D47039C1794}" dt="2021-08-28T07:15:59.279" v="902" actId="478"/>
          <ac:grpSpMkLst>
            <pc:docMk/>
            <pc:sldMk cId="3046842539" sldId="395"/>
            <ac:grpSpMk id="111" creationId="{7F4E699D-BA6C-4E6C-86AC-82B5DE3DE001}"/>
          </ac:grpSpMkLst>
        </pc:grpChg>
        <pc:grpChg chg="del mod">
          <ac:chgData name="Yang, Chun-yu" userId="57c5ba99-e68a-448a-8f42-8e6ab6811b9f" providerId="ADAL" clId="{77A38673-4DE1-485E-BBC6-1D47039C1794}" dt="2021-08-27T23:17:18.715" v="820"/>
          <ac:grpSpMkLst>
            <pc:docMk/>
            <pc:sldMk cId="3046842539" sldId="395"/>
            <ac:grpSpMk id="112" creationId="{DADEB7BB-5D45-4937-963F-25CB7D6D0383}"/>
          </ac:grpSpMkLst>
        </pc:grpChg>
        <pc:grpChg chg="del mod">
          <ac:chgData name="Yang, Chun-yu" userId="57c5ba99-e68a-448a-8f42-8e6ab6811b9f" providerId="ADAL" clId="{77A38673-4DE1-485E-BBC6-1D47039C1794}" dt="2021-08-27T23:17:18.715" v="820"/>
          <ac:grpSpMkLst>
            <pc:docMk/>
            <pc:sldMk cId="3046842539" sldId="395"/>
            <ac:grpSpMk id="118" creationId="{D8EE0E1E-94D1-4C53-B537-ACE5D63E9CB5}"/>
          </ac:grpSpMkLst>
        </pc:grpChg>
        <pc:grpChg chg="del mod">
          <ac:chgData name="Yang, Chun-yu" userId="57c5ba99-e68a-448a-8f42-8e6ab6811b9f" providerId="ADAL" clId="{77A38673-4DE1-485E-BBC6-1D47039C1794}" dt="2021-08-27T23:17:18.715" v="820"/>
          <ac:grpSpMkLst>
            <pc:docMk/>
            <pc:sldMk cId="3046842539" sldId="395"/>
            <ac:grpSpMk id="119" creationId="{1E2DB239-7D13-4536-B786-68FF538E497F}"/>
          </ac:grpSpMkLst>
        </pc:grpChg>
        <pc:grpChg chg="del mod">
          <ac:chgData name="Yang, Chun-yu" userId="57c5ba99-e68a-448a-8f42-8e6ab6811b9f" providerId="ADAL" clId="{77A38673-4DE1-485E-BBC6-1D47039C1794}" dt="2021-08-28T07:15:58.717" v="901" actId="478"/>
          <ac:grpSpMkLst>
            <pc:docMk/>
            <pc:sldMk cId="3046842539" sldId="395"/>
            <ac:grpSpMk id="124" creationId="{CBC96127-20FC-43A5-B90C-465AB9B57D25}"/>
          </ac:grpSpMkLst>
        </pc:grpChg>
        <pc:grpChg chg="del mod">
          <ac:chgData name="Yang, Chun-yu" userId="57c5ba99-e68a-448a-8f42-8e6ab6811b9f" providerId="ADAL" clId="{77A38673-4DE1-485E-BBC6-1D47039C1794}" dt="2021-08-28T07:15:58.102" v="900" actId="478"/>
          <ac:grpSpMkLst>
            <pc:docMk/>
            <pc:sldMk cId="3046842539" sldId="395"/>
            <ac:grpSpMk id="125" creationId="{D794DC51-08A3-4B7B-B261-248FA0FAA2EC}"/>
          </ac:grpSpMkLst>
        </pc:grpChg>
        <pc:grpChg chg="del mod">
          <ac:chgData name="Yang, Chun-yu" userId="57c5ba99-e68a-448a-8f42-8e6ab6811b9f" providerId="ADAL" clId="{77A38673-4DE1-485E-BBC6-1D47039C1794}" dt="2021-08-28T07:16:00.824" v="904" actId="478"/>
          <ac:grpSpMkLst>
            <pc:docMk/>
            <pc:sldMk cId="3046842539" sldId="395"/>
            <ac:grpSpMk id="140" creationId="{19E579D9-CE4D-42C4-ADEE-9F0074CCC611}"/>
          </ac:grpSpMkLst>
        </pc:grpChg>
        <pc:grpChg chg="del mod">
          <ac:chgData name="Yang, Chun-yu" userId="57c5ba99-e68a-448a-8f42-8e6ab6811b9f" providerId="ADAL" clId="{77A38673-4DE1-485E-BBC6-1D47039C1794}" dt="2021-08-28T07:16:02.484" v="905" actId="478"/>
          <ac:grpSpMkLst>
            <pc:docMk/>
            <pc:sldMk cId="3046842539" sldId="395"/>
            <ac:grpSpMk id="141" creationId="{268A7C6C-B039-4462-8854-D9D5BECA7916}"/>
          </ac:grpSpMkLst>
        </pc:grpChg>
        <pc:grpChg chg="del mod">
          <ac:chgData name="Yang, Chun-yu" userId="57c5ba99-e68a-448a-8f42-8e6ab6811b9f" providerId="ADAL" clId="{77A38673-4DE1-485E-BBC6-1D47039C1794}" dt="2021-08-28T07:16:00.248" v="903" actId="478"/>
          <ac:grpSpMkLst>
            <pc:docMk/>
            <pc:sldMk cId="3046842539" sldId="395"/>
            <ac:grpSpMk id="146" creationId="{EE5C7641-A126-4836-9148-E6EB21863EFC}"/>
          </ac:grpSpMkLst>
        </pc:grpChg>
        <pc:grpChg chg="del mod">
          <ac:chgData name="Yang, Chun-yu" userId="57c5ba99-e68a-448a-8f42-8e6ab6811b9f" providerId="ADAL" clId="{77A38673-4DE1-485E-BBC6-1D47039C1794}" dt="2021-08-28T02:53:00.893" v="885" actId="478"/>
          <ac:grpSpMkLst>
            <pc:docMk/>
            <pc:sldMk cId="3046842539" sldId="395"/>
            <ac:grpSpMk id="150" creationId="{FCDB62DF-D0E4-4816-BA5A-557549CA3C00}"/>
          </ac:grpSpMkLst>
        </pc:grpChg>
        <pc:graphicFrameChg chg="add del mod">
          <ac:chgData name="Yang, Chun-yu" userId="57c5ba99-e68a-448a-8f42-8e6ab6811b9f" providerId="ADAL" clId="{77A38673-4DE1-485E-BBC6-1D47039C1794}" dt="2021-08-28T07:21:13.393" v="1010" actId="478"/>
          <ac:graphicFrameMkLst>
            <pc:docMk/>
            <pc:sldMk cId="3046842539" sldId="395"/>
            <ac:graphicFrameMk id="6" creationId="{EA0237FC-3AA7-4C64-922F-31886E38F8E2}"/>
          </ac:graphicFrameMkLst>
        </pc:graphicFrameChg>
        <pc:graphicFrameChg chg="add del mod modGraphic">
          <ac:chgData name="Yang, Chun-yu" userId="57c5ba99-e68a-448a-8f42-8e6ab6811b9f" providerId="ADAL" clId="{77A38673-4DE1-485E-BBC6-1D47039C1794}" dt="2021-08-28T07:21:13.393" v="1010" actId="478"/>
          <ac:graphicFrameMkLst>
            <pc:docMk/>
            <pc:sldMk cId="3046842539" sldId="395"/>
            <ac:graphicFrameMk id="7" creationId="{D884E9F1-9D80-4308-A951-274F0880C291}"/>
          </ac:graphicFrameMkLst>
        </pc:graphicFrameChg>
        <pc:graphicFrameChg chg="add del mod modGraphic">
          <ac:chgData name="Yang, Chun-yu" userId="57c5ba99-e68a-448a-8f42-8e6ab6811b9f" providerId="ADAL" clId="{77A38673-4DE1-485E-BBC6-1D47039C1794}" dt="2021-08-28T07:54:21.519" v="1407" actId="21"/>
          <ac:graphicFrameMkLst>
            <pc:docMk/>
            <pc:sldMk cId="3046842539" sldId="395"/>
            <ac:graphicFrameMk id="161" creationId="{A0D69A06-0491-47E8-8F96-D49A62A05511}"/>
          </ac:graphicFrameMkLst>
        </pc:graphicFrameChg>
        <pc:graphicFrameChg chg="add del mod">
          <ac:chgData name="Yang, Chun-yu" userId="57c5ba99-e68a-448a-8f42-8e6ab6811b9f" providerId="ADAL" clId="{77A38673-4DE1-485E-BBC6-1D47039C1794}" dt="2021-08-28T07:22:43.479" v="1022" actId="478"/>
          <ac:graphicFrameMkLst>
            <pc:docMk/>
            <pc:sldMk cId="3046842539" sldId="395"/>
            <ac:graphicFrameMk id="162" creationId="{3F767CBA-62B6-4C51-A575-BA87657BEF30}"/>
          </ac:graphicFrameMkLst>
        </pc:graphicFrameChg>
        <pc:graphicFrameChg chg="add del mod">
          <ac:chgData name="Yang, Chun-yu" userId="57c5ba99-e68a-448a-8f42-8e6ab6811b9f" providerId="ADAL" clId="{77A38673-4DE1-485E-BBC6-1D47039C1794}" dt="2021-08-28T07:54:21.519" v="1407" actId="21"/>
          <ac:graphicFrameMkLst>
            <pc:docMk/>
            <pc:sldMk cId="3046842539" sldId="395"/>
            <ac:graphicFrameMk id="163" creationId="{DDB0A1C9-7624-48A8-80BB-D5B562B2B3E3}"/>
          </ac:graphicFrameMkLst>
        </pc:graphicFrameChg>
        <pc:graphicFrameChg chg="add del mod modGraphic">
          <ac:chgData name="Yang, Chun-yu" userId="57c5ba99-e68a-448a-8f42-8e6ab6811b9f" providerId="ADAL" clId="{77A38673-4DE1-485E-BBC6-1D47039C1794}" dt="2021-08-28T07:24:16.125" v="1059" actId="478"/>
          <ac:graphicFrameMkLst>
            <pc:docMk/>
            <pc:sldMk cId="3046842539" sldId="395"/>
            <ac:graphicFrameMk id="164" creationId="{60D68CF1-E440-4456-89FA-6DBE73DB394F}"/>
          </ac:graphicFrameMkLst>
        </pc:graphicFrameChg>
        <pc:picChg chg="mod">
          <ac:chgData name="Yang, Chun-yu" userId="57c5ba99-e68a-448a-8f42-8e6ab6811b9f" providerId="ADAL" clId="{77A38673-4DE1-485E-BBC6-1D47039C1794}" dt="2021-08-27T05:59:32.861" v="672" actId="571"/>
          <ac:picMkLst>
            <pc:docMk/>
            <pc:sldMk cId="3046842539" sldId="395"/>
            <ac:picMk id="4" creationId="{B99BA654-7D5D-4861-B496-B7DF8872BAD9}"/>
          </ac:picMkLst>
        </pc:picChg>
        <pc:picChg chg="add del mod">
          <ac:chgData name="Yang, Chun-yu" userId="57c5ba99-e68a-448a-8f42-8e6ab6811b9f" providerId="ADAL" clId="{77A38673-4DE1-485E-BBC6-1D47039C1794}" dt="2021-08-28T07:16:14.636" v="912" actId="478"/>
          <ac:picMkLst>
            <pc:docMk/>
            <pc:sldMk cId="3046842539" sldId="395"/>
            <ac:picMk id="18" creationId="{AB390385-61C6-4868-8E2B-B18F62530762}"/>
          </ac:picMkLst>
        </pc:picChg>
        <pc:picChg chg="add mod ord">
          <ac:chgData name="Yang, Chun-yu" userId="57c5ba99-e68a-448a-8f42-8e6ab6811b9f" providerId="ADAL" clId="{77A38673-4DE1-485E-BBC6-1D47039C1794}" dt="2021-08-28T07:27:49.440" v="1106" actId="1076"/>
          <ac:picMkLst>
            <pc:docMk/>
            <pc:sldMk cId="3046842539" sldId="395"/>
            <ac:picMk id="158" creationId="{F7F7FF18-8B98-4AE5-93B0-B501D7C33DDF}"/>
          </ac:picMkLst>
        </pc:picChg>
        <pc:inkChg chg="add mod">
          <ac:chgData name="Yang, Chun-yu" userId="57c5ba99-e68a-448a-8f42-8e6ab6811b9f" providerId="ADAL" clId="{77A38673-4DE1-485E-BBC6-1D47039C1794}" dt="2021-08-27T23:12:35.830" v="725"/>
          <ac:inkMkLst>
            <pc:docMk/>
            <pc:sldMk cId="3046842539" sldId="395"/>
            <ac:inkMk id="25" creationId="{A422C87B-912E-4487-A55A-3115EA067553}"/>
          </ac:inkMkLst>
        </pc:inkChg>
        <pc:inkChg chg="add mod">
          <ac:chgData name="Yang, Chun-yu" userId="57c5ba99-e68a-448a-8f42-8e6ab6811b9f" providerId="ADAL" clId="{77A38673-4DE1-485E-BBC6-1D47039C1794}" dt="2021-08-27T23:12:35.830" v="725"/>
          <ac:inkMkLst>
            <pc:docMk/>
            <pc:sldMk cId="3046842539" sldId="395"/>
            <ac:inkMk id="26" creationId="{8DBAA23E-C3BF-4EE0-8660-6D3325D3671C}"/>
          </ac:inkMkLst>
        </pc:inkChg>
        <pc:inkChg chg="add mod">
          <ac:chgData name="Yang, Chun-yu" userId="57c5ba99-e68a-448a-8f42-8e6ab6811b9f" providerId="ADAL" clId="{77A38673-4DE1-485E-BBC6-1D47039C1794}" dt="2021-08-27T23:12:44.251" v="729"/>
          <ac:inkMkLst>
            <pc:docMk/>
            <pc:sldMk cId="3046842539" sldId="395"/>
            <ac:inkMk id="28" creationId="{32A688A3-44E2-4B8F-8744-A939A195BEC2}"/>
          </ac:inkMkLst>
        </pc:inkChg>
        <pc:inkChg chg="add mod">
          <ac:chgData name="Yang, Chun-yu" userId="57c5ba99-e68a-448a-8f42-8e6ab6811b9f" providerId="ADAL" clId="{77A38673-4DE1-485E-BBC6-1D47039C1794}" dt="2021-08-27T23:12:44.251" v="729"/>
          <ac:inkMkLst>
            <pc:docMk/>
            <pc:sldMk cId="3046842539" sldId="395"/>
            <ac:inkMk id="29" creationId="{DEC44D6D-E489-44F3-947B-CFF8DFD51F9B}"/>
          </ac:inkMkLst>
        </pc:inkChg>
        <pc:inkChg chg="add mod">
          <ac:chgData name="Yang, Chun-yu" userId="57c5ba99-e68a-448a-8f42-8e6ab6811b9f" providerId="ADAL" clId="{77A38673-4DE1-485E-BBC6-1D47039C1794}" dt="2021-08-27T23:12:44.251" v="729"/>
          <ac:inkMkLst>
            <pc:docMk/>
            <pc:sldMk cId="3046842539" sldId="395"/>
            <ac:inkMk id="30" creationId="{49A48568-CC13-42EE-813D-C603597A06D0}"/>
          </ac:inkMkLst>
        </pc:inkChg>
        <pc:inkChg chg="add mod">
          <ac:chgData name="Yang, Chun-yu" userId="57c5ba99-e68a-448a-8f42-8e6ab6811b9f" providerId="ADAL" clId="{77A38673-4DE1-485E-BBC6-1D47039C1794}" dt="2021-08-27T23:12:53.361" v="738"/>
          <ac:inkMkLst>
            <pc:docMk/>
            <pc:sldMk cId="3046842539" sldId="395"/>
            <ac:inkMk id="32" creationId="{E686778A-49FF-4D1F-8226-16FB0F832177}"/>
          </ac:inkMkLst>
        </pc:inkChg>
        <pc:inkChg chg="add mod">
          <ac:chgData name="Yang, Chun-yu" userId="57c5ba99-e68a-448a-8f42-8e6ab6811b9f" providerId="ADAL" clId="{77A38673-4DE1-485E-BBC6-1D47039C1794}" dt="2021-08-27T23:12:53.361" v="738"/>
          <ac:inkMkLst>
            <pc:docMk/>
            <pc:sldMk cId="3046842539" sldId="395"/>
            <ac:inkMk id="33" creationId="{25804A7F-3E63-4C32-95C8-AC0FC2E5AC39}"/>
          </ac:inkMkLst>
        </pc:inkChg>
        <pc:inkChg chg="add mod">
          <ac:chgData name="Yang, Chun-yu" userId="57c5ba99-e68a-448a-8f42-8e6ab6811b9f" providerId="ADAL" clId="{77A38673-4DE1-485E-BBC6-1D47039C1794}" dt="2021-08-27T23:12:53.361" v="738"/>
          <ac:inkMkLst>
            <pc:docMk/>
            <pc:sldMk cId="3046842539" sldId="395"/>
            <ac:inkMk id="35" creationId="{9B3441F9-C29B-405F-BC34-D6C0F3709562}"/>
          </ac:inkMkLst>
        </pc:inkChg>
        <pc:inkChg chg="add mod">
          <ac:chgData name="Yang, Chun-yu" userId="57c5ba99-e68a-448a-8f42-8e6ab6811b9f" providerId="ADAL" clId="{77A38673-4DE1-485E-BBC6-1D47039C1794}" dt="2021-08-27T23:12:53.361" v="738"/>
          <ac:inkMkLst>
            <pc:docMk/>
            <pc:sldMk cId="3046842539" sldId="395"/>
            <ac:inkMk id="37" creationId="{7BE30184-688F-43D3-B35D-7A182F30B35E}"/>
          </ac:inkMkLst>
        </pc:inkChg>
        <pc:inkChg chg="add mod">
          <ac:chgData name="Yang, Chun-yu" userId="57c5ba99-e68a-448a-8f42-8e6ab6811b9f" providerId="ADAL" clId="{77A38673-4DE1-485E-BBC6-1D47039C1794}" dt="2021-08-27T23:12:53.361" v="738"/>
          <ac:inkMkLst>
            <pc:docMk/>
            <pc:sldMk cId="3046842539" sldId="395"/>
            <ac:inkMk id="38" creationId="{FA5C69F5-C674-470B-90DF-04956F012C50}"/>
          </ac:inkMkLst>
        </pc:inkChg>
        <pc:inkChg chg="add mod">
          <ac:chgData name="Yang, Chun-yu" userId="57c5ba99-e68a-448a-8f42-8e6ab6811b9f" providerId="ADAL" clId="{77A38673-4DE1-485E-BBC6-1D47039C1794}" dt="2021-08-27T23:12:53.361" v="738"/>
          <ac:inkMkLst>
            <pc:docMk/>
            <pc:sldMk cId="3046842539" sldId="395"/>
            <ac:inkMk id="39" creationId="{82AD59A2-4DAE-4396-B7A5-4A2564630C1B}"/>
          </ac:inkMkLst>
        </pc:inkChg>
        <pc:inkChg chg="add del">
          <ac:chgData name="Yang, Chun-yu" userId="57c5ba99-e68a-448a-8f42-8e6ab6811b9f" providerId="ADAL" clId="{77A38673-4DE1-485E-BBC6-1D47039C1794}" dt="2021-08-28T07:16:05.101" v="908" actId="478"/>
          <ac:inkMkLst>
            <pc:docMk/>
            <pc:sldMk cId="3046842539" sldId="395"/>
            <ac:inkMk id="41" creationId="{9B6251E7-2720-4C62-84D5-9E77A67C3BCC}"/>
          </ac:inkMkLst>
        </pc:inkChg>
        <pc:inkChg chg="add mod">
          <ac:chgData name="Yang, Chun-yu" userId="57c5ba99-e68a-448a-8f42-8e6ab6811b9f" providerId="ADAL" clId="{77A38673-4DE1-485E-BBC6-1D47039C1794}" dt="2021-08-27T23:12:59.686" v="742"/>
          <ac:inkMkLst>
            <pc:docMk/>
            <pc:sldMk cId="3046842539" sldId="395"/>
            <ac:inkMk id="42" creationId="{61F82FDD-DE01-4A44-8B86-D2B8A4DA65EE}"/>
          </ac:inkMkLst>
        </pc:inkChg>
        <pc:inkChg chg="add mod">
          <ac:chgData name="Yang, Chun-yu" userId="57c5ba99-e68a-448a-8f42-8e6ab6811b9f" providerId="ADAL" clId="{77A38673-4DE1-485E-BBC6-1D47039C1794}" dt="2021-08-27T23:12:59.686" v="742"/>
          <ac:inkMkLst>
            <pc:docMk/>
            <pc:sldMk cId="3046842539" sldId="395"/>
            <ac:inkMk id="43" creationId="{441D165B-4F1E-4BB0-B203-9DCA14A6FBD8}"/>
          </ac:inkMkLst>
        </pc:inkChg>
        <pc:inkChg chg="add mod">
          <ac:chgData name="Yang, Chun-yu" userId="57c5ba99-e68a-448a-8f42-8e6ab6811b9f" providerId="ADAL" clId="{77A38673-4DE1-485E-BBC6-1D47039C1794}" dt="2021-08-27T23:13:01.336" v="746"/>
          <ac:inkMkLst>
            <pc:docMk/>
            <pc:sldMk cId="3046842539" sldId="395"/>
            <ac:inkMk id="45" creationId="{990FBBED-221E-4A80-A314-50B7D4FBD631}"/>
          </ac:inkMkLst>
        </pc:inkChg>
        <pc:inkChg chg="add mod">
          <ac:chgData name="Yang, Chun-yu" userId="57c5ba99-e68a-448a-8f42-8e6ab6811b9f" providerId="ADAL" clId="{77A38673-4DE1-485E-BBC6-1D47039C1794}" dt="2021-08-27T23:13:01.336" v="746"/>
          <ac:inkMkLst>
            <pc:docMk/>
            <pc:sldMk cId="3046842539" sldId="395"/>
            <ac:inkMk id="46" creationId="{5CD7D3C3-68DE-4731-9DE6-493731751220}"/>
          </ac:inkMkLst>
        </pc:inkChg>
        <pc:inkChg chg="add mod">
          <ac:chgData name="Yang, Chun-yu" userId="57c5ba99-e68a-448a-8f42-8e6ab6811b9f" providerId="ADAL" clId="{77A38673-4DE1-485E-BBC6-1D47039C1794}" dt="2021-08-27T23:13:01.336" v="746"/>
          <ac:inkMkLst>
            <pc:docMk/>
            <pc:sldMk cId="3046842539" sldId="395"/>
            <ac:inkMk id="47" creationId="{6695D727-CBEA-47B1-BF95-A7262B048A99}"/>
          </ac:inkMkLst>
        </pc:inkChg>
        <pc:inkChg chg="add mod">
          <ac:chgData name="Yang, Chun-yu" userId="57c5ba99-e68a-448a-8f42-8e6ab6811b9f" providerId="ADAL" clId="{77A38673-4DE1-485E-BBC6-1D47039C1794}" dt="2021-08-27T23:13:10.158" v="752"/>
          <ac:inkMkLst>
            <pc:docMk/>
            <pc:sldMk cId="3046842539" sldId="395"/>
            <ac:inkMk id="49" creationId="{052FEEAA-523A-4046-BBA5-B6D23AE4B3C8}"/>
          </ac:inkMkLst>
        </pc:inkChg>
        <pc:inkChg chg="add mod">
          <ac:chgData name="Yang, Chun-yu" userId="57c5ba99-e68a-448a-8f42-8e6ab6811b9f" providerId="ADAL" clId="{77A38673-4DE1-485E-BBC6-1D47039C1794}" dt="2021-08-27T23:13:10.158" v="752"/>
          <ac:inkMkLst>
            <pc:docMk/>
            <pc:sldMk cId="3046842539" sldId="395"/>
            <ac:inkMk id="50" creationId="{92105D1E-1F53-4E5D-B879-9D99AC139599}"/>
          </ac:inkMkLst>
        </pc:inkChg>
        <pc:inkChg chg="add del">
          <ac:chgData name="Yang, Chun-yu" userId="57c5ba99-e68a-448a-8f42-8e6ab6811b9f" providerId="ADAL" clId="{77A38673-4DE1-485E-BBC6-1D47039C1794}" dt="2021-08-28T02:52:54.719" v="880" actId="478"/>
          <ac:inkMkLst>
            <pc:docMk/>
            <pc:sldMk cId="3046842539" sldId="395"/>
            <ac:inkMk id="51" creationId="{D119F4CB-236B-4539-8796-8B3E9C55EB87}"/>
          </ac:inkMkLst>
        </pc:inkChg>
        <pc:inkChg chg="add del">
          <ac:chgData name="Yang, Chun-yu" userId="57c5ba99-e68a-448a-8f42-8e6ab6811b9f" providerId="ADAL" clId="{77A38673-4DE1-485E-BBC6-1D47039C1794}" dt="2021-08-28T02:52:51.977" v="879" actId="478"/>
          <ac:inkMkLst>
            <pc:docMk/>
            <pc:sldMk cId="3046842539" sldId="395"/>
            <ac:inkMk id="52" creationId="{4319D59F-BE34-4FF6-AE52-8B5B5EFEEB23}"/>
          </ac:inkMkLst>
        </pc:inkChg>
        <pc:inkChg chg="add mod">
          <ac:chgData name="Yang, Chun-yu" userId="57c5ba99-e68a-448a-8f42-8e6ab6811b9f" providerId="ADAL" clId="{77A38673-4DE1-485E-BBC6-1D47039C1794}" dt="2021-08-27T23:13:13.923" v="755"/>
          <ac:inkMkLst>
            <pc:docMk/>
            <pc:sldMk cId="3046842539" sldId="395"/>
            <ac:inkMk id="53" creationId="{E175E7DB-CAB3-41A6-BCCB-CC254A3CBF31}"/>
          </ac:inkMkLst>
        </pc:inkChg>
        <pc:inkChg chg="add mod">
          <ac:chgData name="Yang, Chun-yu" userId="57c5ba99-e68a-448a-8f42-8e6ab6811b9f" providerId="ADAL" clId="{77A38673-4DE1-485E-BBC6-1D47039C1794}" dt="2021-08-27T23:13:13.923" v="755"/>
          <ac:inkMkLst>
            <pc:docMk/>
            <pc:sldMk cId="3046842539" sldId="395"/>
            <ac:inkMk id="55" creationId="{50DF8546-92B3-40AC-953D-4325A533ECA3}"/>
          </ac:inkMkLst>
        </pc:inkChg>
        <pc:inkChg chg="add mod">
          <ac:chgData name="Yang, Chun-yu" userId="57c5ba99-e68a-448a-8f42-8e6ab6811b9f" providerId="ADAL" clId="{77A38673-4DE1-485E-BBC6-1D47039C1794}" dt="2021-08-27T23:13:15.703" v="758"/>
          <ac:inkMkLst>
            <pc:docMk/>
            <pc:sldMk cId="3046842539" sldId="395"/>
            <ac:inkMk id="56" creationId="{A32E27D2-4C75-4012-A846-37B71A1E1BC5}"/>
          </ac:inkMkLst>
        </pc:inkChg>
        <pc:inkChg chg="add del">
          <ac:chgData name="Yang, Chun-yu" userId="57c5ba99-e68a-448a-8f42-8e6ab6811b9f" providerId="ADAL" clId="{77A38673-4DE1-485E-BBC6-1D47039C1794}" dt="2021-08-28T02:52:57.074" v="883" actId="478"/>
          <ac:inkMkLst>
            <pc:docMk/>
            <pc:sldMk cId="3046842539" sldId="395"/>
            <ac:inkMk id="58" creationId="{80F22F34-A70D-4507-9D93-041E95AEAAED}"/>
          </ac:inkMkLst>
        </pc:inkChg>
        <pc:inkChg chg="add mod">
          <ac:chgData name="Yang, Chun-yu" userId="57c5ba99-e68a-448a-8f42-8e6ab6811b9f" providerId="ADAL" clId="{77A38673-4DE1-485E-BBC6-1D47039C1794}" dt="2021-08-27T23:13:15.703" v="758"/>
          <ac:inkMkLst>
            <pc:docMk/>
            <pc:sldMk cId="3046842539" sldId="395"/>
            <ac:inkMk id="59" creationId="{2D8C4EFA-08DF-4575-A6B3-08BEFED656F6}"/>
          </ac:inkMkLst>
        </pc:inkChg>
        <pc:inkChg chg="add mod">
          <ac:chgData name="Yang, Chun-yu" userId="57c5ba99-e68a-448a-8f42-8e6ab6811b9f" providerId="ADAL" clId="{77A38673-4DE1-485E-BBC6-1D47039C1794}" dt="2021-08-27T23:13:19.007" v="762"/>
          <ac:inkMkLst>
            <pc:docMk/>
            <pc:sldMk cId="3046842539" sldId="395"/>
            <ac:inkMk id="61" creationId="{EAF2CF67-5D92-4823-92C0-F45085B8DCE6}"/>
          </ac:inkMkLst>
        </pc:inkChg>
        <pc:inkChg chg="add mod">
          <ac:chgData name="Yang, Chun-yu" userId="57c5ba99-e68a-448a-8f42-8e6ab6811b9f" providerId="ADAL" clId="{77A38673-4DE1-485E-BBC6-1D47039C1794}" dt="2021-08-27T23:13:19.007" v="762"/>
          <ac:inkMkLst>
            <pc:docMk/>
            <pc:sldMk cId="3046842539" sldId="395"/>
            <ac:inkMk id="62" creationId="{0E94BAD7-DA98-4D30-857B-384DE04F82F5}"/>
          </ac:inkMkLst>
        </pc:inkChg>
        <pc:inkChg chg="add mod">
          <ac:chgData name="Yang, Chun-yu" userId="57c5ba99-e68a-448a-8f42-8e6ab6811b9f" providerId="ADAL" clId="{77A38673-4DE1-485E-BBC6-1D47039C1794}" dt="2021-08-27T23:13:19.007" v="762"/>
          <ac:inkMkLst>
            <pc:docMk/>
            <pc:sldMk cId="3046842539" sldId="395"/>
            <ac:inkMk id="63" creationId="{5B1553B4-4271-4965-B997-63621F69830D}"/>
          </ac:inkMkLst>
        </pc:inkChg>
        <pc:inkChg chg="add mod">
          <ac:chgData name="Yang, Chun-yu" userId="57c5ba99-e68a-448a-8f42-8e6ab6811b9f" providerId="ADAL" clId="{77A38673-4DE1-485E-BBC6-1D47039C1794}" dt="2021-08-27T23:13:26.251" v="765"/>
          <ac:inkMkLst>
            <pc:docMk/>
            <pc:sldMk cId="3046842539" sldId="395"/>
            <ac:inkMk id="65" creationId="{15B37015-DF88-4DE8-9A5E-9EBD05C1C5A9}"/>
          </ac:inkMkLst>
        </pc:inkChg>
        <pc:inkChg chg="add mod">
          <ac:chgData name="Yang, Chun-yu" userId="57c5ba99-e68a-448a-8f42-8e6ab6811b9f" providerId="ADAL" clId="{77A38673-4DE1-485E-BBC6-1D47039C1794}" dt="2021-08-27T23:13:26.251" v="765"/>
          <ac:inkMkLst>
            <pc:docMk/>
            <pc:sldMk cId="3046842539" sldId="395"/>
            <ac:inkMk id="66" creationId="{E0148619-3AB0-4AC9-A8F7-9805466AEA45}"/>
          </ac:inkMkLst>
        </pc:inkChg>
        <pc:inkChg chg="add mod">
          <ac:chgData name="Yang, Chun-yu" userId="57c5ba99-e68a-448a-8f42-8e6ab6811b9f" providerId="ADAL" clId="{77A38673-4DE1-485E-BBC6-1D47039C1794}" dt="2021-08-27T23:13:29.125" v="768"/>
          <ac:inkMkLst>
            <pc:docMk/>
            <pc:sldMk cId="3046842539" sldId="395"/>
            <ac:inkMk id="68" creationId="{AD0B197C-224C-4071-99C3-39243BD60C1F}"/>
          </ac:inkMkLst>
        </pc:inkChg>
        <pc:inkChg chg="add mod">
          <ac:chgData name="Yang, Chun-yu" userId="57c5ba99-e68a-448a-8f42-8e6ab6811b9f" providerId="ADAL" clId="{77A38673-4DE1-485E-BBC6-1D47039C1794}" dt="2021-08-27T23:13:29.125" v="768"/>
          <ac:inkMkLst>
            <pc:docMk/>
            <pc:sldMk cId="3046842539" sldId="395"/>
            <ac:inkMk id="69" creationId="{942B3047-FEA5-4621-ABB0-76A8F954A3B1}"/>
          </ac:inkMkLst>
        </pc:inkChg>
        <pc:inkChg chg="add mod">
          <ac:chgData name="Yang, Chun-yu" userId="57c5ba99-e68a-448a-8f42-8e6ab6811b9f" providerId="ADAL" clId="{77A38673-4DE1-485E-BBC6-1D47039C1794}" dt="2021-08-27T23:13:31.876" v="772"/>
          <ac:inkMkLst>
            <pc:docMk/>
            <pc:sldMk cId="3046842539" sldId="395"/>
            <ac:inkMk id="71" creationId="{A44E6157-8220-4FE0-AB99-0A228C3175E2}"/>
          </ac:inkMkLst>
        </pc:inkChg>
        <pc:inkChg chg="add mod">
          <ac:chgData name="Yang, Chun-yu" userId="57c5ba99-e68a-448a-8f42-8e6ab6811b9f" providerId="ADAL" clId="{77A38673-4DE1-485E-BBC6-1D47039C1794}" dt="2021-08-27T23:13:31.876" v="772"/>
          <ac:inkMkLst>
            <pc:docMk/>
            <pc:sldMk cId="3046842539" sldId="395"/>
            <ac:inkMk id="72" creationId="{64F0CC9E-ABAC-4169-993C-F789921BBF56}"/>
          </ac:inkMkLst>
        </pc:inkChg>
        <pc:inkChg chg="add mod">
          <ac:chgData name="Yang, Chun-yu" userId="57c5ba99-e68a-448a-8f42-8e6ab6811b9f" providerId="ADAL" clId="{77A38673-4DE1-485E-BBC6-1D47039C1794}" dt="2021-08-27T23:13:31.876" v="772"/>
          <ac:inkMkLst>
            <pc:docMk/>
            <pc:sldMk cId="3046842539" sldId="395"/>
            <ac:inkMk id="73" creationId="{C3BE5194-893C-49BD-8167-18804B7A5896}"/>
          </ac:inkMkLst>
        </pc:inkChg>
        <pc:inkChg chg="add mod">
          <ac:chgData name="Yang, Chun-yu" userId="57c5ba99-e68a-448a-8f42-8e6ab6811b9f" providerId="ADAL" clId="{77A38673-4DE1-485E-BBC6-1D47039C1794}" dt="2021-08-27T23:13:38.159" v="776"/>
          <ac:inkMkLst>
            <pc:docMk/>
            <pc:sldMk cId="3046842539" sldId="395"/>
            <ac:inkMk id="75" creationId="{59877B54-6E0C-4FA4-8B98-17302FF24A9F}"/>
          </ac:inkMkLst>
        </pc:inkChg>
        <pc:inkChg chg="add mod">
          <ac:chgData name="Yang, Chun-yu" userId="57c5ba99-e68a-448a-8f42-8e6ab6811b9f" providerId="ADAL" clId="{77A38673-4DE1-485E-BBC6-1D47039C1794}" dt="2021-08-27T23:13:38.159" v="776"/>
          <ac:inkMkLst>
            <pc:docMk/>
            <pc:sldMk cId="3046842539" sldId="395"/>
            <ac:inkMk id="76" creationId="{A468D19B-E381-44C8-89AA-E3F14511B6B1}"/>
          </ac:inkMkLst>
        </pc:inkChg>
        <pc:inkChg chg="add mod">
          <ac:chgData name="Yang, Chun-yu" userId="57c5ba99-e68a-448a-8f42-8e6ab6811b9f" providerId="ADAL" clId="{77A38673-4DE1-485E-BBC6-1D47039C1794}" dt="2021-08-27T23:13:38.159" v="776"/>
          <ac:inkMkLst>
            <pc:docMk/>
            <pc:sldMk cId="3046842539" sldId="395"/>
            <ac:inkMk id="77" creationId="{A0B8BF2C-958A-4BAC-8652-5FB553C5848A}"/>
          </ac:inkMkLst>
        </pc:inkChg>
        <pc:inkChg chg="add del">
          <ac:chgData name="Yang, Chun-yu" userId="57c5ba99-e68a-448a-8f42-8e6ab6811b9f" providerId="ADAL" clId="{77A38673-4DE1-485E-BBC6-1D47039C1794}" dt="2021-08-28T07:16:12.355" v="911" actId="478"/>
          <ac:inkMkLst>
            <pc:docMk/>
            <pc:sldMk cId="3046842539" sldId="395"/>
            <ac:inkMk id="79" creationId="{F96F0A98-1B3E-4F7C-8470-8B8C83A39421}"/>
          </ac:inkMkLst>
        </pc:inkChg>
        <pc:inkChg chg="add mod">
          <ac:chgData name="Yang, Chun-yu" userId="57c5ba99-e68a-448a-8f42-8e6ab6811b9f" providerId="ADAL" clId="{77A38673-4DE1-485E-BBC6-1D47039C1794}" dt="2021-08-27T23:13:40.475" v="780"/>
          <ac:inkMkLst>
            <pc:docMk/>
            <pc:sldMk cId="3046842539" sldId="395"/>
            <ac:inkMk id="80" creationId="{C7DB42EA-D4A2-468F-BAC4-0A53E7FB3641}"/>
          </ac:inkMkLst>
        </pc:inkChg>
        <pc:inkChg chg="add mod">
          <ac:chgData name="Yang, Chun-yu" userId="57c5ba99-e68a-448a-8f42-8e6ab6811b9f" providerId="ADAL" clId="{77A38673-4DE1-485E-BBC6-1D47039C1794}" dt="2021-08-27T23:13:40.475" v="780"/>
          <ac:inkMkLst>
            <pc:docMk/>
            <pc:sldMk cId="3046842539" sldId="395"/>
            <ac:inkMk id="81" creationId="{8CDFA2C1-0841-4E7B-AF97-DA7BD5998EC6}"/>
          </ac:inkMkLst>
        </pc:inkChg>
        <pc:inkChg chg="add mod">
          <ac:chgData name="Yang, Chun-yu" userId="57c5ba99-e68a-448a-8f42-8e6ab6811b9f" providerId="ADAL" clId="{77A38673-4DE1-485E-BBC6-1D47039C1794}" dt="2021-08-27T23:14:08.909" v="783"/>
          <ac:inkMkLst>
            <pc:docMk/>
            <pc:sldMk cId="3046842539" sldId="395"/>
            <ac:inkMk id="83" creationId="{4C484B30-0F22-4C4C-A4B2-CE28AADC15F0}"/>
          </ac:inkMkLst>
        </pc:inkChg>
        <pc:inkChg chg="add mod">
          <ac:chgData name="Yang, Chun-yu" userId="57c5ba99-e68a-448a-8f42-8e6ab6811b9f" providerId="ADAL" clId="{77A38673-4DE1-485E-BBC6-1D47039C1794}" dt="2021-08-27T23:14:08.909" v="783"/>
          <ac:inkMkLst>
            <pc:docMk/>
            <pc:sldMk cId="3046842539" sldId="395"/>
            <ac:inkMk id="84" creationId="{0C63FA2F-3AA9-4514-BF07-8183C78569F6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86" creationId="{D5AD8A06-86F5-46F3-8D5A-852F78FD2157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87" creationId="{EB51300F-79E5-411C-92EF-2F26472CEE49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88" creationId="{03F2920E-6BF9-4576-8303-19FF59B523B7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89" creationId="{FEFA5F67-A5CF-47A4-ABED-CD015CDFA9F0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0" creationId="{375902F9-026D-46CA-ABF9-45CC6ED07DC8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1" creationId="{FE34D82B-63A5-4F2C-9156-179AB7B5CC04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2" creationId="{EFA762C1-C66A-4C19-9C67-9C712703FB76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3" creationId="{696A0A30-21E7-4CA9-99FA-F99EF5BED60E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4" creationId="{6D9E2847-80A0-4DBA-9B4B-424639DB23EA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5" creationId="{6AAA8DB4-A0BA-4BFD-9E9E-E1DC0AE3674B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6" creationId="{228D7C82-5269-4325-B252-B3EFD0DB5BFE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7" creationId="{66DCA3F4-200F-43AD-BE6E-D2296DE5E1DF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8" creationId="{A1E9797F-42E6-4315-8239-E694D139847C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99" creationId="{19A88A6D-DCF8-41F7-B710-40284146ECBC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100" creationId="{CD5C9227-D881-494B-AD0C-274ACC4DA746}"/>
          </ac:inkMkLst>
        </pc:inkChg>
        <pc:inkChg chg="add mod">
          <ac:chgData name="Yang, Chun-yu" userId="57c5ba99-e68a-448a-8f42-8e6ab6811b9f" providerId="ADAL" clId="{77A38673-4DE1-485E-BBC6-1D47039C1794}" dt="2021-08-27T23:14:24.988" v="800"/>
          <ac:inkMkLst>
            <pc:docMk/>
            <pc:sldMk cId="3046842539" sldId="395"/>
            <ac:inkMk id="101" creationId="{90ADB515-BC76-46E0-BE95-A167689A3221}"/>
          </ac:inkMkLst>
        </pc:inkChg>
        <pc:inkChg chg="add del">
          <ac:chgData name="Yang, Chun-yu" userId="57c5ba99-e68a-448a-8f42-8e6ab6811b9f" providerId="ADAL" clId="{77A38673-4DE1-485E-BBC6-1D47039C1794}" dt="2021-08-28T07:16:12.355" v="911" actId="478"/>
          <ac:inkMkLst>
            <pc:docMk/>
            <pc:sldMk cId="3046842539" sldId="395"/>
            <ac:inkMk id="103" creationId="{3C8C8513-6A38-4977-BA84-F4D73C0EEB08}"/>
          </ac:inkMkLst>
        </pc:inkChg>
        <pc:inkChg chg="add del">
          <ac:chgData name="Yang, Chun-yu" userId="57c5ba99-e68a-448a-8f42-8e6ab6811b9f" providerId="ADAL" clId="{77A38673-4DE1-485E-BBC6-1D47039C1794}" dt="2021-08-28T07:16:12.355" v="911" actId="478"/>
          <ac:inkMkLst>
            <pc:docMk/>
            <pc:sldMk cId="3046842539" sldId="395"/>
            <ac:inkMk id="104" creationId="{78AAAFB1-9F7F-4538-93F9-4ABE4DD2CAC3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05" creationId="{AB427AE9-FF54-46BD-A645-9B6003F7DA1D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06" creationId="{9E692E4E-A27E-49E9-BA89-BBEC4817F787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07" creationId="{8099C3D4-E9ED-4BEA-A8C3-78BC99F5286A}"/>
          </ac:inkMkLst>
        </pc:inkChg>
        <pc:inkChg chg="add mod">
          <ac:chgData name="Yang, Chun-yu" userId="57c5ba99-e68a-448a-8f42-8e6ab6811b9f" providerId="ADAL" clId="{77A38673-4DE1-485E-BBC6-1D47039C1794}" dt="2021-08-27T23:17:06.380" v="809"/>
          <ac:inkMkLst>
            <pc:docMk/>
            <pc:sldMk cId="3046842539" sldId="395"/>
            <ac:inkMk id="108" creationId="{4EAEE590-99A6-4053-88E0-8FAD31F749C5}"/>
          </ac:inkMkLst>
        </pc:inkChg>
        <pc:inkChg chg="add mod">
          <ac:chgData name="Yang, Chun-yu" userId="57c5ba99-e68a-448a-8f42-8e6ab6811b9f" providerId="ADAL" clId="{77A38673-4DE1-485E-BBC6-1D47039C1794}" dt="2021-08-27T23:17:06.380" v="809"/>
          <ac:inkMkLst>
            <pc:docMk/>
            <pc:sldMk cId="3046842539" sldId="395"/>
            <ac:inkMk id="109" creationId="{2A954C8B-B131-4DB4-8AEA-EC984883F4AF}"/>
          </ac:inkMkLst>
        </pc:inkChg>
        <pc:inkChg chg="add mod">
          <ac:chgData name="Yang, Chun-yu" userId="57c5ba99-e68a-448a-8f42-8e6ab6811b9f" providerId="ADAL" clId="{77A38673-4DE1-485E-BBC6-1D47039C1794}" dt="2021-08-27T23:17:06.380" v="809"/>
          <ac:inkMkLst>
            <pc:docMk/>
            <pc:sldMk cId="3046842539" sldId="395"/>
            <ac:inkMk id="110" creationId="{9E141472-36AD-4B7E-BCD8-25B2BE40E3B9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13" creationId="{F05A82B3-43B5-4BE5-A8DD-A3FFF5D9C103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14" creationId="{0977082F-549B-442F-84C7-8240C455815A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15" creationId="{459EF450-010C-44C5-9077-0237DD497C58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16" creationId="{52C83D51-7AB3-49FD-BC14-5F8BC9AF618F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17" creationId="{722F3451-E1B1-4D17-9D99-D785B3DCDACA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20" creationId="{92ACF31B-660F-4BFE-B3E3-CE054FE4288D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21" creationId="{5A17E184-7DD6-4D5F-98E1-C4DB92459721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22" creationId="{0FAE03C5-2DE0-44DD-BD2F-54CF2FB0BFDE}"/>
          </ac:inkMkLst>
        </pc:inkChg>
        <pc:inkChg chg="add mod">
          <ac:chgData name="Yang, Chun-yu" userId="57c5ba99-e68a-448a-8f42-8e6ab6811b9f" providerId="ADAL" clId="{77A38673-4DE1-485E-BBC6-1D47039C1794}" dt="2021-08-27T23:17:18.715" v="820"/>
          <ac:inkMkLst>
            <pc:docMk/>
            <pc:sldMk cId="3046842539" sldId="395"/>
            <ac:inkMk id="123" creationId="{3016A700-A4A5-4975-957F-705390540D5F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26" creationId="{826EE3C1-EA81-4E7D-80E6-3E9CEC1BAF00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27" creationId="{8464B23F-C468-4DDA-BED5-73E9EAD60A1C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28" creationId="{A82F2FF6-437B-40A6-AE89-11F4D0B0FE24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29" creationId="{F09D60AB-A204-45D8-8B50-FF5684D32124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0" creationId="{EEDBA558-F5E9-47FC-ADE7-4D98398561CD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1" creationId="{7D3DBFB2-917B-47B0-8BE0-EF4675EE6B0D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2" creationId="{723238D1-E517-4181-A188-3D9985EEDA84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3" creationId="{0FD37E0A-ADF6-4527-BCC4-2251F667EA09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4" creationId="{1479C820-045F-4C30-950E-5F586C8A4B1C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5" creationId="{0543CB9B-7E5C-4302-B830-F0D9AA9B8634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6" creationId="{44D4EA34-340A-4EAA-9C85-BE8D43466CE1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7" creationId="{DFE9EF2E-0E39-4CF9-B038-C2C68C9CB478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8" creationId="{0AA7953B-BD99-4419-8793-02436B91D764}"/>
          </ac:inkMkLst>
        </pc:inkChg>
        <pc:inkChg chg="add mod">
          <ac:chgData name="Yang, Chun-yu" userId="57c5ba99-e68a-448a-8f42-8e6ab6811b9f" providerId="ADAL" clId="{77A38673-4DE1-485E-BBC6-1D47039C1794}" dt="2021-08-27T23:17:25.014" v="835"/>
          <ac:inkMkLst>
            <pc:docMk/>
            <pc:sldMk cId="3046842539" sldId="395"/>
            <ac:inkMk id="139" creationId="{85BD2121-C966-4452-872C-A07672D6B6A6}"/>
          </ac:inkMkLst>
        </pc:inkChg>
        <pc:inkChg chg="add mod">
          <ac:chgData name="Yang, Chun-yu" userId="57c5ba99-e68a-448a-8f42-8e6ab6811b9f" providerId="ADAL" clId="{77A38673-4DE1-485E-BBC6-1D47039C1794}" dt="2021-08-27T23:17:32.957" v="840"/>
          <ac:inkMkLst>
            <pc:docMk/>
            <pc:sldMk cId="3046842539" sldId="395"/>
            <ac:inkMk id="142" creationId="{189D36F2-975E-4BAE-B8FF-1C474516DB09}"/>
          </ac:inkMkLst>
        </pc:inkChg>
        <pc:inkChg chg="add mod">
          <ac:chgData name="Yang, Chun-yu" userId="57c5ba99-e68a-448a-8f42-8e6ab6811b9f" providerId="ADAL" clId="{77A38673-4DE1-485E-BBC6-1D47039C1794}" dt="2021-08-27T23:17:32.957" v="840"/>
          <ac:inkMkLst>
            <pc:docMk/>
            <pc:sldMk cId="3046842539" sldId="395"/>
            <ac:inkMk id="143" creationId="{7611BAE3-B9E0-4673-83FA-6450E1486382}"/>
          </ac:inkMkLst>
        </pc:inkChg>
        <pc:inkChg chg="add mod">
          <ac:chgData name="Yang, Chun-yu" userId="57c5ba99-e68a-448a-8f42-8e6ab6811b9f" providerId="ADAL" clId="{77A38673-4DE1-485E-BBC6-1D47039C1794}" dt="2021-08-27T23:17:32.957" v="840"/>
          <ac:inkMkLst>
            <pc:docMk/>
            <pc:sldMk cId="3046842539" sldId="395"/>
            <ac:inkMk id="144" creationId="{5DE432E0-67BC-4073-A2AD-6B976CE39AA8}"/>
          </ac:inkMkLst>
        </pc:inkChg>
        <pc:inkChg chg="add mod">
          <ac:chgData name="Yang, Chun-yu" userId="57c5ba99-e68a-448a-8f42-8e6ab6811b9f" providerId="ADAL" clId="{77A38673-4DE1-485E-BBC6-1D47039C1794}" dt="2021-08-27T23:17:32.957" v="840"/>
          <ac:inkMkLst>
            <pc:docMk/>
            <pc:sldMk cId="3046842539" sldId="395"/>
            <ac:inkMk id="145" creationId="{81DDFCFF-D8AF-4D7A-8D1A-3397365E72E7}"/>
          </ac:inkMkLst>
        </pc:inkChg>
        <pc:inkChg chg="add del">
          <ac:chgData name="Yang, Chun-yu" userId="57c5ba99-e68a-448a-8f42-8e6ab6811b9f" providerId="ADAL" clId="{77A38673-4DE1-485E-BBC6-1D47039C1794}" dt="2021-08-28T02:53:00.893" v="885" actId="478"/>
          <ac:inkMkLst>
            <pc:docMk/>
            <pc:sldMk cId="3046842539" sldId="395"/>
            <ac:inkMk id="147" creationId="{9A19E4B0-976C-4E3F-AA01-0EA0AC2C455E}"/>
          </ac:inkMkLst>
        </pc:inkChg>
        <pc:inkChg chg="add mod">
          <ac:chgData name="Yang, Chun-yu" userId="57c5ba99-e68a-448a-8f42-8e6ab6811b9f" providerId="ADAL" clId="{77A38673-4DE1-485E-BBC6-1D47039C1794}" dt="2021-08-28T02:50:45.936" v="844"/>
          <ac:inkMkLst>
            <pc:docMk/>
            <pc:sldMk cId="3046842539" sldId="395"/>
            <ac:inkMk id="148" creationId="{453C930E-C2C1-472B-A15F-D4529CDE4294}"/>
          </ac:inkMkLst>
        </pc:inkChg>
        <pc:inkChg chg="add mod">
          <ac:chgData name="Yang, Chun-yu" userId="57c5ba99-e68a-448a-8f42-8e6ab6811b9f" providerId="ADAL" clId="{77A38673-4DE1-485E-BBC6-1D47039C1794}" dt="2021-08-28T02:50:45.936" v="844"/>
          <ac:inkMkLst>
            <pc:docMk/>
            <pc:sldMk cId="3046842539" sldId="395"/>
            <ac:inkMk id="149" creationId="{387AA9E3-738E-4899-9961-80D38C231A10}"/>
          </ac:inkMkLst>
        </pc:inkChg>
        <pc:cxnChg chg="add mod">
          <ac:chgData name="Yang, Chun-yu" userId="57c5ba99-e68a-448a-8f42-8e6ab6811b9f" providerId="ADAL" clId="{77A38673-4DE1-485E-BBC6-1D47039C1794}" dt="2021-08-28T07:27:30.339" v="1099" actId="1076"/>
          <ac:cxnSpMkLst>
            <pc:docMk/>
            <pc:sldMk cId="3046842539" sldId="395"/>
            <ac:cxnSpMk id="9" creationId="{1644C6E3-4208-4579-8BF9-10099ED273D6}"/>
          </ac:cxnSpMkLst>
        </pc:cxnChg>
        <pc:cxnChg chg="add mod">
          <ac:chgData name="Yang, Chun-yu" userId="57c5ba99-e68a-448a-8f42-8e6ab6811b9f" providerId="ADAL" clId="{77A38673-4DE1-485E-BBC6-1D47039C1794}" dt="2021-08-28T07:27:30.339" v="1099" actId="1076"/>
          <ac:cxnSpMkLst>
            <pc:docMk/>
            <pc:sldMk cId="3046842539" sldId="395"/>
            <ac:cxnSpMk id="11" creationId="{49714BCB-F35B-43B9-9CA7-850B1195083F}"/>
          </ac:cxnSpMkLst>
        </pc:cxnChg>
        <pc:cxnChg chg="add mod">
          <ac:chgData name="Yang, Chun-yu" userId="57c5ba99-e68a-448a-8f42-8e6ab6811b9f" providerId="ADAL" clId="{77A38673-4DE1-485E-BBC6-1D47039C1794}" dt="2021-08-28T07:27:30.339" v="1099" actId="1076"/>
          <ac:cxnSpMkLst>
            <pc:docMk/>
            <pc:sldMk cId="3046842539" sldId="395"/>
            <ac:cxnSpMk id="12" creationId="{C12A2F7B-8A8E-42CF-880D-6F421192B892}"/>
          </ac:cxnSpMkLst>
        </pc:cxnChg>
        <pc:cxnChg chg="add mod">
          <ac:chgData name="Yang, Chun-yu" userId="57c5ba99-e68a-448a-8f42-8e6ab6811b9f" providerId="ADAL" clId="{77A38673-4DE1-485E-BBC6-1D47039C1794}" dt="2021-08-28T07:27:47.011" v="1103" actId="1076"/>
          <ac:cxnSpMkLst>
            <pc:docMk/>
            <pc:sldMk cId="3046842539" sldId="395"/>
            <ac:cxnSpMk id="13" creationId="{274E02EE-1F7F-498F-834F-14926D01525A}"/>
          </ac:cxnSpMkLst>
        </pc:cxnChg>
        <pc:cxnChg chg="add mod">
          <ac:chgData name="Yang, Chun-yu" userId="57c5ba99-e68a-448a-8f42-8e6ab6811b9f" providerId="ADAL" clId="{77A38673-4DE1-485E-BBC6-1D47039C1794}" dt="2021-08-28T07:27:30.339" v="1099" actId="1076"/>
          <ac:cxnSpMkLst>
            <pc:docMk/>
            <pc:sldMk cId="3046842539" sldId="395"/>
            <ac:cxnSpMk id="14" creationId="{3E6F0FD1-3ACE-4CBB-BEC1-83ECD88136B8}"/>
          </ac:cxnSpMkLst>
        </pc:cxnChg>
        <pc:cxnChg chg="add mod">
          <ac:chgData name="Yang, Chun-yu" userId="57c5ba99-e68a-448a-8f42-8e6ab6811b9f" providerId="ADAL" clId="{77A38673-4DE1-485E-BBC6-1D47039C1794}" dt="2021-08-28T07:27:30.339" v="1099" actId="1076"/>
          <ac:cxnSpMkLst>
            <pc:docMk/>
            <pc:sldMk cId="3046842539" sldId="395"/>
            <ac:cxnSpMk id="16" creationId="{94B4D924-CF8B-4D17-B1C2-2B1BDE3154A0}"/>
          </ac:cxnSpMkLst>
        </pc:cxnChg>
      </pc:sldChg>
      <pc:sldChg chg="addSp modSp new mod modClrScheme modAnim chgLayout">
        <pc:chgData name="Yang, Chun-yu" userId="57c5ba99-e68a-448a-8f42-8e6ab6811b9f" providerId="ADAL" clId="{77A38673-4DE1-485E-BBC6-1D47039C1794}" dt="2021-08-30T07:38:07.288" v="1734"/>
        <pc:sldMkLst>
          <pc:docMk/>
          <pc:sldMk cId="2624453906" sldId="396"/>
        </pc:sldMkLst>
        <pc:spChg chg="mod ord">
          <ac:chgData name="Yang, Chun-yu" userId="57c5ba99-e68a-448a-8f42-8e6ab6811b9f" providerId="ADAL" clId="{77A38673-4DE1-485E-BBC6-1D47039C1794}" dt="2021-08-26T06:42:30.913" v="389" actId="700"/>
          <ac:spMkLst>
            <pc:docMk/>
            <pc:sldMk cId="2624453906" sldId="396"/>
            <ac:spMk id="2" creationId="{1EB7DC40-D73E-4E4D-96B8-60032B38C736}"/>
          </ac:spMkLst>
        </pc:spChg>
        <pc:spChg chg="add mod ord">
          <ac:chgData name="Yang, Chun-yu" userId="57c5ba99-e68a-448a-8f42-8e6ab6811b9f" providerId="ADAL" clId="{77A38673-4DE1-485E-BBC6-1D47039C1794}" dt="2021-08-30T07:38:02.126" v="1733" actId="1076"/>
          <ac:spMkLst>
            <pc:docMk/>
            <pc:sldMk cId="2624453906" sldId="396"/>
            <ac:spMk id="3" creationId="{1AD26E20-3596-4D34-B978-B6B529AA92CA}"/>
          </ac:spMkLst>
        </pc:spChg>
        <pc:spChg chg="mod">
          <ac:chgData name="Yang, Chun-yu" userId="57c5ba99-e68a-448a-8f42-8e6ab6811b9f" providerId="ADAL" clId="{77A38673-4DE1-485E-BBC6-1D47039C1794}" dt="2021-08-26T07:01:26.228" v="539"/>
          <ac:spMkLst>
            <pc:docMk/>
            <pc:sldMk cId="2624453906" sldId="396"/>
            <ac:spMk id="6" creationId="{8A4613AE-B5D5-49BB-8E1D-B2D44D32D026}"/>
          </ac:spMkLst>
        </pc:spChg>
        <pc:spChg chg="add mod">
          <ac:chgData name="Yang, Chun-yu" userId="57c5ba99-e68a-448a-8f42-8e6ab6811b9f" providerId="ADAL" clId="{77A38673-4DE1-485E-BBC6-1D47039C1794}" dt="2021-08-26T07:10:01.704" v="603" actId="207"/>
          <ac:spMkLst>
            <pc:docMk/>
            <pc:sldMk cId="2624453906" sldId="396"/>
            <ac:spMk id="7" creationId="{14805984-7EA5-4376-A03E-7421F55C3944}"/>
          </ac:spMkLst>
        </pc:spChg>
        <pc:spChg chg="add mod">
          <ac:chgData name="Yang, Chun-yu" userId="57c5ba99-e68a-448a-8f42-8e6ab6811b9f" providerId="ADAL" clId="{77A38673-4DE1-485E-BBC6-1D47039C1794}" dt="2021-08-28T07:57:54.041" v="1459" actId="1076"/>
          <ac:spMkLst>
            <pc:docMk/>
            <pc:sldMk cId="2624453906" sldId="396"/>
            <ac:spMk id="11" creationId="{2A9E35FA-B26F-476D-9297-35D5E26781B4}"/>
          </ac:spMkLst>
        </pc:spChg>
        <pc:grpChg chg="add mod">
          <ac:chgData name="Yang, Chun-yu" userId="57c5ba99-e68a-448a-8f42-8e6ab6811b9f" providerId="ADAL" clId="{77A38673-4DE1-485E-BBC6-1D47039C1794}" dt="2021-08-26T07:07:01.249" v="544" actId="1076"/>
          <ac:grpSpMkLst>
            <pc:docMk/>
            <pc:sldMk cId="2624453906" sldId="396"/>
            <ac:grpSpMk id="4" creationId="{EE5FFB96-C2CB-4B4A-9EC1-9C561F041F9D}"/>
          </ac:grpSpMkLst>
        </pc:grpChg>
        <pc:graphicFrameChg chg="add mod modGraphic">
          <ac:chgData name="Yang, Chun-yu" userId="57c5ba99-e68a-448a-8f42-8e6ab6811b9f" providerId="ADAL" clId="{77A38673-4DE1-485E-BBC6-1D47039C1794}" dt="2021-08-28T07:51:55.510" v="1392" actId="2166"/>
          <ac:graphicFrameMkLst>
            <pc:docMk/>
            <pc:sldMk cId="2624453906" sldId="396"/>
            <ac:graphicFrameMk id="8" creationId="{721AC343-3882-4E95-AC17-E61D59E2CEE8}"/>
          </ac:graphicFrameMkLst>
        </pc:graphicFrameChg>
        <pc:graphicFrameChg chg="add mod modGraphic">
          <ac:chgData name="Yang, Chun-yu" userId="57c5ba99-e68a-448a-8f42-8e6ab6811b9f" providerId="ADAL" clId="{77A38673-4DE1-485E-BBC6-1D47039C1794}" dt="2021-08-28T07:51:43.833" v="1390" actId="2166"/>
          <ac:graphicFrameMkLst>
            <pc:docMk/>
            <pc:sldMk cId="2624453906" sldId="396"/>
            <ac:graphicFrameMk id="9" creationId="{D1795349-F44C-4346-95DD-55916C458917}"/>
          </ac:graphicFrameMkLst>
        </pc:graphicFrameChg>
        <pc:picChg chg="mod">
          <ac:chgData name="Yang, Chun-yu" userId="57c5ba99-e68a-448a-8f42-8e6ab6811b9f" providerId="ADAL" clId="{77A38673-4DE1-485E-BBC6-1D47039C1794}" dt="2021-08-26T07:01:26.228" v="539"/>
          <ac:picMkLst>
            <pc:docMk/>
            <pc:sldMk cId="2624453906" sldId="396"/>
            <ac:picMk id="5" creationId="{1077F314-D23B-48FC-BA11-9BD45A8443EE}"/>
          </ac:picMkLst>
        </pc:picChg>
      </pc:sldChg>
      <pc:sldChg chg="addSp modSp new mod ord">
        <pc:chgData name="Yang, Chun-yu" userId="57c5ba99-e68a-448a-8f42-8e6ab6811b9f" providerId="ADAL" clId="{77A38673-4DE1-485E-BBC6-1D47039C1794}" dt="2021-08-28T07:21:43.944" v="1018"/>
        <pc:sldMkLst>
          <pc:docMk/>
          <pc:sldMk cId="2777458361" sldId="397"/>
        </pc:sldMkLst>
        <pc:spChg chg="add mod">
          <ac:chgData name="Yang, Chun-yu" userId="57c5ba99-e68a-448a-8f42-8e6ab6811b9f" providerId="ADAL" clId="{77A38673-4DE1-485E-BBC6-1D47039C1794}" dt="2021-08-27T23:09:12.301" v="714" actId="1076"/>
          <ac:spMkLst>
            <pc:docMk/>
            <pc:sldMk cId="2777458361" sldId="397"/>
            <ac:spMk id="6" creationId="{4E6AA7E3-0B06-43E3-9C5F-8D87122444F0}"/>
          </ac:spMkLst>
        </pc:spChg>
        <pc:grpChg chg="mod">
          <ac:chgData name="Yang, Chun-yu" userId="57c5ba99-e68a-448a-8f42-8e6ab6811b9f" providerId="ADAL" clId="{77A38673-4DE1-485E-BBC6-1D47039C1794}" dt="2021-08-27T23:09:29.947" v="719"/>
          <ac:grpSpMkLst>
            <pc:docMk/>
            <pc:sldMk cId="2777458361" sldId="397"/>
            <ac:grpSpMk id="11" creationId="{B6700E96-9581-4774-B7AF-0D9B500AFDEE}"/>
          </ac:grpSpMkLst>
        </pc:grpChg>
        <pc:grpChg chg="mod">
          <ac:chgData name="Yang, Chun-yu" userId="57c5ba99-e68a-448a-8f42-8e6ab6811b9f" providerId="ADAL" clId="{77A38673-4DE1-485E-BBC6-1D47039C1794}" dt="2021-08-27T23:10:02.280" v="722"/>
          <ac:grpSpMkLst>
            <pc:docMk/>
            <pc:sldMk cId="2777458361" sldId="397"/>
            <ac:grpSpMk id="14" creationId="{79C5B2FD-E59A-42A7-AE43-54721FAB6D43}"/>
          </ac:grpSpMkLst>
        </pc:grpChg>
        <pc:picChg chg="add mod">
          <ac:chgData name="Yang, Chun-yu" userId="57c5ba99-e68a-448a-8f42-8e6ab6811b9f" providerId="ADAL" clId="{77A38673-4DE1-485E-BBC6-1D47039C1794}" dt="2021-08-27T23:09:05.137" v="712" actId="1076"/>
          <ac:picMkLst>
            <pc:docMk/>
            <pc:sldMk cId="2777458361" sldId="397"/>
            <ac:picMk id="4" creationId="{7DDCF832-147B-4983-8AE3-DA1FA6D787F8}"/>
          </ac:picMkLst>
        </pc:picChg>
        <pc:picChg chg="add mod">
          <ac:chgData name="Yang, Chun-yu" userId="57c5ba99-e68a-448a-8f42-8e6ab6811b9f" providerId="ADAL" clId="{77A38673-4DE1-485E-BBC6-1D47039C1794}" dt="2021-08-27T23:09:04.289" v="711" actId="1076"/>
          <ac:picMkLst>
            <pc:docMk/>
            <pc:sldMk cId="2777458361" sldId="397"/>
            <ac:picMk id="5" creationId="{1F8913B6-39D1-45F5-AB49-304D0489CF3A}"/>
          </ac:picMkLst>
        </pc:picChg>
        <pc:inkChg chg="add mod">
          <ac:chgData name="Yang, Chun-yu" userId="57c5ba99-e68a-448a-8f42-8e6ab6811b9f" providerId="ADAL" clId="{77A38673-4DE1-485E-BBC6-1D47039C1794}" dt="2021-08-27T23:09:29.947" v="719"/>
          <ac:inkMkLst>
            <pc:docMk/>
            <pc:sldMk cId="2777458361" sldId="397"/>
            <ac:inkMk id="7" creationId="{8371DE37-43FE-41D4-9732-37AD85F301C0}"/>
          </ac:inkMkLst>
        </pc:inkChg>
        <pc:inkChg chg="add mod">
          <ac:chgData name="Yang, Chun-yu" userId="57c5ba99-e68a-448a-8f42-8e6ab6811b9f" providerId="ADAL" clId="{77A38673-4DE1-485E-BBC6-1D47039C1794}" dt="2021-08-27T23:09:29.947" v="719"/>
          <ac:inkMkLst>
            <pc:docMk/>
            <pc:sldMk cId="2777458361" sldId="397"/>
            <ac:inkMk id="8" creationId="{1020E9D6-4408-4684-9B5C-132ABBDFC69A}"/>
          </ac:inkMkLst>
        </pc:inkChg>
        <pc:inkChg chg="add mod">
          <ac:chgData name="Yang, Chun-yu" userId="57c5ba99-e68a-448a-8f42-8e6ab6811b9f" providerId="ADAL" clId="{77A38673-4DE1-485E-BBC6-1D47039C1794}" dt="2021-08-27T23:09:29.947" v="719"/>
          <ac:inkMkLst>
            <pc:docMk/>
            <pc:sldMk cId="2777458361" sldId="397"/>
            <ac:inkMk id="9" creationId="{E0E521A7-A46C-4E90-A216-EC367E1BFDDD}"/>
          </ac:inkMkLst>
        </pc:inkChg>
        <pc:inkChg chg="add mod">
          <ac:chgData name="Yang, Chun-yu" userId="57c5ba99-e68a-448a-8f42-8e6ab6811b9f" providerId="ADAL" clId="{77A38673-4DE1-485E-BBC6-1D47039C1794}" dt="2021-08-27T23:09:29.947" v="719"/>
          <ac:inkMkLst>
            <pc:docMk/>
            <pc:sldMk cId="2777458361" sldId="397"/>
            <ac:inkMk id="10" creationId="{923EC47A-1DF5-414B-B3FA-A758DA2818F1}"/>
          </ac:inkMkLst>
        </pc:inkChg>
        <pc:inkChg chg="add mod">
          <ac:chgData name="Yang, Chun-yu" userId="57c5ba99-e68a-448a-8f42-8e6ab6811b9f" providerId="ADAL" clId="{77A38673-4DE1-485E-BBC6-1D47039C1794}" dt="2021-08-27T23:10:02.280" v="722"/>
          <ac:inkMkLst>
            <pc:docMk/>
            <pc:sldMk cId="2777458361" sldId="397"/>
            <ac:inkMk id="12" creationId="{0BDB815A-C46C-49AF-AC5D-B731A11DD8D1}"/>
          </ac:inkMkLst>
        </pc:inkChg>
        <pc:inkChg chg="add mod">
          <ac:chgData name="Yang, Chun-yu" userId="57c5ba99-e68a-448a-8f42-8e6ab6811b9f" providerId="ADAL" clId="{77A38673-4DE1-485E-BBC6-1D47039C1794}" dt="2021-08-27T23:10:02.280" v="722"/>
          <ac:inkMkLst>
            <pc:docMk/>
            <pc:sldMk cId="2777458361" sldId="397"/>
            <ac:inkMk id="13" creationId="{E6254B98-7A97-4444-90DB-2CFE37E46C92}"/>
          </ac:inkMkLst>
        </pc:ink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2786381020" sldId="397"/>
        </pc:sldMkLst>
      </pc:sldChg>
      <pc:sldChg chg="addSp modSp new mod">
        <pc:chgData name="Yang, Chun-yu" userId="57c5ba99-e68a-448a-8f42-8e6ab6811b9f" providerId="ADAL" clId="{77A38673-4DE1-485E-BBC6-1D47039C1794}" dt="2021-08-27T22:37:15.079" v="709" actId="14100"/>
        <pc:sldMkLst>
          <pc:docMk/>
          <pc:sldMk cId="2928496320" sldId="398"/>
        </pc:sldMkLst>
        <pc:picChg chg="add mod">
          <ac:chgData name="Yang, Chun-yu" userId="57c5ba99-e68a-448a-8f42-8e6ab6811b9f" providerId="ADAL" clId="{77A38673-4DE1-485E-BBC6-1D47039C1794}" dt="2021-08-27T22:37:15.079" v="709" actId="14100"/>
          <ac:picMkLst>
            <pc:docMk/>
            <pc:sldMk cId="2928496320" sldId="398"/>
            <ac:picMk id="4" creationId="{D7FE1B76-8732-4F94-A88F-402D2128DD03}"/>
          </ac:picMkLst>
        </pc:pic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3884907795" sldId="398"/>
        </pc:sldMkLst>
      </pc:sldChg>
      <pc:sldChg chg="modSp new del mod">
        <pc:chgData name="Yang, Chun-yu" userId="57c5ba99-e68a-448a-8f42-8e6ab6811b9f" providerId="ADAL" clId="{77A38673-4DE1-485E-BBC6-1D47039C1794}" dt="2021-08-28T07:35:27.979" v="1234" actId="47"/>
        <pc:sldMkLst>
          <pc:docMk/>
          <pc:sldMk cId="357060165" sldId="399"/>
        </pc:sldMkLst>
        <pc:spChg chg="mod">
          <ac:chgData name="Yang, Chun-yu" userId="57c5ba99-e68a-448a-8f42-8e6ab6811b9f" providerId="ADAL" clId="{77A38673-4DE1-485E-BBC6-1D47039C1794}" dt="2021-08-28T07:20:40.809" v="999" actId="20577"/>
          <ac:spMkLst>
            <pc:docMk/>
            <pc:sldMk cId="357060165" sldId="399"/>
            <ac:spMk id="2" creationId="{3EB9355A-78B4-4950-823F-32B82C903730}"/>
          </ac:spMkLst>
        </pc:spChg>
      </pc:sldChg>
      <pc:sldChg chg="addSp delSp modSp add mod modAnim">
        <pc:chgData name="Yang, Chun-yu" userId="57c5ba99-e68a-448a-8f42-8e6ab6811b9f" providerId="ADAL" clId="{77A38673-4DE1-485E-BBC6-1D47039C1794}" dt="2021-08-31T18:04:24.590" v="1948"/>
        <pc:sldMkLst>
          <pc:docMk/>
          <pc:sldMk cId="641926872" sldId="400"/>
        </pc:sldMkLst>
        <pc:spChg chg="mod">
          <ac:chgData name="Yang, Chun-yu" userId="57c5ba99-e68a-448a-8f42-8e6ab6811b9f" providerId="ADAL" clId="{77A38673-4DE1-485E-BBC6-1D47039C1794}" dt="2021-08-28T07:35:10.942" v="1229" actId="1076"/>
          <ac:spMkLst>
            <pc:docMk/>
            <pc:sldMk cId="641926872" sldId="400"/>
            <ac:spMk id="2" creationId="{EC7B02B2-1A46-4BC6-B740-189A2C07955B}"/>
          </ac:spMkLst>
        </pc:spChg>
        <pc:spChg chg="add mod">
          <ac:chgData name="Yang, Chun-yu" userId="57c5ba99-e68a-448a-8f42-8e6ab6811b9f" providerId="ADAL" clId="{77A38673-4DE1-485E-BBC6-1D47039C1794}" dt="2021-08-28T07:32:18.725" v="1171" actId="13822"/>
          <ac:spMkLst>
            <pc:docMk/>
            <pc:sldMk cId="641926872" sldId="400"/>
            <ac:spMk id="8" creationId="{E7B4AB1D-4885-4C51-9E0D-006418149A90}"/>
          </ac:spMkLst>
        </pc:spChg>
        <pc:spChg chg="add del mod">
          <ac:chgData name="Yang, Chun-yu" userId="57c5ba99-e68a-448a-8f42-8e6ab6811b9f" providerId="ADAL" clId="{77A38673-4DE1-485E-BBC6-1D47039C1794}" dt="2021-08-28T07:41:24.580" v="1270" actId="478"/>
          <ac:spMkLst>
            <pc:docMk/>
            <pc:sldMk cId="641926872" sldId="400"/>
            <ac:spMk id="17" creationId="{4559FFE3-05A9-45F2-BB6A-FB9DCA3D3ABC}"/>
          </ac:spMkLst>
        </pc:spChg>
        <pc:spChg chg="add mod">
          <ac:chgData name="Yang, Chun-yu" userId="57c5ba99-e68a-448a-8f42-8e6ab6811b9f" providerId="ADAL" clId="{77A38673-4DE1-485E-BBC6-1D47039C1794}" dt="2021-08-28T07:42:00.769" v="1283" actId="164"/>
          <ac:spMkLst>
            <pc:docMk/>
            <pc:sldMk cId="641926872" sldId="400"/>
            <ac:spMk id="18" creationId="{9A0E8C85-4B2F-4081-B7C0-09C4E38EA351}"/>
          </ac:spMkLst>
        </pc:spChg>
        <pc:spChg chg="del">
          <ac:chgData name="Yang, Chun-yu" userId="57c5ba99-e68a-448a-8f42-8e6ab6811b9f" providerId="ADAL" clId="{77A38673-4DE1-485E-BBC6-1D47039C1794}" dt="2021-08-28T07:31:19.970" v="1131" actId="478"/>
          <ac:spMkLst>
            <pc:docMk/>
            <pc:sldMk cId="641926872" sldId="400"/>
            <ac:spMk id="20" creationId="{FD75202B-CAEA-4289-85D5-E9BA18B7349C}"/>
          </ac:spMkLst>
        </pc:spChg>
        <pc:spChg chg="mod">
          <ac:chgData name="Yang, Chun-yu" userId="57c5ba99-e68a-448a-8f42-8e6ab6811b9f" providerId="ADAL" clId="{77A38673-4DE1-485E-BBC6-1D47039C1794}" dt="2021-08-28T07:30:44.849" v="1124"/>
          <ac:spMkLst>
            <pc:docMk/>
            <pc:sldMk cId="641926872" sldId="400"/>
            <ac:spMk id="23" creationId="{14A986F0-31E1-4772-BA2D-B961BB2E6678}"/>
          </ac:spMkLst>
        </pc:spChg>
        <pc:spChg chg="mod">
          <ac:chgData name="Yang, Chun-yu" userId="57c5ba99-e68a-448a-8f42-8e6ab6811b9f" providerId="ADAL" clId="{77A38673-4DE1-485E-BBC6-1D47039C1794}" dt="2021-08-28T07:30:54.441" v="1128"/>
          <ac:spMkLst>
            <pc:docMk/>
            <pc:sldMk cId="641926872" sldId="400"/>
            <ac:spMk id="32" creationId="{717F1A51-0BCB-4223-9684-9EC42D7CCD8F}"/>
          </ac:spMkLst>
        </pc:spChg>
        <pc:spChg chg="add mod">
          <ac:chgData name="Yang, Chun-yu" userId="57c5ba99-e68a-448a-8f42-8e6ab6811b9f" providerId="ADAL" clId="{77A38673-4DE1-485E-BBC6-1D47039C1794}" dt="2021-08-28T07:33:04.259" v="1180" actId="207"/>
          <ac:spMkLst>
            <pc:docMk/>
            <pc:sldMk cId="641926872" sldId="400"/>
            <ac:spMk id="39" creationId="{07CE92B3-B310-46AC-AC6E-EA930D6B87BA}"/>
          </ac:spMkLst>
        </pc:spChg>
        <pc:spChg chg="add mod">
          <ac:chgData name="Yang, Chun-yu" userId="57c5ba99-e68a-448a-8f42-8e6ab6811b9f" providerId="ADAL" clId="{77A38673-4DE1-485E-BBC6-1D47039C1794}" dt="2021-08-28T07:33:08.356" v="1181" actId="207"/>
          <ac:spMkLst>
            <pc:docMk/>
            <pc:sldMk cId="641926872" sldId="400"/>
            <ac:spMk id="40" creationId="{9BA665EC-571F-4BEB-8A9D-60081B45C5DA}"/>
          </ac:spMkLst>
        </pc:spChg>
        <pc:spChg chg="add mod ord">
          <ac:chgData name="Yang, Chun-yu" userId="57c5ba99-e68a-448a-8f42-8e6ab6811b9f" providerId="ADAL" clId="{77A38673-4DE1-485E-BBC6-1D47039C1794}" dt="2021-08-28T07:31:22.458" v="1133" actId="167"/>
          <ac:spMkLst>
            <pc:docMk/>
            <pc:sldMk cId="641926872" sldId="400"/>
            <ac:spMk id="42" creationId="{7CCE8DEF-105C-4A38-80D1-112BA6C35A45}"/>
          </ac:spMkLst>
        </pc:spChg>
        <pc:spChg chg="add del mod ord">
          <ac:chgData name="Yang, Chun-yu" userId="57c5ba99-e68a-448a-8f42-8e6ab6811b9f" providerId="ADAL" clId="{77A38673-4DE1-485E-BBC6-1D47039C1794}" dt="2021-08-28T07:44:43.340" v="1308" actId="478"/>
          <ac:spMkLst>
            <pc:docMk/>
            <pc:sldMk cId="641926872" sldId="400"/>
            <ac:spMk id="43" creationId="{79FFC7B1-57B7-4734-8C26-445A04095876}"/>
          </ac:spMkLst>
        </pc:spChg>
        <pc:spChg chg="add mod">
          <ac:chgData name="Yang, Chun-yu" userId="57c5ba99-e68a-448a-8f42-8e6ab6811b9f" providerId="ADAL" clId="{77A38673-4DE1-485E-BBC6-1D47039C1794}" dt="2021-08-28T07:32:39.303" v="1177" actId="1076"/>
          <ac:spMkLst>
            <pc:docMk/>
            <pc:sldMk cId="641926872" sldId="400"/>
            <ac:spMk id="44" creationId="{1F01BC0A-619F-455E-B985-96657D1A13CC}"/>
          </ac:spMkLst>
        </pc:spChg>
        <pc:spChg chg="add mod">
          <ac:chgData name="Yang, Chun-yu" userId="57c5ba99-e68a-448a-8f42-8e6ab6811b9f" providerId="ADAL" clId="{77A38673-4DE1-485E-BBC6-1D47039C1794}" dt="2021-08-28T07:33:35.776" v="1186" actId="1076"/>
          <ac:spMkLst>
            <pc:docMk/>
            <pc:sldMk cId="641926872" sldId="400"/>
            <ac:spMk id="45" creationId="{31B81FE1-95B0-4CA5-84CB-BFF1C126D185}"/>
          </ac:spMkLst>
        </pc:spChg>
        <pc:spChg chg="add mod">
          <ac:chgData name="Yang, Chun-yu" userId="57c5ba99-e68a-448a-8f42-8e6ab6811b9f" providerId="ADAL" clId="{77A38673-4DE1-485E-BBC6-1D47039C1794}" dt="2021-08-28T07:34:00.074" v="1199" actId="207"/>
          <ac:spMkLst>
            <pc:docMk/>
            <pc:sldMk cId="641926872" sldId="400"/>
            <ac:spMk id="46" creationId="{5A8465E7-2DD7-4777-A3EB-9FA092945757}"/>
          </ac:spMkLst>
        </pc:spChg>
        <pc:spChg chg="add mod">
          <ac:chgData name="Yang, Chun-yu" userId="57c5ba99-e68a-448a-8f42-8e6ab6811b9f" providerId="ADAL" clId="{77A38673-4DE1-485E-BBC6-1D47039C1794}" dt="2021-08-28T07:40:34.133" v="1266" actId="1076"/>
          <ac:spMkLst>
            <pc:docMk/>
            <pc:sldMk cId="641926872" sldId="400"/>
            <ac:spMk id="47" creationId="{38D69B1C-8982-468A-81B2-7F486967ECAE}"/>
          </ac:spMkLst>
        </pc:spChg>
        <pc:spChg chg="add del mod">
          <ac:chgData name="Yang, Chun-yu" userId="57c5ba99-e68a-448a-8f42-8e6ab6811b9f" providerId="ADAL" clId="{77A38673-4DE1-485E-BBC6-1D47039C1794}" dt="2021-08-28T07:35:25.002" v="1232"/>
          <ac:spMkLst>
            <pc:docMk/>
            <pc:sldMk cId="641926872" sldId="400"/>
            <ac:spMk id="48" creationId="{7907007D-0CB9-4D30-BA4C-389C4C5CDC0D}"/>
          </ac:spMkLst>
        </pc:spChg>
        <pc:spChg chg="add mod">
          <ac:chgData name="Yang, Chun-yu" userId="57c5ba99-e68a-448a-8f42-8e6ab6811b9f" providerId="ADAL" clId="{77A38673-4DE1-485E-BBC6-1D47039C1794}" dt="2021-08-28T07:42:55.012" v="1295" actId="13822"/>
          <ac:spMkLst>
            <pc:docMk/>
            <pc:sldMk cId="641926872" sldId="400"/>
            <ac:spMk id="49" creationId="{601324DE-204E-4883-9F09-2E4B06B9F895}"/>
          </ac:spMkLst>
        </pc:spChg>
        <pc:spChg chg="add mod">
          <ac:chgData name="Yang, Chun-yu" userId="57c5ba99-e68a-448a-8f42-8e6ab6811b9f" providerId="ADAL" clId="{77A38673-4DE1-485E-BBC6-1D47039C1794}" dt="2021-08-28T08:07:02.745" v="1632" actId="207"/>
          <ac:spMkLst>
            <pc:docMk/>
            <pc:sldMk cId="641926872" sldId="400"/>
            <ac:spMk id="55" creationId="{2C850AE7-77EB-4A2D-8A6B-E046C4E88019}"/>
          </ac:spMkLst>
        </pc:spChg>
        <pc:spChg chg="add mod">
          <ac:chgData name="Yang, Chun-yu" userId="57c5ba99-e68a-448a-8f42-8e6ab6811b9f" providerId="ADAL" clId="{77A38673-4DE1-485E-BBC6-1D47039C1794}" dt="2021-08-28T07:44:31.758" v="1306" actId="208"/>
          <ac:spMkLst>
            <pc:docMk/>
            <pc:sldMk cId="641926872" sldId="400"/>
            <ac:spMk id="56" creationId="{CE66BE5E-D21F-470D-ADB3-E671628198E0}"/>
          </ac:spMkLst>
        </pc:spChg>
        <pc:spChg chg="add mod">
          <ac:chgData name="Yang, Chun-yu" userId="57c5ba99-e68a-448a-8f42-8e6ab6811b9f" providerId="ADAL" clId="{77A38673-4DE1-485E-BBC6-1D47039C1794}" dt="2021-08-28T08:07:30.628" v="1634" actId="1076"/>
          <ac:spMkLst>
            <pc:docMk/>
            <pc:sldMk cId="641926872" sldId="400"/>
            <ac:spMk id="57" creationId="{000ECF45-5036-4925-AA5E-F7925111D553}"/>
          </ac:spMkLst>
        </pc:spChg>
        <pc:spChg chg="add mod">
          <ac:chgData name="Yang, Chun-yu" userId="57c5ba99-e68a-448a-8f42-8e6ab6811b9f" providerId="ADAL" clId="{77A38673-4DE1-485E-BBC6-1D47039C1794}" dt="2021-08-28T08:13:16.003" v="1666" actId="1076"/>
          <ac:spMkLst>
            <pc:docMk/>
            <pc:sldMk cId="641926872" sldId="400"/>
            <ac:spMk id="58" creationId="{090D27BD-0871-45A5-8873-0D760BC76356}"/>
          </ac:spMkLst>
        </pc:spChg>
        <pc:spChg chg="add mod">
          <ac:chgData name="Yang, Chun-yu" userId="57c5ba99-e68a-448a-8f42-8e6ab6811b9f" providerId="ADAL" clId="{77A38673-4DE1-485E-BBC6-1D47039C1794}" dt="2021-08-30T08:03:29.146" v="1935" actId="1076"/>
          <ac:spMkLst>
            <pc:docMk/>
            <pc:sldMk cId="641926872" sldId="400"/>
            <ac:spMk id="59" creationId="{BB7EAB12-D9CC-4974-BD3D-85450FF635E9}"/>
          </ac:spMkLst>
        </pc:spChg>
        <pc:spChg chg="add mod">
          <ac:chgData name="Yang, Chun-yu" userId="57c5ba99-e68a-448a-8f42-8e6ab6811b9f" providerId="ADAL" clId="{77A38673-4DE1-485E-BBC6-1D47039C1794}" dt="2021-08-30T07:59:08.899" v="1908" actId="14100"/>
          <ac:spMkLst>
            <pc:docMk/>
            <pc:sldMk cId="641926872" sldId="400"/>
            <ac:spMk id="60" creationId="{AD89D29C-1922-47F1-B26D-4CA384C473F8}"/>
          </ac:spMkLst>
        </pc:spChg>
        <pc:spChg chg="add mod">
          <ac:chgData name="Yang, Chun-yu" userId="57c5ba99-e68a-448a-8f42-8e6ab6811b9f" providerId="ADAL" clId="{77A38673-4DE1-485E-BBC6-1D47039C1794}" dt="2021-08-30T08:01:23.780" v="1917" actId="1076"/>
          <ac:spMkLst>
            <pc:docMk/>
            <pc:sldMk cId="641926872" sldId="400"/>
            <ac:spMk id="61" creationId="{A6BB9FAF-A86D-471F-986A-886EF98C035F}"/>
          </ac:spMkLst>
        </pc:spChg>
        <pc:spChg chg="add mod">
          <ac:chgData name="Yang, Chun-yu" userId="57c5ba99-e68a-448a-8f42-8e6ab6811b9f" providerId="ADAL" clId="{77A38673-4DE1-485E-BBC6-1D47039C1794}" dt="2021-08-30T08:01:23.780" v="1917" actId="1076"/>
          <ac:spMkLst>
            <pc:docMk/>
            <pc:sldMk cId="641926872" sldId="400"/>
            <ac:spMk id="62" creationId="{0CD8F462-F166-43CB-A89A-BBFADA4F07C3}"/>
          </ac:spMkLst>
        </pc:spChg>
        <pc:spChg chg="add mod">
          <ac:chgData name="Yang, Chun-yu" userId="57c5ba99-e68a-448a-8f42-8e6ab6811b9f" providerId="ADAL" clId="{77A38673-4DE1-485E-BBC6-1D47039C1794}" dt="2021-08-30T08:01:23.780" v="1917" actId="1076"/>
          <ac:spMkLst>
            <pc:docMk/>
            <pc:sldMk cId="641926872" sldId="400"/>
            <ac:spMk id="63" creationId="{7E4B327F-BBFD-49A3-BA17-DF0D38209FED}"/>
          </ac:spMkLst>
        </pc:spChg>
        <pc:spChg chg="add mod">
          <ac:chgData name="Yang, Chun-yu" userId="57c5ba99-e68a-448a-8f42-8e6ab6811b9f" providerId="ADAL" clId="{77A38673-4DE1-485E-BBC6-1D47039C1794}" dt="2021-08-30T08:01:23.780" v="1917" actId="1076"/>
          <ac:spMkLst>
            <pc:docMk/>
            <pc:sldMk cId="641926872" sldId="400"/>
            <ac:spMk id="64" creationId="{49E10910-BF2B-4C93-B342-A82AB7DC20B4}"/>
          </ac:spMkLst>
        </pc:spChg>
        <pc:spChg chg="add mod">
          <ac:chgData name="Yang, Chun-yu" userId="57c5ba99-e68a-448a-8f42-8e6ab6811b9f" providerId="ADAL" clId="{77A38673-4DE1-485E-BBC6-1D47039C1794}" dt="2021-08-30T08:01:23.780" v="1917" actId="1076"/>
          <ac:spMkLst>
            <pc:docMk/>
            <pc:sldMk cId="641926872" sldId="400"/>
            <ac:spMk id="65" creationId="{D4C0CB27-9B1A-4902-BC59-CD106EBF64A9}"/>
          </ac:spMkLst>
        </pc:spChg>
        <pc:spChg chg="add mod">
          <ac:chgData name="Yang, Chun-yu" userId="57c5ba99-e68a-448a-8f42-8e6ab6811b9f" providerId="ADAL" clId="{77A38673-4DE1-485E-BBC6-1D47039C1794}" dt="2021-08-30T08:01:23.780" v="1917" actId="1076"/>
          <ac:spMkLst>
            <pc:docMk/>
            <pc:sldMk cId="641926872" sldId="400"/>
            <ac:spMk id="66" creationId="{23BBE73D-8683-4D5E-802C-94D365273111}"/>
          </ac:spMkLst>
        </pc:spChg>
        <pc:spChg chg="add mod">
          <ac:chgData name="Yang, Chun-yu" userId="57c5ba99-e68a-448a-8f42-8e6ab6811b9f" providerId="ADAL" clId="{77A38673-4DE1-485E-BBC6-1D47039C1794}" dt="2021-08-30T08:01:23.780" v="1917" actId="1076"/>
          <ac:spMkLst>
            <pc:docMk/>
            <pc:sldMk cId="641926872" sldId="400"/>
            <ac:spMk id="67" creationId="{D097D774-3916-40DA-87D9-253C25C08C11}"/>
          </ac:spMkLst>
        </pc:spChg>
        <pc:spChg chg="add mod">
          <ac:chgData name="Yang, Chun-yu" userId="57c5ba99-e68a-448a-8f42-8e6ab6811b9f" providerId="ADAL" clId="{77A38673-4DE1-485E-BBC6-1D47039C1794}" dt="2021-08-30T08:01:41.477" v="1919" actId="1076"/>
          <ac:spMkLst>
            <pc:docMk/>
            <pc:sldMk cId="641926872" sldId="400"/>
            <ac:spMk id="68" creationId="{112D7249-5762-43F2-B764-6B750B99FEC3}"/>
          </ac:spMkLst>
        </pc:spChg>
        <pc:spChg chg="add mod">
          <ac:chgData name="Yang, Chun-yu" userId="57c5ba99-e68a-448a-8f42-8e6ab6811b9f" providerId="ADAL" clId="{77A38673-4DE1-485E-BBC6-1D47039C1794}" dt="2021-08-30T08:01:41.477" v="1919" actId="1076"/>
          <ac:spMkLst>
            <pc:docMk/>
            <pc:sldMk cId="641926872" sldId="400"/>
            <ac:spMk id="69" creationId="{F1BF4606-F1C7-498F-8846-DB6DB968FB36}"/>
          </ac:spMkLst>
        </pc:spChg>
        <pc:spChg chg="add mod">
          <ac:chgData name="Yang, Chun-yu" userId="57c5ba99-e68a-448a-8f42-8e6ab6811b9f" providerId="ADAL" clId="{77A38673-4DE1-485E-BBC6-1D47039C1794}" dt="2021-08-30T08:01:41.477" v="1919" actId="1076"/>
          <ac:spMkLst>
            <pc:docMk/>
            <pc:sldMk cId="641926872" sldId="400"/>
            <ac:spMk id="70" creationId="{9BBB88BD-5AB9-48A6-97F4-2377A6A4C291}"/>
          </ac:spMkLst>
        </pc:spChg>
        <pc:spChg chg="add mod">
          <ac:chgData name="Yang, Chun-yu" userId="57c5ba99-e68a-448a-8f42-8e6ab6811b9f" providerId="ADAL" clId="{77A38673-4DE1-485E-BBC6-1D47039C1794}" dt="2021-08-30T08:01:41.477" v="1919" actId="1076"/>
          <ac:spMkLst>
            <pc:docMk/>
            <pc:sldMk cId="641926872" sldId="400"/>
            <ac:spMk id="71" creationId="{A93EB03A-49F0-4DF1-825B-46885ACD41DD}"/>
          </ac:spMkLst>
        </pc:spChg>
        <pc:spChg chg="add mod">
          <ac:chgData name="Yang, Chun-yu" userId="57c5ba99-e68a-448a-8f42-8e6ab6811b9f" providerId="ADAL" clId="{77A38673-4DE1-485E-BBC6-1D47039C1794}" dt="2021-08-30T08:01:41.477" v="1919" actId="1076"/>
          <ac:spMkLst>
            <pc:docMk/>
            <pc:sldMk cId="641926872" sldId="400"/>
            <ac:spMk id="72" creationId="{6A179AA8-FD11-4A4B-A6D6-DF49EF807241}"/>
          </ac:spMkLst>
        </pc:spChg>
        <pc:spChg chg="add mod">
          <ac:chgData name="Yang, Chun-yu" userId="57c5ba99-e68a-448a-8f42-8e6ab6811b9f" providerId="ADAL" clId="{77A38673-4DE1-485E-BBC6-1D47039C1794}" dt="2021-08-30T08:01:41.477" v="1919" actId="1076"/>
          <ac:spMkLst>
            <pc:docMk/>
            <pc:sldMk cId="641926872" sldId="400"/>
            <ac:spMk id="73" creationId="{0E1E1C23-5991-4D0E-B73B-A8548A02829A}"/>
          </ac:spMkLst>
        </pc:spChg>
        <pc:spChg chg="add mod">
          <ac:chgData name="Yang, Chun-yu" userId="57c5ba99-e68a-448a-8f42-8e6ab6811b9f" providerId="ADAL" clId="{77A38673-4DE1-485E-BBC6-1D47039C1794}" dt="2021-08-30T08:03:22.928" v="1933" actId="1076"/>
          <ac:spMkLst>
            <pc:docMk/>
            <pc:sldMk cId="641926872" sldId="400"/>
            <ac:spMk id="74" creationId="{7AEB9491-2246-46DC-9526-FA60BB6574DA}"/>
          </ac:spMkLst>
        </pc:spChg>
        <pc:spChg chg="add mod">
          <ac:chgData name="Yang, Chun-yu" userId="57c5ba99-e68a-448a-8f42-8e6ab6811b9f" providerId="ADAL" clId="{77A38673-4DE1-485E-BBC6-1D47039C1794}" dt="2021-08-30T08:04:45.923" v="1942" actId="207"/>
          <ac:spMkLst>
            <pc:docMk/>
            <pc:sldMk cId="641926872" sldId="400"/>
            <ac:spMk id="75" creationId="{7876FF0C-411D-4E80-A370-0F08EDBE2C15}"/>
          </ac:spMkLst>
        </pc:spChg>
        <pc:spChg chg="add mod">
          <ac:chgData name="Yang, Chun-yu" userId="57c5ba99-e68a-448a-8f42-8e6ab6811b9f" providerId="ADAL" clId="{77A38673-4DE1-485E-BBC6-1D47039C1794}" dt="2021-08-30T08:04:42.557" v="1940" actId="208"/>
          <ac:spMkLst>
            <pc:docMk/>
            <pc:sldMk cId="641926872" sldId="400"/>
            <ac:spMk id="76" creationId="{2AC3FD8A-B682-4127-9DC8-AD8D241124DD}"/>
          </ac:spMkLst>
        </pc:spChg>
        <pc:spChg chg="del">
          <ac:chgData name="Yang, Chun-yu" userId="57c5ba99-e68a-448a-8f42-8e6ab6811b9f" providerId="ADAL" clId="{77A38673-4DE1-485E-BBC6-1D47039C1794}" dt="2021-08-28T07:30:51.906" v="1126" actId="478"/>
          <ac:spMkLst>
            <pc:docMk/>
            <pc:sldMk cId="641926872" sldId="400"/>
            <ac:spMk id="155" creationId="{C03A7770-628D-4408-8032-F14691B1F79A}"/>
          </ac:spMkLst>
        </pc:spChg>
        <pc:spChg chg="del">
          <ac:chgData name="Yang, Chun-yu" userId="57c5ba99-e68a-448a-8f42-8e6ab6811b9f" providerId="ADAL" clId="{77A38673-4DE1-485E-BBC6-1D47039C1794}" dt="2021-08-28T07:30:53.544" v="1127" actId="478"/>
          <ac:spMkLst>
            <pc:docMk/>
            <pc:sldMk cId="641926872" sldId="400"/>
            <ac:spMk id="156" creationId="{232DB9A3-F676-4C42-9AEE-60DFAD15D1A3}"/>
          </ac:spMkLst>
        </pc:spChg>
        <pc:spChg chg="mod">
          <ac:chgData name="Yang, Chun-yu" userId="57c5ba99-e68a-448a-8f42-8e6ab6811b9f" providerId="ADAL" clId="{77A38673-4DE1-485E-BBC6-1D47039C1794}" dt="2021-08-28T07:31:39.882" v="1164" actId="1076"/>
          <ac:spMkLst>
            <pc:docMk/>
            <pc:sldMk cId="641926872" sldId="400"/>
            <ac:spMk id="159" creationId="{A78AFAA5-2C42-472A-9D36-4612F6F69036}"/>
          </ac:spMkLst>
        </pc:spChg>
        <pc:spChg chg="mod">
          <ac:chgData name="Yang, Chun-yu" userId="57c5ba99-e68a-448a-8f42-8e6ab6811b9f" providerId="ADAL" clId="{77A38673-4DE1-485E-BBC6-1D47039C1794}" dt="2021-08-28T07:31:32.182" v="1161" actId="14100"/>
          <ac:spMkLst>
            <pc:docMk/>
            <pc:sldMk cId="641926872" sldId="400"/>
            <ac:spMk id="160" creationId="{33E142CD-24DE-4670-A7E1-7B7D8F2ACC74}"/>
          </ac:spMkLst>
        </pc:spChg>
        <pc:grpChg chg="del">
          <ac:chgData name="Yang, Chun-yu" userId="57c5ba99-e68a-448a-8f42-8e6ab6811b9f" providerId="ADAL" clId="{77A38673-4DE1-485E-BBC6-1D47039C1794}" dt="2021-08-28T07:30:44.501" v="1123" actId="478"/>
          <ac:grpSpMkLst>
            <pc:docMk/>
            <pc:sldMk cId="641926872" sldId="400"/>
            <ac:grpSpMk id="3" creationId="{BEE86D3C-F3A5-4067-92B8-5A71BE892D84}"/>
          </ac:grpSpMkLst>
        </pc:grpChg>
        <pc:grpChg chg="add mod ord">
          <ac:chgData name="Yang, Chun-yu" userId="57c5ba99-e68a-448a-8f42-8e6ab6811b9f" providerId="ADAL" clId="{77A38673-4DE1-485E-BBC6-1D47039C1794}" dt="2021-08-28T07:42:59.550" v="1297" actId="1076"/>
          <ac:grpSpMkLst>
            <pc:docMk/>
            <pc:sldMk cId="641926872" sldId="400"/>
            <ac:grpSpMk id="19" creationId="{606FEB6C-CF4F-485E-AD2E-CA3F5F5BD344}"/>
          </ac:grpSpMkLst>
        </pc:grpChg>
        <pc:grpChg chg="add del mod">
          <ac:chgData name="Yang, Chun-yu" userId="57c5ba99-e68a-448a-8f42-8e6ab6811b9f" providerId="ADAL" clId="{77A38673-4DE1-485E-BBC6-1D47039C1794}" dt="2021-08-28T07:30:46.210" v="1125"/>
          <ac:grpSpMkLst>
            <pc:docMk/>
            <pc:sldMk cId="641926872" sldId="400"/>
            <ac:grpSpMk id="21" creationId="{84BD13B6-9A9B-4A96-8CB8-20113247FBA7}"/>
          </ac:grpSpMkLst>
        </pc:grpChg>
        <pc:grpChg chg="add mod">
          <ac:chgData name="Yang, Chun-yu" userId="57c5ba99-e68a-448a-8f42-8e6ab6811b9f" providerId="ADAL" clId="{77A38673-4DE1-485E-BBC6-1D47039C1794}" dt="2021-08-28T07:30:54.441" v="1128"/>
          <ac:grpSpMkLst>
            <pc:docMk/>
            <pc:sldMk cId="641926872" sldId="400"/>
            <ac:grpSpMk id="30" creationId="{DDBEB768-E116-43AC-AE0A-C5B9825B8FE5}"/>
          </ac:grpSpMkLst>
        </pc:grpChg>
        <pc:graphicFrameChg chg="mod modGraphic">
          <ac:chgData name="Yang, Chun-yu" userId="57c5ba99-e68a-448a-8f42-8e6ab6811b9f" providerId="ADAL" clId="{77A38673-4DE1-485E-BBC6-1D47039C1794}" dt="2021-08-28T07:52:18.587" v="1394" actId="2166"/>
          <ac:graphicFrameMkLst>
            <pc:docMk/>
            <pc:sldMk cId="641926872" sldId="400"/>
            <ac:graphicFrameMk id="6" creationId="{EA0237FC-3AA7-4C64-922F-31886E38F8E2}"/>
          </ac:graphicFrameMkLst>
        </pc:graphicFrameChg>
        <pc:graphicFrameChg chg="mod modGraphic">
          <ac:chgData name="Yang, Chun-yu" userId="57c5ba99-e68a-448a-8f42-8e6ab6811b9f" providerId="ADAL" clId="{77A38673-4DE1-485E-BBC6-1D47039C1794}" dt="2021-08-28T07:52:06.820" v="1393" actId="2166"/>
          <ac:graphicFrameMkLst>
            <pc:docMk/>
            <pc:sldMk cId="641926872" sldId="400"/>
            <ac:graphicFrameMk id="7" creationId="{D884E9F1-9D80-4308-A951-274F0880C291}"/>
          </ac:graphicFrameMkLst>
        </pc:graphicFrameChg>
        <pc:picChg chg="add mod ord">
          <ac:chgData name="Yang, Chun-yu" userId="57c5ba99-e68a-448a-8f42-8e6ab6811b9f" providerId="ADAL" clId="{77A38673-4DE1-485E-BBC6-1D47039C1794}" dt="2021-08-28T07:42:00.769" v="1283" actId="164"/>
          <ac:picMkLst>
            <pc:docMk/>
            <pc:sldMk cId="641926872" sldId="400"/>
            <ac:picMk id="15" creationId="{1B93450C-909C-49E4-AA0C-9F2C7C273182}"/>
          </ac:picMkLst>
        </pc:picChg>
        <pc:picChg chg="mod">
          <ac:chgData name="Yang, Chun-yu" userId="57c5ba99-e68a-448a-8f42-8e6ab6811b9f" providerId="ADAL" clId="{77A38673-4DE1-485E-BBC6-1D47039C1794}" dt="2021-08-28T07:30:44.849" v="1124"/>
          <ac:picMkLst>
            <pc:docMk/>
            <pc:sldMk cId="641926872" sldId="400"/>
            <ac:picMk id="22" creationId="{6C9325D6-000F-4C1D-BD5E-F9F6C89B950C}"/>
          </ac:picMkLst>
        </pc:picChg>
        <pc:picChg chg="mod">
          <ac:chgData name="Yang, Chun-yu" userId="57c5ba99-e68a-448a-8f42-8e6ab6811b9f" providerId="ADAL" clId="{77A38673-4DE1-485E-BBC6-1D47039C1794}" dt="2021-08-28T07:30:54.441" v="1128"/>
          <ac:picMkLst>
            <pc:docMk/>
            <pc:sldMk cId="641926872" sldId="400"/>
            <ac:picMk id="31" creationId="{7AE34F38-0B3B-4CF4-AF58-AB8FE7A28A4D}"/>
          </ac:picMkLst>
        </pc:picChg>
        <pc:picChg chg="add mod ord">
          <ac:chgData name="Yang, Chun-yu" userId="57c5ba99-e68a-448a-8f42-8e6ab6811b9f" providerId="ADAL" clId="{77A38673-4DE1-485E-BBC6-1D47039C1794}" dt="2021-08-30T07:58:54.611" v="1906" actId="1076"/>
          <ac:picMkLst>
            <pc:docMk/>
            <pc:sldMk cId="641926872" sldId="400"/>
            <ac:picMk id="41" creationId="{247756C2-49AF-4FB2-81E9-161B9B71E1D5}"/>
          </ac:picMkLst>
        </pc:picChg>
        <pc:picChg chg="del">
          <ac:chgData name="Yang, Chun-yu" userId="57c5ba99-e68a-448a-8f42-8e6ab6811b9f" providerId="ADAL" clId="{77A38673-4DE1-485E-BBC6-1D47039C1794}" dt="2021-08-28T07:31:16.082" v="1130" actId="478"/>
          <ac:picMkLst>
            <pc:docMk/>
            <pc:sldMk cId="641926872" sldId="400"/>
            <ac:picMk id="158" creationId="{F7F7FF18-8B98-4AE5-93B0-B501D7C33DDF}"/>
          </ac:picMkLst>
        </pc:picChg>
        <pc:cxnChg chg="del">
          <ac:chgData name="Yang, Chun-yu" userId="57c5ba99-e68a-448a-8f42-8e6ab6811b9f" providerId="ADAL" clId="{77A38673-4DE1-485E-BBC6-1D47039C1794}" dt="2021-08-28T07:30:44.501" v="1123" actId="478"/>
          <ac:cxnSpMkLst>
            <pc:docMk/>
            <pc:sldMk cId="641926872" sldId="400"/>
            <ac:cxnSpMk id="9" creationId="{1644C6E3-4208-4579-8BF9-10099ED273D6}"/>
          </ac:cxnSpMkLst>
        </pc:cxnChg>
        <pc:cxnChg chg="del">
          <ac:chgData name="Yang, Chun-yu" userId="57c5ba99-e68a-448a-8f42-8e6ab6811b9f" providerId="ADAL" clId="{77A38673-4DE1-485E-BBC6-1D47039C1794}" dt="2021-08-28T07:30:44.501" v="1123" actId="478"/>
          <ac:cxnSpMkLst>
            <pc:docMk/>
            <pc:sldMk cId="641926872" sldId="400"/>
            <ac:cxnSpMk id="11" creationId="{49714BCB-F35B-43B9-9CA7-850B1195083F}"/>
          </ac:cxnSpMkLst>
        </pc:cxnChg>
        <pc:cxnChg chg="del">
          <ac:chgData name="Yang, Chun-yu" userId="57c5ba99-e68a-448a-8f42-8e6ab6811b9f" providerId="ADAL" clId="{77A38673-4DE1-485E-BBC6-1D47039C1794}" dt="2021-08-28T07:30:44.501" v="1123" actId="478"/>
          <ac:cxnSpMkLst>
            <pc:docMk/>
            <pc:sldMk cId="641926872" sldId="400"/>
            <ac:cxnSpMk id="12" creationId="{C12A2F7B-8A8E-42CF-880D-6F421192B892}"/>
          </ac:cxnSpMkLst>
        </pc:cxnChg>
        <pc:cxnChg chg="del">
          <ac:chgData name="Yang, Chun-yu" userId="57c5ba99-e68a-448a-8f42-8e6ab6811b9f" providerId="ADAL" clId="{77A38673-4DE1-485E-BBC6-1D47039C1794}" dt="2021-08-28T07:30:44.501" v="1123" actId="478"/>
          <ac:cxnSpMkLst>
            <pc:docMk/>
            <pc:sldMk cId="641926872" sldId="400"/>
            <ac:cxnSpMk id="13" creationId="{274E02EE-1F7F-498F-834F-14926D01525A}"/>
          </ac:cxnSpMkLst>
        </pc:cxnChg>
        <pc:cxnChg chg="del">
          <ac:chgData name="Yang, Chun-yu" userId="57c5ba99-e68a-448a-8f42-8e6ab6811b9f" providerId="ADAL" clId="{77A38673-4DE1-485E-BBC6-1D47039C1794}" dt="2021-08-28T07:30:44.501" v="1123" actId="478"/>
          <ac:cxnSpMkLst>
            <pc:docMk/>
            <pc:sldMk cId="641926872" sldId="400"/>
            <ac:cxnSpMk id="14" creationId="{3E6F0FD1-3ACE-4CBB-BEC1-83ECD88136B8}"/>
          </ac:cxnSpMkLst>
        </pc:cxnChg>
        <pc:cxnChg chg="del">
          <ac:chgData name="Yang, Chun-yu" userId="57c5ba99-e68a-448a-8f42-8e6ab6811b9f" providerId="ADAL" clId="{77A38673-4DE1-485E-BBC6-1D47039C1794}" dt="2021-08-28T07:30:44.501" v="1123" actId="478"/>
          <ac:cxnSpMkLst>
            <pc:docMk/>
            <pc:sldMk cId="641926872" sldId="400"/>
            <ac:cxnSpMk id="16" creationId="{94B4D924-CF8B-4D17-B1C2-2B1BDE3154A0}"/>
          </ac:cxnSpMkLst>
        </pc:cxnChg>
        <pc:cxnChg chg="add del mod">
          <ac:chgData name="Yang, Chun-yu" userId="57c5ba99-e68a-448a-8f42-8e6ab6811b9f" providerId="ADAL" clId="{77A38673-4DE1-485E-BBC6-1D47039C1794}" dt="2021-08-28T07:30:46.210" v="1125"/>
          <ac:cxnSpMkLst>
            <pc:docMk/>
            <pc:sldMk cId="641926872" sldId="400"/>
            <ac:cxnSpMk id="24" creationId="{781D8A90-7514-4505-A2B8-27E28C5B8206}"/>
          </ac:cxnSpMkLst>
        </pc:cxnChg>
        <pc:cxnChg chg="add del mod">
          <ac:chgData name="Yang, Chun-yu" userId="57c5ba99-e68a-448a-8f42-8e6ab6811b9f" providerId="ADAL" clId="{77A38673-4DE1-485E-BBC6-1D47039C1794}" dt="2021-08-28T07:30:46.210" v="1125"/>
          <ac:cxnSpMkLst>
            <pc:docMk/>
            <pc:sldMk cId="641926872" sldId="400"/>
            <ac:cxnSpMk id="25" creationId="{1D4FB11E-C4B0-4EBE-955C-EEF2D919AA11}"/>
          </ac:cxnSpMkLst>
        </pc:cxnChg>
        <pc:cxnChg chg="add del mod">
          <ac:chgData name="Yang, Chun-yu" userId="57c5ba99-e68a-448a-8f42-8e6ab6811b9f" providerId="ADAL" clId="{77A38673-4DE1-485E-BBC6-1D47039C1794}" dt="2021-08-28T07:30:46.210" v="1125"/>
          <ac:cxnSpMkLst>
            <pc:docMk/>
            <pc:sldMk cId="641926872" sldId="400"/>
            <ac:cxnSpMk id="26" creationId="{E6917105-0CA8-4186-88FC-1351751E3503}"/>
          </ac:cxnSpMkLst>
        </pc:cxnChg>
        <pc:cxnChg chg="add del mod">
          <ac:chgData name="Yang, Chun-yu" userId="57c5ba99-e68a-448a-8f42-8e6ab6811b9f" providerId="ADAL" clId="{77A38673-4DE1-485E-BBC6-1D47039C1794}" dt="2021-08-28T07:30:46.210" v="1125"/>
          <ac:cxnSpMkLst>
            <pc:docMk/>
            <pc:sldMk cId="641926872" sldId="400"/>
            <ac:cxnSpMk id="27" creationId="{59F68B12-5B87-45DD-85C0-C38C4E6636AB}"/>
          </ac:cxnSpMkLst>
        </pc:cxnChg>
        <pc:cxnChg chg="add del mod">
          <ac:chgData name="Yang, Chun-yu" userId="57c5ba99-e68a-448a-8f42-8e6ab6811b9f" providerId="ADAL" clId="{77A38673-4DE1-485E-BBC6-1D47039C1794}" dt="2021-08-28T07:30:46.210" v="1125"/>
          <ac:cxnSpMkLst>
            <pc:docMk/>
            <pc:sldMk cId="641926872" sldId="400"/>
            <ac:cxnSpMk id="28" creationId="{3A81FF63-27B3-414E-B200-40296E14409C}"/>
          </ac:cxnSpMkLst>
        </pc:cxnChg>
        <pc:cxnChg chg="add del mod">
          <ac:chgData name="Yang, Chun-yu" userId="57c5ba99-e68a-448a-8f42-8e6ab6811b9f" providerId="ADAL" clId="{77A38673-4DE1-485E-BBC6-1D47039C1794}" dt="2021-08-28T07:30:46.210" v="1125"/>
          <ac:cxnSpMkLst>
            <pc:docMk/>
            <pc:sldMk cId="641926872" sldId="400"/>
            <ac:cxnSpMk id="29" creationId="{0577B2CF-D86C-4624-9A57-1E1774BC2ACF}"/>
          </ac:cxnSpMkLst>
        </pc:cxnChg>
        <pc:cxnChg chg="add mod">
          <ac:chgData name="Yang, Chun-yu" userId="57c5ba99-e68a-448a-8f42-8e6ab6811b9f" providerId="ADAL" clId="{77A38673-4DE1-485E-BBC6-1D47039C1794}" dt="2021-08-28T07:30:54.441" v="1128"/>
          <ac:cxnSpMkLst>
            <pc:docMk/>
            <pc:sldMk cId="641926872" sldId="400"/>
            <ac:cxnSpMk id="33" creationId="{A684DF67-B636-4C70-B9C4-D15B9E77DB1B}"/>
          </ac:cxnSpMkLst>
        </pc:cxnChg>
        <pc:cxnChg chg="add mod">
          <ac:chgData name="Yang, Chun-yu" userId="57c5ba99-e68a-448a-8f42-8e6ab6811b9f" providerId="ADAL" clId="{77A38673-4DE1-485E-BBC6-1D47039C1794}" dt="2021-08-28T07:30:54.441" v="1128"/>
          <ac:cxnSpMkLst>
            <pc:docMk/>
            <pc:sldMk cId="641926872" sldId="400"/>
            <ac:cxnSpMk id="34" creationId="{E7AEA723-2F88-493A-A6AF-17C90F983730}"/>
          </ac:cxnSpMkLst>
        </pc:cxnChg>
        <pc:cxnChg chg="add mod">
          <ac:chgData name="Yang, Chun-yu" userId="57c5ba99-e68a-448a-8f42-8e6ab6811b9f" providerId="ADAL" clId="{77A38673-4DE1-485E-BBC6-1D47039C1794}" dt="2021-08-28T07:30:54.441" v="1128"/>
          <ac:cxnSpMkLst>
            <pc:docMk/>
            <pc:sldMk cId="641926872" sldId="400"/>
            <ac:cxnSpMk id="35" creationId="{9CC87EFE-2377-47A5-8B86-6B28BE8A2D69}"/>
          </ac:cxnSpMkLst>
        </pc:cxnChg>
        <pc:cxnChg chg="add mod">
          <ac:chgData name="Yang, Chun-yu" userId="57c5ba99-e68a-448a-8f42-8e6ab6811b9f" providerId="ADAL" clId="{77A38673-4DE1-485E-BBC6-1D47039C1794}" dt="2021-08-28T07:30:54.441" v="1128"/>
          <ac:cxnSpMkLst>
            <pc:docMk/>
            <pc:sldMk cId="641926872" sldId="400"/>
            <ac:cxnSpMk id="36" creationId="{2BA04F87-CC42-4533-A807-D231D2E42916}"/>
          </ac:cxnSpMkLst>
        </pc:cxnChg>
        <pc:cxnChg chg="add mod">
          <ac:chgData name="Yang, Chun-yu" userId="57c5ba99-e68a-448a-8f42-8e6ab6811b9f" providerId="ADAL" clId="{77A38673-4DE1-485E-BBC6-1D47039C1794}" dt="2021-08-28T07:30:54.441" v="1128"/>
          <ac:cxnSpMkLst>
            <pc:docMk/>
            <pc:sldMk cId="641926872" sldId="400"/>
            <ac:cxnSpMk id="37" creationId="{3EDD36EE-93D9-4F91-B5DB-04B6D1DB7F38}"/>
          </ac:cxnSpMkLst>
        </pc:cxnChg>
        <pc:cxnChg chg="add mod">
          <ac:chgData name="Yang, Chun-yu" userId="57c5ba99-e68a-448a-8f42-8e6ab6811b9f" providerId="ADAL" clId="{77A38673-4DE1-485E-BBC6-1D47039C1794}" dt="2021-08-28T07:30:54.441" v="1128"/>
          <ac:cxnSpMkLst>
            <pc:docMk/>
            <pc:sldMk cId="641926872" sldId="400"/>
            <ac:cxnSpMk id="38" creationId="{80686CFB-D0F6-40E8-AB33-9B24E0F4B0C8}"/>
          </ac:cxnSpMkLst>
        </pc:cxn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3713319893" sldId="400"/>
        </pc:sldMkLst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470962601" sldId="401"/>
        </pc:sldMkLst>
      </pc:sldChg>
      <pc:sldChg chg="addSp delSp modSp add mod modAnim">
        <pc:chgData name="Yang, Chun-yu" userId="57c5ba99-e68a-448a-8f42-8e6ab6811b9f" providerId="ADAL" clId="{77A38673-4DE1-485E-BBC6-1D47039C1794}" dt="2021-09-29T08:47:02.862" v="2261" actId="1076"/>
        <pc:sldMkLst>
          <pc:docMk/>
          <pc:sldMk cId="2401979448" sldId="401"/>
        </pc:sldMkLst>
        <pc:spChg chg="mod">
          <ac:chgData name="Yang, Chun-yu" userId="57c5ba99-e68a-448a-8f42-8e6ab6811b9f" providerId="ADAL" clId="{77A38673-4DE1-485E-BBC6-1D47039C1794}" dt="2021-08-28T07:35:35.311" v="1245" actId="20577"/>
          <ac:spMkLst>
            <pc:docMk/>
            <pc:sldMk cId="2401979448" sldId="401"/>
            <ac:spMk id="2" creationId="{EC7B02B2-1A46-4BC6-B740-189A2C07955B}"/>
          </ac:spMkLst>
        </pc:spChg>
        <pc:spChg chg="add mod">
          <ac:chgData name="Yang, Chun-yu" userId="57c5ba99-e68a-448a-8f42-8e6ab6811b9f" providerId="ADAL" clId="{77A38673-4DE1-485E-BBC6-1D47039C1794}" dt="2021-08-28T07:53:26.087" v="1405" actId="13822"/>
          <ac:spMkLst>
            <pc:docMk/>
            <pc:sldMk cId="2401979448" sldId="401"/>
            <ac:spMk id="3" creationId="{BD5BEE6A-3DB5-464E-9C2A-E568A230B321}"/>
          </ac:spMkLst>
        </pc:spChg>
        <pc:spChg chg="add mod">
          <ac:chgData name="Yang, Chun-yu" userId="57c5ba99-e68a-448a-8f42-8e6ab6811b9f" providerId="ADAL" clId="{77A38673-4DE1-485E-BBC6-1D47039C1794}" dt="2021-08-30T07:56:08.106" v="1874" actId="554"/>
          <ac:spMkLst>
            <pc:docMk/>
            <pc:sldMk cId="2401979448" sldId="401"/>
            <ac:spMk id="4" creationId="{C0261F22-05C3-40FB-971C-D3797D2E46B7}"/>
          </ac:spMkLst>
        </pc:spChg>
        <pc:spChg chg="del">
          <ac:chgData name="Yang, Chun-yu" userId="57c5ba99-e68a-448a-8f42-8e6ab6811b9f" providerId="ADAL" clId="{77A38673-4DE1-485E-BBC6-1D47039C1794}" dt="2021-08-28T07:45:15.113" v="1310" actId="478"/>
          <ac:spMkLst>
            <pc:docMk/>
            <pc:sldMk cId="2401979448" sldId="401"/>
            <ac:spMk id="8" creationId="{E7B4AB1D-4885-4C51-9E0D-006418149A90}"/>
          </ac:spMkLst>
        </pc:spChg>
        <pc:spChg chg="add mod">
          <ac:chgData name="Yang, Chun-yu" userId="57c5ba99-e68a-448a-8f42-8e6ab6811b9f" providerId="ADAL" clId="{77A38673-4DE1-485E-BBC6-1D47039C1794}" dt="2021-09-29T08:47:02.862" v="2261" actId="1076"/>
          <ac:spMkLst>
            <pc:docMk/>
            <pc:sldMk cId="2401979448" sldId="401"/>
            <ac:spMk id="26" creationId="{394F0386-B877-46CA-AA92-024161C11511}"/>
          </ac:spMkLst>
        </pc:spChg>
        <pc:spChg chg="add mod">
          <ac:chgData name="Yang, Chun-yu" userId="57c5ba99-e68a-448a-8f42-8e6ab6811b9f" providerId="ADAL" clId="{77A38673-4DE1-485E-BBC6-1D47039C1794}" dt="2021-08-28T07:47:51.318" v="1347" actId="207"/>
          <ac:spMkLst>
            <pc:docMk/>
            <pc:sldMk cId="2401979448" sldId="401"/>
            <ac:spMk id="27" creationId="{C1AAF74C-1173-4C00-A58E-70EFC0E93029}"/>
          </ac:spMkLst>
        </pc:spChg>
        <pc:spChg chg="add mod">
          <ac:chgData name="Yang, Chun-yu" userId="57c5ba99-e68a-448a-8f42-8e6ab6811b9f" providerId="ADAL" clId="{77A38673-4DE1-485E-BBC6-1D47039C1794}" dt="2021-08-28T07:49:57.770" v="1377" actId="14100"/>
          <ac:spMkLst>
            <pc:docMk/>
            <pc:sldMk cId="2401979448" sldId="401"/>
            <ac:spMk id="28" creationId="{386D1E8A-5D69-449F-B237-3810A593BC64}"/>
          </ac:spMkLst>
        </pc:spChg>
        <pc:spChg chg="del">
          <ac:chgData name="Yang, Chun-yu" userId="57c5ba99-e68a-448a-8f42-8e6ab6811b9f" providerId="ADAL" clId="{77A38673-4DE1-485E-BBC6-1D47039C1794}" dt="2021-09-23T07:47:21.666" v="2259" actId="478"/>
          <ac:spMkLst>
            <pc:docMk/>
            <pc:sldMk cId="2401979448" sldId="401"/>
            <ac:spMk id="43" creationId="{79FFC7B1-57B7-4734-8C26-445A04095876}"/>
          </ac:spMkLst>
        </pc:spChg>
        <pc:spChg chg="mod">
          <ac:chgData name="Yang, Chun-yu" userId="57c5ba99-e68a-448a-8f42-8e6ab6811b9f" providerId="ADAL" clId="{77A38673-4DE1-485E-BBC6-1D47039C1794}" dt="2021-08-28T08:11:31.978" v="1638" actId="20577"/>
          <ac:spMkLst>
            <pc:docMk/>
            <pc:sldMk cId="2401979448" sldId="401"/>
            <ac:spMk id="44" creationId="{1F01BC0A-619F-455E-B985-96657D1A13CC}"/>
          </ac:spMkLst>
        </pc:spChg>
        <pc:spChg chg="del">
          <ac:chgData name="Yang, Chun-yu" userId="57c5ba99-e68a-448a-8f42-8e6ab6811b9f" providerId="ADAL" clId="{77A38673-4DE1-485E-BBC6-1D47039C1794}" dt="2021-08-28T07:45:16.383" v="1311" actId="478"/>
          <ac:spMkLst>
            <pc:docMk/>
            <pc:sldMk cId="2401979448" sldId="401"/>
            <ac:spMk id="45" creationId="{31B81FE1-95B0-4CA5-84CB-BFF1C126D185}"/>
          </ac:spMkLst>
        </pc:spChg>
        <pc:spChg chg="mod">
          <ac:chgData name="Yang, Chun-yu" userId="57c5ba99-e68a-448a-8f42-8e6ab6811b9f" providerId="ADAL" clId="{77A38673-4DE1-485E-BBC6-1D47039C1794}" dt="2021-08-28T07:47:05.280" v="1321" actId="1076"/>
          <ac:spMkLst>
            <pc:docMk/>
            <pc:sldMk cId="2401979448" sldId="401"/>
            <ac:spMk id="46" creationId="{5A8465E7-2DD7-4777-A3EB-9FA092945757}"/>
          </ac:spMkLst>
        </pc:spChg>
        <pc:spChg chg="mod">
          <ac:chgData name="Yang, Chun-yu" userId="57c5ba99-e68a-448a-8f42-8e6ab6811b9f" providerId="ADAL" clId="{77A38673-4DE1-485E-BBC6-1D47039C1794}" dt="2021-08-28T07:53:28.223" v="1406" actId="1076"/>
          <ac:spMkLst>
            <pc:docMk/>
            <pc:sldMk cId="2401979448" sldId="401"/>
            <ac:spMk id="47" creationId="{38D69B1C-8982-468A-81B2-7F486967ECAE}"/>
          </ac:spMkLst>
        </pc:spChg>
        <pc:spChg chg="mod">
          <ac:chgData name="Yang, Chun-yu" userId="57c5ba99-e68a-448a-8f42-8e6ab6811b9f" providerId="ADAL" clId="{77A38673-4DE1-485E-BBC6-1D47039C1794}" dt="2021-08-28T07:49:46.302" v="1375"/>
          <ac:spMkLst>
            <pc:docMk/>
            <pc:sldMk cId="2401979448" sldId="401"/>
            <ac:spMk id="48" creationId="{F789C09E-3A96-4273-A167-A89EB4D60F0F}"/>
          </ac:spMkLst>
        </pc:spChg>
        <pc:spChg chg="add mod">
          <ac:chgData name="Yang, Chun-yu" userId="57c5ba99-e68a-448a-8f42-8e6ab6811b9f" providerId="ADAL" clId="{77A38673-4DE1-485E-BBC6-1D47039C1794}" dt="2021-08-28T08:12:26.880" v="1658" actId="20577"/>
          <ac:spMkLst>
            <pc:docMk/>
            <pc:sldMk cId="2401979448" sldId="401"/>
            <ac:spMk id="50" creationId="{720995CC-53CA-4115-99A3-EF49C98FF53E}"/>
          </ac:spMkLst>
        </pc:spChg>
        <pc:spChg chg="add del mod">
          <ac:chgData name="Yang, Chun-yu" userId="57c5ba99-e68a-448a-8f42-8e6ab6811b9f" providerId="ADAL" clId="{77A38673-4DE1-485E-BBC6-1D47039C1794}" dt="2021-08-30T07:47:17.507" v="1790" actId="478"/>
          <ac:spMkLst>
            <pc:docMk/>
            <pc:sldMk cId="2401979448" sldId="401"/>
            <ac:spMk id="51" creationId="{FE46FB8E-F67E-424B-B2F2-AA0F12FD628D}"/>
          </ac:spMkLst>
        </pc:spChg>
        <pc:spChg chg="add del mod">
          <ac:chgData name="Yang, Chun-yu" userId="57c5ba99-e68a-448a-8f42-8e6ab6811b9f" providerId="ADAL" clId="{77A38673-4DE1-485E-BBC6-1D47039C1794}" dt="2021-08-30T07:47:18.968" v="1791" actId="478"/>
          <ac:spMkLst>
            <pc:docMk/>
            <pc:sldMk cId="2401979448" sldId="401"/>
            <ac:spMk id="52" creationId="{2B9E02E7-C975-430F-9741-F0826F9FD677}"/>
          </ac:spMkLst>
        </pc:spChg>
        <pc:spChg chg="add del mod">
          <ac:chgData name="Yang, Chun-yu" userId="57c5ba99-e68a-448a-8f42-8e6ab6811b9f" providerId="ADAL" clId="{77A38673-4DE1-485E-BBC6-1D47039C1794}" dt="2021-08-30T07:47:14.487" v="1788" actId="478"/>
          <ac:spMkLst>
            <pc:docMk/>
            <pc:sldMk cId="2401979448" sldId="401"/>
            <ac:spMk id="53" creationId="{C3F7E2E5-F6A1-4ABB-A63F-721CFE22D2B0}"/>
          </ac:spMkLst>
        </pc:spChg>
        <pc:spChg chg="add mod">
          <ac:chgData name="Yang, Chun-yu" userId="57c5ba99-e68a-448a-8f42-8e6ab6811b9f" providerId="ADAL" clId="{77A38673-4DE1-485E-BBC6-1D47039C1794}" dt="2021-08-30T07:47:28.461" v="1795" actId="1076"/>
          <ac:spMkLst>
            <pc:docMk/>
            <pc:sldMk cId="2401979448" sldId="401"/>
            <ac:spMk id="55" creationId="{F1EF7519-9523-4B01-90E5-38EABFE602F9}"/>
          </ac:spMkLst>
        </pc:spChg>
        <pc:spChg chg="add mod">
          <ac:chgData name="Yang, Chun-yu" userId="57c5ba99-e68a-448a-8f42-8e6ab6811b9f" providerId="ADAL" clId="{77A38673-4DE1-485E-BBC6-1D47039C1794}" dt="2021-08-30T07:47:26.495" v="1794" actId="1076"/>
          <ac:spMkLst>
            <pc:docMk/>
            <pc:sldMk cId="2401979448" sldId="401"/>
            <ac:spMk id="56" creationId="{B138D992-1141-4150-A3A6-FE4678C9C75E}"/>
          </ac:spMkLst>
        </pc:spChg>
        <pc:spChg chg="add mod">
          <ac:chgData name="Yang, Chun-yu" userId="57c5ba99-e68a-448a-8f42-8e6ab6811b9f" providerId="ADAL" clId="{77A38673-4DE1-485E-BBC6-1D47039C1794}" dt="2021-08-30T07:47:23.688" v="1793" actId="1076"/>
          <ac:spMkLst>
            <pc:docMk/>
            <pc:sldMk cId="2401979448" sldId="401"/>
            <ac:spMk id="57" creationId="{7F67FF81-AAAD-48C9-8F37-C862FCFE51B4}"/>
          </ac:spMkLst>
        </pc:spChg>
        <pc:spChg chg="add mod">
          <ac:chgData name="Yang, Chun-yu" userId="57c5ba99-e68a-448a-8f42-8e6ab6811b9f" providerId="ADAL" clId="{77A38673-4DE1-485E-BBC6-1D47039C1794}" dt="2021-09-16T05:19:18.898" v="2243" actId="1076"/>
          <ac:spMkLst>
            <pc:docMk/>
            <pc:sldMk cId="2401979448" sldId="401"/>
            <ac:spMk id="58" creationId="{13855D56-9E4C-4E1B-8FA4-018180907F97}"/>
          </ac:spMkLst>
        </pc:spChg>
        <pc:spChg chg="add mod">
          <ac:chgData name="Yang, Chun-yu" userId="57c5ba99-e68a-448a-8f42-8e6ab6811b9f" providerId="ADAL" clId="{77A38673-4DE1-485E-BBC6-1D47039C1794}" dt="2021-08-30T07:56:08.106" v="1874" actId="554"/>
          <ac:spMkLst>
            <pc:docMk/>
            <pc:sldMk cId="2401979448" sldId="401"/>
            <ac:spMk id="59" creationId="{03EC1B9A-168E-4708-BCE9-995F1AE35278}"/>
          </ac:spMkLst>
        </pc:spChg>
        <pc:spChg chg="add mod">
          <ac:chgData name="Yang, Chun-yu" userId="57c5ba99-e68a-448a-8f42-8e6ab6811b9f" providerId="ADAL" clId="{77A38673-4DE1-485E-BBC6-1D47039C1794}" dt="2021-08-30T07:56:08.106" v="1874" actId="554"/>
          <ac:spMkLst>
            <pc:docMk/>
            <pc:sldMk cId="2401979448" sldId="401"/>
            <ac:spMk id="60" creationId="{F33A27F6-A269-4818-9993-B7D189D06867}"/>
          </ac:spMkLst>
        </pc:spChg>
        <pc:spChg chg="add mod">
          <ac:chgData name="Yang, Chun-yu" userId="57c5ba99-e68a-448a-8f42-8e6ab6811b9f" providerId="ADAL" clId="{77A38673-4DE1-485E-BBC6-1D47039C1794}" dt="2021-08-30T07:56:08.106" v="1874" actId="554"/>
          <ac:spMkLst>
            <pc:docMk/>
            <pc:sldMk cId="2401979448" sldId="401"/>
            <ac:spMk id="61" creationId="{757817FE-09CC-4AC9-A4B0-5AB859DFF579}"/>
          </ac:spMkLst>
        </pc:spChg>
        <pc:spChg chg="add mod">
          <ac:chgData name="Yang, Chun-yu" userId="57c5ba99-e68a-448a-8f42-8e6ab6811b9f" providerId="ADAL" clId="{77A38673-4DE1-485E-BBC6-1D47039C1794}" dt="2021-08-30T07:56:08.106" v="1874" actId="554"/>
          <ac:spMkLst>
            <pc:docMk/>
            <pc:sldMk cId="2401979448" sldId="401"/>
            <ac:spMk id="62" creationId="{C08CB6AB-5257-405A-B03D-591A93AE3194}"/>
          </ac:spMkLst>
        </pc:spChg>
        <pc:spChg chg="add mod">
          <ac:chgData name="Yang, Chun-yu" userId="57c5ba99-e68a-448a-8f42-8e6ab6811b9f" providerId="ADAL" clId="{77A38673-4DE1-485E-BBC6-1D47039C1794}" dt="2021-08-30T07:56:08.106" v="1874" actId="554"/>
          <ac:spMkLst>
            <pc:docMk/>
            <pc:sldMk cId="2401979448" sldId="401"/>
            <ac:spMk id="63" creationId="{1F9AF837-F522-424A-808C-3DEFE899FACC}"/>
          </ac:spMkLst>
        </pc:spChg>
        <pc:spChg chg="add mod">
          <ac:chgData name="Yang, Chun-yu" userId="57c5ba99-e68a-448a-8f42-8e6ab6811b9f" providerId="ADAL" clId="{77A38673-4DE1-485E-BBC6-1D47039C1794}" dt="2021-08-30T07:56:08.106" v="1874" actId="554"/>
          <ac:spMkLst>
            <pc:docMk/>
            <pc:sldMk cId="2401979448" sldId="401"/>
            <ac:spMk id="64" creationId="{55601C84-1072-4AE2-9504-7F150B284903}"/>
          </ac:spMkLst>
        </pc:spChg>
        <pc:spChg chg="add del mod">
          <ac:chgData name="Yang, Chun-yu" userId="57c5ba99-e68a-448a-8f42-8e6ab6811b9f" providerId="ADAL" clId="{77A38673-4DE1-485E-BBC6-1D47039C1794}" dt="2021-08-30T07:55:19.341" v="1865"/>
          <ac:spMkLst>
            <pc:docMk/>
            <pc:sldMk cId="2401979448" sldId="401"/>
            <ac:spMk id="65" creationId="{2CD0B53C-F7E5-4B4A-8ADC-358F723613C8}"/>
          </ac:spMkLst>
        </pc:spChg>
        <pc:spChg chg="add mod">
          <ac:chgData name="Yang, Chun-yu" userId="57c5ba99-e68a-448a-8f42-8e6ab6811b9f" providerId="ADAL" clId="{77A38673-4DE1-485E-BBC6-1D47039C1794}" dt="2021-08-30T07:56:17.190" v="1876" actId="571"/>
          <ac:spMkLst>
            <pc:docMk/>
            <pc:sldMk cId="2401979448" sldId="401"/>
            <ac:spMk id="66" creationId="{AA2B7826-30E8-4C11-9639-E31B59287801}"/>
          </ac:spMkLst>
        </pc:spChg>
        <pc:spChg chg="add mod">
          <ac:chgData name="Yang, Chun-yu" userId="57c5ba99-e68a-448a-8f42-8e6ab6811b9f" providerId="ADAL" clId="{77A38673-4DE1-485E-BBC6-1D47039C1794}" dt="2021-08-30T07:56:17.190" v="1876" actId="571"/>
          <ac:spMkLst>
            <pc:docMk/>
            <pc:sldMk cId="2401979448" sldId="401"/>
            <ac:spMk id="67" creationId="{0E6F2E64-A224-4376-9FAC-47658E7A9696}"/>
          </ac:spMkLst>
        </pc:spChg>
        <pc:spChg chg="add mod">
          <ac:chgData name="Yang, Chun-yu" userId="57c5ba99-e68a-448a-8f42-8e6ab6811b9f" providerId="ADAL" clId="{77A38673-4DE1-485E-BBC6-1D47039C1794}" dt="2021-08-30T07:56:17.190" v="1876" actId="571"/>
          <ac:spMkLst>
            <pc:docMk/>
            <pc:sldMk cId="2401979448" sldId="401"/>
            <ac:spMk id="68" creationId="{220005E7-FDF5-4C1C-ACA9-5748A465EAF8}"/>
          </ac:spMkLst>
        </pc:spChg>
        <pc:spChg chg="add mod">
          <ac:chgData name="Yang, Chun-yu" userId="57c5ba99-e68a-448a-8f42-8e6ab6811b9f" providerId="ADAL" clId="{77A38673-4DE1-485E-BBC6-1D47039C1794}" dt="2021-08-30T07:56:17.190" v="1876" actId="571"/>
          <ac:spMkLst>
            <pc:docMk/>
            <pc:sldMk cId="2401979448" sldId="401"/>
            <ac:spMk id="69" creationId="{DCC389DA-BD39-4409-8F6E-2E50F8C97974}"/>
          </ac:spMkLst>
        </pc:spChg>
        <pc:spChg chg="add mod">
          <ac:chgData name="Yang, Chun-yu" userId="57c5ba99-e68a-448a-8f42-8e6ab6811b9f" providerId="ADAL" clId="{77A38673-4DE1-485E-BBC6-1D47039C1794}" dt="2021-08-30T07:56:17.190" v="1876" actId="571"/>
          <ac:spMkLst>
            <pc:docMk/>
            <pc:sldMk cId="2401979448" sldId="401"/>
            <ac:spMk id="70" creationId="{C83B29D5-32F1-4A5F-8EA7-CEA125D565A4}"/>
          </ac:spMkLst>
        </pc:spChg>
        <pc:spChg chg="add mod">
          <ac:chgData name="Yang, Chun-yu" userId="57c5ba99-e68a-448a-8f42-8e6ab6811b9f" providerId="ADAL" clId="{77A38673-4DE1-485E-BBC6-1D47039C1794}" dt="2021-08-30T07:56:17.190" v="1876" actId="571"/>
          <ac:spMkLst>
            <pc:docMk/>
            <pc:sldMk cId="2401979448" sldId="401"/>
            <ac:spMk id="71" creationId="{B1301DD7-17D2-4377-B395-BD47DAAE8B01}"/>
          </ac:spMkLst>
        </pc:spChg>
        <pc:spChg chg="add mod">
          <ac:chgData name="Yang, Chun-yu" userId="57c5ba99-e68a-448a-8f42-8e6ab6811b9f" providerId="ADAL" clId="{77A38673-4DE1-485E-BBC6-1D47039C1794}" dt="2021-08-30T07:56:17.190" v="1876" actId="571"/>
          <ac:spMkLst>
            <pc:docMk/>
            <pc:sldMk cId="2401979448" sldId="401"/>
            <ac:spMk id="72" creationId="{4726AC05-1240-4E50-AE0E-2624159F54AD}"/>
          </ac:spMkLst>
        </pc:spChg>
        <pc:spChg chg="add mod">
          <ac:chgData name="Yang, Chun-yu" userId="57c5ba99-e68a-448a-8f42-8e6ab6811b9f" providerId="ADAL" clId="{77A38673-4DE1-485E-BBC6-1D47039C1794}" dt="2021-08-30T07:57:00.171" v="1883" actId="571"/>
          <ac:spMkLst>
            <pc:docMk/>
            <pc:sldMk cId="2401979448" sldId="401"/>
            <ac:spMk id="73" creationId="{38D6D2E6-D5E7-4689-A70D-F5B26F3D2CCE}"/>
          </ac:spMkLst>
        </pc:spChg>
        <pc:spChg chg="add mod">
          <ac:chgData name="Yang, Chun-yu" userId="57c5ba99-e68a-448a-8f42-8e6ab6811b9f" providerId="ADAL" clId="{77A38673-4DE1-485E-BBC6-1D47039C1794}" dt="2021-08-30T07:57:00.171" v="1883" actId="571"/>
          <ac:spMkLst>
            <pc:docMk/>
            <pc:sldMk cId="2401979448" sldId="401"/>
            <ac:spMk id="74" creationId="{524C5688-99C6-44C3-8BFA-171601B25F8D}"/>
          </ac:spMkLst>
        </pc:spChg>
        <pc:spChg chg="add mod">
          <ac:chgData name="Yang, Chun-yu" userId="57c5ba99-e68a-448a-8f42-8e6ab6811b9f" providerId="ADAL" clId="{77A38673-4DE1-485E-BBC6-1D47039C1794}" dt="2021-08-30T07:57:00.171" v="1883" actId="571"/>
          <ac:spMkLst>
            <pc:docMk/>
            <pc:sldMk cId="2401979448" sldId="401"/>
            <ac:spMk id="75" creationId="{CB81B030-1D75-49A6-B6DB-0F2E16E6F265}"/>
          </ac:spMkLst>
        </pc:spChg>
        <pc:spChg chg="add mod">
          <ac:chgData name="Yang, Chun-yu" userId="57c5ba99-e68a-448a-8f42-8e6ab6811b9f" providerId="ADAL" clId="{77A38673-4DE1-485E-BBC6-1D47039C1794}" dt="2021-08-30T07:57:00.171" v="1883" actId="571"/>
          <ac:spMkLst>
            <pc:docMk/>
            <pc:sldMk cId="2401979448" sldId="401"/>
            <ac:spMk id="76" creationId="{82148CBE-0D73-4A77-91AD-1E33EE91FC4F}"/>
          </ac:spMkLst>
        </pc:spChg>
        <pc:spChg chg="add mod">
          <ac:chgData name="Yang, Chun-yu" userId="57c5ba99-e68a-448a-8f42-8e6ab6811b9f" providerId="ADAL" clId="{77A38673-4DE1-485E-BBC6-1D47039C1794}" dt="2021-08-30T07:57:00.171" v="1883" actId="571"/>
          <ac:spMkLst>
            <pc:docMk/>
            <pc:sldMk cId="2401979448" sldId="401"/>
            <ac:spMk id="77" creationId="{B1AC5F2B-B557-4DFB-AEE5-6CF93650C1B3}"/>
          </ac:spMkLst>
        </pc:spChg>
        <pc:spChg chg="add mod">
          <ac:chgData name="Yang, Chun-yu" userId="57c5ba99-e68a-448a-8f42-8e6ab6811b9f" providerId="ADAL" clId="{77A38673-4DE1-485E-BBC6-1D47039C1794}" dt="2021-08-30T07:57:00.171" v="1883" actId="571"/>
          <ac:spMkLst>
            <pc:docMk/>
            <pc:sldMk cId="2401979448" sldId="401"/>
            <ac:spMk id="78" creationId="{AB351FA2-471E-4262-A0E8-9806B0D81A52}"/>
          </ac:spMkLst>
        </pc:spChg>
        <pc:spChg chg="add mod">
          <ac:chgData name="Yang, Chun-yu" userId="57c5ba99-e68a-448a-8f42-8e6ab6811b9f" providerId="ADAL" clId="{77A38673-4DE1-485E-BBC6-1D47039C1794}" dt="2021-08-30T07:57:00.171" v="1883" actId="571"/>
          <ac:spMkLst>
            <pc:docMk/>
            <pc:sldMk cId="2401979448" sldId="401"/>
            <ac:spMk id="79" creationId="{5A78D6E5-12D8-4A50-B70F-FBCC2234C9F3}"/>
          </ac:spMkLst>
        </pc:spChg>
        <pc:spChg chg="add mod">
          <ac:chgData name="Yang, Chun-yu" userId="57c5ba99-e68a-448a-8f42-8e6ab6811b9f" providerId="ADAL" clId="{77A38673-4DE1-485E-BBC6-1D47039C1794}" dt="2021-08-30T07:58:02.884" v="1898" actId="554"/>
          <ac:spMkLst>
            <pc:docMk/>
            <pc:sldMk cId="2401979448" sldId="401"/>
            <ac:spMk id="80" creationId="{D5F46497-80F1-4543-AA58-785F0BCBF9E0}"/>
          </ac:spMkLst>
        </pc:spChg>
        <pc:spChg chg="add mod">
          <ac:chgData name="Yang, Chun-yu" userId="57c5ba99-e68a-448a-8f42-8e6ab6811b9f" providerId="ADAL" clId="{77A38673-4DE1-485E-BBC6-1D47039C1794}" dt="2021-08-30T07:58:07.821" v="1899" actId="408"/>
          <ac:spMkLst>
            <pc:docMk/>
            <pc:sldMk cId="2401979448" sldId="401"/>
            <ac:spMk id="81" creationId="{5997CD61-5206-4B38-A6E6-F19F85E97A40}"/>
          </ac:spMkLst>
        </pc:spChg>
        <pc:spChg chg="add mod">
          <ac:chgData name="Yang, Chun-yu" userId="57c5ba99-e68a-448a-8f42-8e6ab6811b9f" providerId="ADAL" clId="{77A38673-4DE1-485E-BBC6-1D47039C1794}" dt="2021-08-30T07:58:02.884" v="1898" actId="554"/>
          <ac:spMkLst>
            <pc:docMk/>
            <pc:sldMk cId="2401979448" sldId="401"/>
            <ac:spMk id="82" creationId="{8546899D-82A1-4032-B43D-028643A1AB11}"/>
          </ac:spMkLst>
        </pc:spChg>
        <pc:spChg chg="add mod">
          <ac:chgData name="Yang, Chun-yu" userId="57c5ba99-e68a-448a-8f42-8e6ab6811b9f" providerId="ADAL" clId="{77A38673-4DE1-485E-BBC6-1D47039C1794}" dt="2021-08-30T07:58:07.821" v="1899" actId="408"/>
          <ac:spMkLst>
            <pc:docMk/>
            <pc:sldMk cId="2401979448" sldId="401"/>
            <ac:spMk id="83" creationId="{DC8A8F16-7E6D-445E-A971-9761D7FFD5D9}"/>
          </ac:spMkLst>
        </pc:spChg>
        <pc:spChg chg="add mod">
          <ac:chgData name="Yang, Chun-yu" userId="57c5ba99-e68a-448a-8f42-8e6ab6811b9f" providerId="ADAL" clId="{77A38673-4DE1-485E-BBC6-1D47039C1794}" dt="2021-08-30T07:58:07.821" v="1899" actId="408"/>
          <ac:spMkLst>
            <pc:docMk/>
            <pc:sldMk cId="2401979448" sldId="401"/>
            <ac:spMk id="84" creationId="{4371DC51-08D6-4498-A45C-97F4007FEB79}"/>
          </ac:spMkLst>
        </pc:spChg>
        <pc:spChg chg="add mod">
          <ac:chgData name="Yang, Chun-yu" userId="57c5ba99-e68a-448a-8f42-8e6ab6811b9f" providerId="ADAL" clId="{77A38673-4DE1-485E-BBC6-1D47039C1794}" dt="2021-08-30T07:58:07.821" v="1899" actId="408"/>
          <ac:spMkLst>
            <pc:docMk/>
            <pc:sldMk cId="2401979448" sldId="401"/>
            <ac:spMk id="85" creationId="{651B4AFD-C3F2-4EB2-92BC-F2FECB6AC98F}"/>
          </ac:spMkLst>
        </pc:spChg>
        <pc:spChg chg="add mod">
          <ac:chgData name="Yang, Chun-yu" userId="57c5ba99-e68a-448a-8f42-8e6ab6811b9f" providerId="ADAL" clId="{77A38673-4DE1-485E-BBC6-1D47039C1794}" dt="2021-08-31T18:05:54.619" v="1998" actId="688"/>
          <ac:spMkLst>
            <pc:docMk/>
            <pc:sldMk cId="2401979448" sldId="401"/>
            <ac:spMk id="86" creationId="{13DF8997-3D2F-4B6B-84BA-FBD052C1EFA6}"/>
          </ac:spMkLst>
        </pc:spChg>
        <pc:spChg chg="add mod">
          <ac:chgData name="Yang, Chun-yu" userId="57c5ba99-e68a-448a-8f42-8e6ab6811b9f" providerId="ADAL" clId="{77A38673-4DE1-485E-BBC6-1D47039C1794}" dt="2021-08-30T08:00:10.528" v="1913" actId="14100"/>
          <ac:spMkLst>
            <pc:docMk/>
            <pc:sldMk cId="2401979448" sldId="401"/>
            <ac:spMk id="87" creationId="{6C3B9B4B-24E6-42BA-8D9E-72A6A407A8C8}"/>
          </ac:spMkLst>
        </pc:spChg>
        <pc:spChg chg="add mod">
          <ac:chgData name="Yang, Chun-yu" userId="57c5ba99-e68a-448a-8f42-8e6ab6811b9f" providerId="ADAL" clId="{77A38673-4DE1-485E-BBC6-1D47039C1794}" dt="2021-08-31T18:05:50.872" v="1997" actId="1076"/>
          <ac:spMkLst>
            <pc:docMk/>
            <pc:sldMk cId="2401979448" sldId="401"/>
            <ac:spMk id="88" creationId="{7AA36C9E-CBF3-426E-8FA8-90112E69065A}"/>
          </ac:spMkLst>
        </pc:spChg>
        <pc:spChg chg="add mod">
          <ac:chgData name="Yang, Chun-yu" userId="57c5ba99-e68a-448a-8f42-8e6ab6811b9f" providerId="ADAL" clId="{77A38673-4DE1-485E-BBC6-1D47039C1794}" dt="2021-08-31T18:09:20.423" v="2211" actId="571"/>
          <ac:spMkLst>
            <pc:docMk/>
            <pc:sldMk cId="2401979448" sldId="401"/>
            <ac:spMk id="89" creationId="{A6F0C34E-2A0D-41FC-95E8-C9B3149B5BC7}"/>
          </ac:spMkLst>
        </pc:spChg>
        <pc:spChg chg="del">
          <ac:chgData name="Yang, Chun-yu" userId="57c5ba99-e68a-448a-8f42-8e6ab6811b9f" providerId="ADAL" clId="{77A38673-4DE1-485E-BBC6-1D47039C1794}" dt="2021-08-28T07:45:17.862" v="1312" actId="478"/>
          <ac:spMkLst>
            <pc:docMk/>
            <pc:sldMk cId="2401979448" sldId="401"/>
            <ac:spMk id="159" creationId="{A78AFAA5-2C42-472A-9D36-4612F6F69036}"/>
          </ac:spMkLst>
        </pc:spChg>
        <pc:spChg chg="del">
          <ac:chgData name="Yang, Chun-yu" userId="57c5ba99-e68a-448a-8f42-8e6ab6811b9f" providerId="ADAL" clId="{77A38673-4DE1-485E-BBC6-1D47039C1794}" dt="2021-08-28T07:45:23.277" v="1313" actId="478"/>
          <ac:spMkLst>
            <pc:docMk/>
            <pc:sldMk cId="2401979448" sldId="401"/>
            <ac:spMk id="160" creationId="{33E142CD-24DE-4670-A7E1-7B7D8F2ACC74}"/>
          </ac:spMkLst>
        </pc:spChg>
        <pc:grpChg chg="add mod">
          <ac:chgData name="Yang, Chun-yu" userId="57c5ba99-e68a-448a-8f42-8e6ab6811b9f" providerId="ADAL" clId="{77A38673-4DE1-485E-BBC6-1D47039C1794}" dt="2021-08-28T07:50:01.466" v="1378" actId="1076"/>
          <ac:grpSpMkLst>
            <pc:docMk/>
            <pc:sldMk cId="2401979448" sldId="401"/>
            <ac:grpSpMk id="29" creationId="{5F2F7165-451C-4778-96DE-05FCF52562FC}"/>
          </ac:grpSpMkLst>
        </pc:grpChg>
        <pc:graphicFrameChg chg="mod modGraphic">
          <ac:chgData name="Yang, Chun-yu" userId="57c5ba99-e68a-448a-8f42-8e6ab6811b9f" providerId="ADAL" clId="{77A38673-4DE1-485E-BBC6-1D47039C1794}" dt="2021-08-30T07:46:54.028" v="1787" actId="1035"/>
          <ac:graphicFrameMkLst>
            <pc:docMk/>
            <pc:sldMk cId="2401979448" sldId="401"/>
            <ac:graphicFrameMk id="6" creationId="{EA0237FC-3AA7-4C64-922F-31886E38F8E2}"/>
          </ac:graphicFrameMkLst>
        </pc:graphicFrameChg>
        <pc:graphicFrameChg chg="mod modGraphic">
          <ac:chgData name="Yang, Chun-yu" userId="57c5ba99-e68a-448a-8f42-8e6ab6811b9f" providerId="ADAL" clId="{77A38673-4DE1-485E-BBC6-1D47039C1794}" dt="2021-08-28T08:06:32.702" v="1626" actId="1076"/>
          <ac:graphicFrameMkLst>
            <pc:docMk/>
            <pc:sldMk cId="2401979448" sldId="401"/>
            <ac:graphicFrameMk id="7" creationId="{D884E9F1-9D80-4308-A951-274F0880C291}"/>
          </ac:graphicFrameMkLst>
        </pc:graphicFrameChg>
        <pc:graphicFrameChg chg="add mod ord">
          <ac:chgData name="Yang, Chun-yu" userId="57c5ba99-e68a-448a-8f42-8e6ab6811b9f" providerId="ADAL" clId="{77A38673-4DE1-485E-BBC6-1D47039C1794}" dt="2021-08-30T07:45:54.218" v="1777" actId="1035"/>
          <ac:graphicFrameMkLst>
            <pc:docMk/>
            <pc:sldMk cId="2401979448" sldId="401"/>
            <ac:graphicFrameMk id="54" creationId="{7ECF4DC7-0F8D-400B-A19B-FC14F4206D43}"/>
          </ac:graphicFrameMkLst>
        </pc:graphicFrameChg>
        <pc:picChg chg="mod">
          <ac:chgData name="Yang, Chun-yu" userId="57c5ba99-e68a-448a-8f42-8e6ab6811b9f" providerId="ADAL" clId="{77A38673-4DE1-485E-BBC6-1D47039C1794}" dt="2021-08-28T07:49:46.302" v="1375"/>
          <ac:picMkLst>
            <pc:docMk/>
            <pc:sldMk cId="2401979448" sldId="401"/>
            <ac:picMk id="49" creationId="{DAEAB3FB-16B3-4AA4-93EB-CAF0F43CCB44}"/>
          </ac:picMkLst>
        </pc:pic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19196908" sldId="402"/>
        </pc:sldMkLst>
      </pc:sldChg>
      <pc:sldChg chg="addSp delSp modSp new del mod">
        <pc:chgData name="Yang, Chun-yu" userId="57c5ba99-e68a-448a-8f42-8e6ab6811b9f" providerId="ADAL" clId="{77A38673-4DE1-485E-BBC6-1D47039C1794}" dt="2021-08-28T08:05:43.593" v="1623" actId="47"/>
        <pc:sldMkLst>
          <pc:docMk/>
          <pc:sldMk cId="3620838233" sldId="402"/>
        </pc:sldMkLst>
        <pc:spChg chg="add del mod">
          <ac:chgData name="Yang, Chun-yu" userId="57c5ba99-e68a-448a-8f42-8e6ab6811b9f" providerId="ADAL" clId="{77A38673-4DE1-485E-BBC6-1D47039C1794}" dt="2021-08-28T07:54:52.386" v="1415" actId="21"/>
          <ac:spMkLst>
            <pc:docMk/>
            <pc:sldMk cId="3620838233" sldId="402"/>
            <ac:spMk id="5" creationId="{3D54AFDE-41DC-4EFA-A6E8-0FB1DAD61749}"/>
          </ac:spMkLst>
        </pc:spChg>
        <pc:spChg chg="add del mod">
          <ac:chgData name="Yang, Chun-yu" userId="57c5ba99-e68a-448a-8f42-8e6ab6811b9f" providerId="ADAL" clId="{77A38673-4DE1-485E-BBC6-1D47039C1794}" dt="2021-08-28T07:54:52.386" v="1415" actId="21"/>
          <ac:spMkLst>
            <pc:docMk/>
            <pc:sldMk cId="3620838233" sldId="402"/>
            <ac:spMk id="6" creationId="{F6DA0077-EF39-47FC-AC87-1CA18061A79B}"/>
          </ac:spMkLst>
        </pc:spChg>
        <pc:spChg chg="add del mod">
          <ac:chgData name="Yang, Chun-yu" userId="57c5ba99-e68a-448a-8f42-8e6ab6811b9f" providerId="ADAL" clId="{77A38673-4DE1-485E-BBC6-1D47039C1794}" dt="2021-08-28T07:54:52.386" v="1415" actId="21"/>
          <ac:spMkLst>
            <pc:docMk/>
            <pc:sldMk cId="3620838233" sldId="402"/>
            <ac:spMk id="7" creationId="{4DF88850-DE24-4251-A336-B228B4B8BBC4}"/>
          </ac:spMkLst>
        </pc:spChg>
        <pc:graphicFrameChg chg="add del mod">
          <ac:chgData name="Yang, Chun-yu" userId="57c5ba99-e68a-448a-8f42-8e6ab6811b9f" providerId="ADAL" clId="{77A38673-4DE1-485E-BBC6-1D47039C1794}" dt="2021-08-28T07:54:52.386" v="1415" actId="21"/>
          <ac:graphicFrameMkLst>
            <pc:docMk/>
            <pc:sldMk cId="3620838233" sldId="402"/>
            <ac:graphicFrameMk id="3" creationId="{18D4ED0A-A99F-44E6-B4D2-3482F6142FFA}"/>
          </ac:graphicFrameMkLst>
        </pc:graphicFrameChg>
        <pc:graphicFrameChg chg="add del mod">
          <ac:chgData name="Yang, Chun-yu" userId="57c5ba99-e68a-448a-8f42-8e6ab6811b9f" providerId="ADAL" clId="{77A38673-4DE1-485E-BBC6-1D47039C1794}" dt="2021-08-28T07:54:52.386" v="1415" actId="21"/>
          <ac:graphicFrameMkLst>
            <pc:docMk/>
            <pc:sldMk cId="3620838233" sldId="402"/>
            <ac:graphicFrameMk id="4" creationId="{3627CD75-9575-4593-B4B8-783CF4331E49}"/>
          </ac:graphicFrameMkLst>
        </pc:graphicFrameChg>
      </pc:sldChg>
      <pc:sldChg chg="addSp delSp modSp add mod modAnim">
        <pc:chgData name="Yang, Chun-yu" userId="57c5ba99-e68a-448a-8f42-8e6ab6811b9f" providerId="ADAL" clId="{77A38673-4DE1-485E-BBC6-1D47039C1794}" dt="2021-08-30T07:52:13.250" v="1843" actId="20577"/>
        <pc:sldMkLst>
          <pc:docMk/>
          <pc:sldMk cId="1022159443" sldId="403"/>
        </pc:sldMkLst>
        <pc:spChg chg="mod">
          <ac:chgData name="Yang, Chun-yu" userId="57c5ba99-e68a-448a-8f42-8e6ab6811b9f" providerId="ADAL" clId="{77A38673-4DE1-485E-BBC6-1D47039C1794}" dt="2021-08-28T07:57:11.911" v="1451" actId="20577"/>
          <ac:spMkLst>
            <pc:docMk/>
            <pc:sldMk cId="1022159443" sldId="403"/>
            <ac:spMk id="3" creationId="{1AD26E20-3596-4D34-B978-B6B529AA92CA}"/>
          </ac:spMkLst>
        </pc:spChg>
        <pc:spChg chg="del">
          <ac:chgData name="Yang, Chun-yu" userId="57c5ba99-e68a-448a-8f42-8e6ab6811b9f" providerId="ADAL" clId="{77A38673-4DE1-485E-BBC6-1D47039C1794}" dt="2021-08-28T07:54:46.963" v="1414" actId="478"/>
          <ac:spMkLst>
            <pc:docMk/>
            <pc:sldMk cId="1022159443" sldId="403"/>
            <ac:spMk id="7" creationId="{14805984-7EA5-4376-A03E-7421F55C3944}"/>
          </ac:spMkLst>
        </pc:spChg>
        <pc:spChg chg="mod">
          <ac:chgData name="Yang, Chun-yu" userId="57c5ba99-e68a-448a-8f42-8e6ab6811b9f" providerId="ADAL" clId="{77A38673-4DE1-485E-BBC6-1D47039C1794}" dt="2021-08-28T08:03:05.742" v="1584" actId="1076"/>
          <ac:spMkLst>
            <pc:docMk/>
            <pc:sldMk cId="1022159443" sldId="403"/>
            <ac:spMk id="11" creationId="{2A9E35FA-B26F-476D-9297-35D5E26781B4}"/>
          </ac:spMkLst>
        </pc:spChg>
        <pc:spChg chg="add mod">
          <ac:chgData name="Yang, Chun-yu" userId="57c5ba99-e68a-448a-8f42-8e6ab6811b9f" providerId="ADAL" clId="{77A38673-4DE1-485E-BBC6-1D47039C1794}" dt="2021-08-28T07:55:01.749" v="1420" actId="1076"/>
          <ac:spMkLst>
            <pc:docMk/>
            <pc:sldMk cId="1022159443" sldId="403"/>
            <ac:spMk id="14" creationId="{2B7A8646-A8C8-497A-9F2A-0ED9150A972B}"/>
          </ac:spMkLst>
        </pc:spChg>
        <pc:spChg chg="add mod">
          <ac:chgData name="Yang, Chun-yu" userId="57c5ba99-e68a-448a-8f42-8e6ab6811b9f" providerId="ADAL" clId="{77A38673-4DE1-485E-BBC6-1D47039C1794}" dt="2021-08-28T07:55:01.749" v="1420" actId="1076"/>
          <ac:spMkLst>
            <pc:docMk/>
            <pc:sldMk cId="1022159443" sldId="403"/>
            <ac:spMk id="15" creationId="{356EB68F-D802-4F55-B4FB-A30AED5AEFD4}"/>
          </ac:spMkLst>
        </pc:spChg>
        <pc:spChg chg="add mod">
          <ac:chgData name="Yang, Chun-yu" userId="57c5ba99-e68a-448a-8f42-8e6ab6811b9f" providerId="ADAL" clId="{77A38673-4DE1-485E-BBC6-1D47039C1794}" dt="2021-08-28T07:55:01.749" v="1420" actId="1076"/>
          <ac:spMkLst>
            <pc:docMk/>
            <pc:sldMk cId="1022159443" sldId="403"/>
            <ac:spMk id="16" creationId="{13B66C96-B2CB-4D63-9783-B5418A3FD9D3}"/>
          </ac:spMkLst>
        </pc:spChg>
        <pc:spChg chg="add mod">
          <ac:chgData name="Yang, Chun-yu" userId="57c5ba99-e68a-448a-8f42-8e6ab6811b9f" providerId="ADAL" clId="{77A38673-4DE1-485E-BBC6-1D47039C1794}" dt="2021-08-28T07:56:00.094" v="1425" actId="1076"/>
          <ac:spMkLst>
            <pc:docMk/>
            <pc:sldMk cId="1022159443" sldId="403"/>
            <ac:spMk id="17" creationId="{D7B8E987-5A6B-46BF-8B96-AB6BED09717D}"/>
          </ac:spMkLst>
        </pc:spChg>
        <pc:spChg chg="mod">
          <ac:chgData name="Yang, Chun-yu" userId="57c5ba99-e68a-448a-8f42-8e6ab6811b9f" providerId="ADAL" clId="{77A38673-4DE1-485E-BBC6-1D47039C1794}" dt="2021-08-28T07:55:44.319" v="1421"/>
          <ac:spMkLst>
            <pc:docMk/>
            <pc:sldMk cId="1022159443" sldId="403"/>
            <ac:spMk id="19" creationId="{FEC03812-CDCE-4FD2-B9BD-852D0E7317DE}"/>
          </ac:spMkLst>
        </pc:spChg>
        <pc:spChg chg="add mod">
          <ac:chgData name="Yang, Chun-yu" userId="57c5ba99-e68a-448a-8f42-8e6ab6811b9f" providerId="ADAL" clId="{77A38673-4DE1-485E-BBC6-1D47039C1794}" dt="2021-08-28T07:56:35.955" v="1446" actId="1076"/>
          <ac:spMkLst>
            <pc:docMk/>
            <pc:sldMk cId="1022159443" sldId="403"/>
            <ac:spMk id="21" creationId="{E1C1F1FD-4B91-4F79-9761-2A63C41ADE3B}"/>
          </ac:spMkLst>
        </pc:spChg>
        <pc:spChg chg="add del mod">
          <ac:chgData name="Yang, Chun-yu" userId="57c5ba99-e68a-448a-8f42-8e6ab6811b9f" providerId="ADAL" clId="{77A38673-4DE1-485E-BBC6-1D47039C1794}" dt="2021-08-28T08:01:21.246" v="1558" actId="478"/>
          <ac:spMkLst>
            <pc:docMk/>
            <pc:sldMk cId="1022159443" sldId="403"/>
            <ac:spMk id="22" creationId="{15AC93F3-835C-408F-BCCE-20E2424843FF}"/>
          </ac:spMkLst>
        </pc:spChg>
        <pc:spChg chg="mod">
          <ac:chgData name="Yang, Chun-yu" userId="57c5ba99-e68a-448a-8f42-8e6ab6811b9f" providerId="ADAL" clId="{77A38673-4DE1-485E-BBC6-1D47039C1794}" dt="2021-08-28T07:58:14.979" v="1464"/>
          <ac:spMkLst>
            <pc:docMk/>
            <pc:sldMk cId="1022159443" sldId="403"/>
            <ac:spMk id="25" creationId="{9AA35879-BBBA-44E3-B325-225C6EBC8C06}"/>
          </ac:spMkLst>
        </pc:spChg>
        <pc:spChg chg="add mod">
          <ac:chgData name="Yang, Chun-yu" userId="57c5ba99-e68a-448a-8f42-8e6ab6811b9f" providerId="ADAL" clId="{77A38673-4DE1-485E-BBC6-1D47039C1794}" dt="2021-08-28T08:02:40.934" v="1579" actId="1076"/>
          <ac:spMkLst>
            <pc:docMk/>
            <pc:sldMk cId="1022159443" sldId="403"/>
            <ac:spMk id="26" creationId="{08DD7A64-9C62-4E13-9EC7-BBE848C4A90D}"/>
          </ac:spMkLst>
        </pc:spChg>
        <pc:spChg chg="add mod">
          <ac:chgData name="Yang, Chun-yu" userId="57c5ba99-e68a-448a-8f42-8e6ab6811b9f" providerId="ADAL" clId="{77A38673-4DE1-485E-BBC6-1D47039C1794}" dt="2021-08-28T08:02:40.934" v="1579" actId="1076"/>
          <ac:spMkLst>
            <pc:docMk/>
            <pc:sldMk cId="1022159443" sldId="403"/>
            <ac:spMk id="27" creationId="{8FCD3408-B77E-445F-8F62-350B33FEEE6E}"/>
          </ac:spMkLst>
        </pc:spChg>
        <pc:spChg chg="add mod">
          <ac:chgData name="Yang, Chun-yu" userId="57c5ba99-e68a-448a-8f42-8e6ab6811b9f" providerId="ADAL" clId="{77A38673-4DE1-485E-BBC6-1D47039C1794}" dt="2021-08-28T08:02:40.934" v="1579" actId="1076"/>
          <ac:spMkLst>
            <pc:docMk/>
            <pc:sldMk cId="1022159443" sldId="403"/>
            <ac:spMk id="28" creationId="{7336B302-BCBD-473E-8378-4146C8D954AF}"/>
          </ac:spMkLst>
        </pc:spChg>
        <pc:spChg chg="add mod">
          <ac:chgData name="Yang, Chun-yu" userId="57c5ba99-e68a-448a-8f42-8e6ab6811b9f" providerId="ADAL" clId="{77A38673-4DE1-485E-BBC6-1D47039C1794}" dt="2021-08-28T08:02:48.756" v="1582" actId="20577"/>
          <ac:spMkLst>
            <pc:docMk/>
            <pc:sldMk cId="1022159443" sldId="403"/>
            <ac:spMk id="29" creationId="{24C41AA3-28A9-4667-BE95-C69EC56AB0F4}"/>
          </ac:spMkLst>
        </pc:spChg>
        <pc:spChg chg="add mod">
          <ac:chgData name="Yang, Chun-yu" userId="57c5ba99-e68a-448a-8f42-8e6ab6811b9f" providerId="ADAL" clId="{77A38673-4DE1-485E-BBC6-1D47039C1794}" dt="2021-08-28T08:03:52.948" v="1604" actId="1076"/>
          <ac:spMkLst>
            <pc:docMk/>
            <pc:sldMk cId="1022159443" sldId="403"/>
            <ac:spMk id="30" creationId="{7A531995-D7D9-4B4D-94DB-D38E8DCCF4FF}"/>
          </ac:spMkLst>
        </pc:spChg>
        <pc:spChg chg="add del mod">
          <ac:chgData name="Yang, Chun-yu" userId="57c5ba99-e68a-448a-8f42-8e6ab6811b9f" providerId="ADAL" clId="{77A38673-4DE1-485E-BBC6-1D47039C1794}" dt="2021-08-28T08:02:21.782" v="1573"/>
          <ac:spMkLst>
            <pc:docMk/>
            <pc:sldMk cId="1022159443" sldId="403"/>
            <ac:spMk id="44" creationId="{9B2082A7-63A1-43AE-BCFE-2996DD310C62}"/>
          </ac:spMkLst>
        </pc:spChg>
        <pc:spChg chg="add mod">
          <ac:chgData name="Yang, Chun-yu" userId="57c5ba99-e68a-448a-8f42-8e6ab6811b9f" providerId="ADAL" clId="{77A38673-4DE1-485E-BBC6-1D47039C1794}" dt="2021-08-30T07:52:13.250" v="1843" actId="20577"/>
          <ac:spMkLst>
            <pc:docMk/>
            <pc:sldMk cId="1022159443" sldId="403"/>
            <ac:spMk id="48" creationId="{5A1E6C45-48F6-493E-9683-CEEB564B3836}"/>
          </ac:spMkLst>
        </pc:spChg>
        <pc:spChg chg="add mod">
          <ac:chgData name="Yang, Chun-yu" userId="57c5ba99-e68a-448a-8f42-8e6ab6811b9f" providerId="ADAL" clId="{77A38673-4DE1-485E-BBC6-1D47039C1794}" dt="2021-08-28T08:03:41.426" v="1600" actId="14100"/>
          <ac:spMkLst>
            <pc:docMk/>
            <pc:sldMk cId="1022159443" sldId="403"/>
            <ac:spMk id="49" creationId="{4A4A6B14-BCD2-45EA-8680-D4D8225BB1DB}"/>
          </ac:spMkLst>
        </pc:spChg>
        <pc:spChg chg="add mod">
          <ac:chgData name="Yang, Chun-yu" userId="57c5ba99-e68a-448a-8f42-8e6ab6811b9f" providerId="ADAL" clId="{77A38673-4DE1-485E-BBC6-1D47039C1794}" dt="2021-08-28T08:05:32.742" v="1622" actId="1076"/>
          <ac:spMkLst>
            <pc:docMk/>
            <pc:sldMk cId="1022159443" sldId="403"/>
            <ac:spMk id="50" creationId="{0E6C84B3-D807-40E9-8ED2-CE994EE71AD5}"/>
          </ac:spMkLst>
        </pc:spChg>
        <pc:spChg chg="add mod">
          <ac:chgData name="Yang, Chun-yu" userId="57c5ba99-e68a-448a-8f42-8e6ab6811b9f" providerId="ADAL" clId="{77A38673-4DE1-485E-BBC6-1D47039C1794}" dt="2021-08-28T08:03:46.793" v="1602" actId="571"/>
          <ac:spMkLst>
            <pc:docMk/>
            <pc:sldMk cId="1022159443" sldId="403"/>
            <ac:spMk id="51" creationId="{E0E4F5FC-18D8-489B-AD62-519DF2ED5ED3}"/>
          </ac:spMkLst>
        </pc:spChg>
        <pc:grpChg chg="del">
          <ac:chgData name="Yang, Chun-yu" userId="57c5ba99-e68a-448a-8f42-8e6ab6811b9f" providerId="ADAL" clId="{77A38673-4DE1-485E-BBC6-1D47039C1794}" dt="2021-08-28T07:54:42.380" v="1412" actId="478"/>
          <ac:grpSpMkLst>
            <pc:docMk/>
            <pc:sldMk cId="1022159443" sldId="403"/>
            <ac:grpSpMk id="4" creationId="{EE5FFB96-C2CB-4B4A-9EC1-9C561F041F9D}"/>
          </ac:grpSpMkLst>
        </pc:grpChg>
        <pc:grpChg chg="add mod">
          <ac:chgData name="Yang, Chun-yu" userId="57c5ba99-e68a-448a-8f42-8e6ab6811b9f" providerId="ADAL" clId="{77A38673-4DE1-485E-BBC6-1D47039C1794}" dt="2021-08-28T07:56:03.082" v="1426" actId="1076"/>
          <ac:grpSpMkLst>
            <pc:docMk/>
            <pc:sldMk cId="1022159443" sldId="403"/>
            <ac:grpSpMk id="18" creationId="{41AF9B38-C02A-41B0-ACE6-8DA348D6F4A0}"/>
          </ac:grpSpMkLst>
        </pc:grpChg>
        <pc:grpChg chg="add del mod">
          <ac:chgData name="Yang, Chun-yu" userId="57c5ba99-e68a-448a-8f42-8e6ab6811b9f" providerId="ADAL" clId="{77A38673-4DE1-485E-BBC6-1D47039C1794}" dt="2021-08-28T07:58:17.512" v="1465"/>
          <ac:grpSpMkLst>
            <pc:docMk/>
            <pc:sldMk cId="1022159443" sldId="403"/>
            <ac:grpSpMk id="23" creationId="{7AD0CFBE-3498-433D-B365-078B15F119C9}"/>
          </ac:grpSpMkLst>
        </pc:grpChg>
        <pc:graphicFrameChg chg="del">
          <ac:chgData name="Yang, Chun-yu" userId="57c5ba99-e68a-448a-8f42-8e6ab6811b9f" providerId="ADAL" clId="{77A38673-4DE1-485E-BBC6-1D47039C1794}" dt="2021-08-28T07:54:44.853" v="1413" actId="478"/>
          <ac:graphicFrameMkLst>
            <pc:docMk/>
            <pc:sldMk cId="1022159443" sldId="403"/>
            <ac:graphicFrameMk id="8" creationId="{721AC343-3882-4E95-AC17-E61D59E2CEE8}"/>
          </ac:graphicFrameMkLst>
        </pc:graphicFrameChg>
        <pc:graphicFrameChg chg="del">
          <ac:chgData name="Yang, Chun-yu" userId="57c5ba99-e68a-448a-8f42-8e6ab6811b9f" providerId="ADAL" clId="{77A38673-4DE1-485E-BBC6-1D47039C1794}" dt="2021-08-28T07:54:44.853" v="1413" actId="478"/>
          <ac:graphicFrameMkLst>
            <pc:docMk/>
            <pc:sldMk cId="1022159443" sldId="403"/>
            <ac:graphicFrameMk id="9" creationId="{D1795349-F44C-4346-95DD-55916C458917}"/>
          </ac:graphicFrameMkLst>
        </pc:graphicFrameChg>
        <pc:graphicFrameChg chg="add mod">
          <ac:chgData name="Yang, Chun-yu" userId="57c5ba99-e68a-448a-8f42-8e6ab6811b9f" providerId="ADAL" clId="{77A38673-4DE1-485E-BBC6-1D47039C1794}" dt="2021-08-28T07:55:01.749" v="1420" actId="1076"/>
          <ac:graphicFrameMkLst>
            <pc:docMk/>
            <pc:sldMk cId="1022159443" sldId="403"/>
            <ac:graphicFrameMk id="12" creationId="{A62A9BFE-36CD-4785-87DB-75CE274E50C3}"/>
          </ac:graphicFrameMkLst>
        </pc:graphicFrameChg>
        <pc:graphicFrameChg chg="add mod">
          <ac:chgData name="Yang, Chun-yu" userId="57c5ba99-e68a-448a-8f42-8e6ab6811b9f" providerId="ADAL" clId="{77A38673-4DE1-485E-BBC6-1D47039C1794}" dt="2021-08-28T07:55:01.749" v="1420" actId="1076"/>
          <ac:graphicFrameMkLst>
            <pc:docMk/>
            <pc:sldMk cId="1022159443" sldId="403"/>
            <ac:graphicFrameMk id="13" creationId="{1245221D-7D1A-41FB-B8D6-42C5AEBCDF5A}"/>
          </ac:graphicFrameMkLst>
        </pc:graphicFrameChg>
        <pc:picChg chg="add mod">
          <ac:chgData name="Yang, Chun-yu" userId="57c5ba99-e68a-448a-8f42-8e6ab6811b9f" providerId="ADAL" clId="{77A38673-4DE1-485E-BBC6-1D47039C1794}" dt="2021-08-28T08:04:56" v="1617" actId="1582"/>
          <ac:picMkLst>
            <pc:docMk/>
            <pc:sldMk cId="1022159443" sldId="403"/>
            <ac:picMk id="10" creationId="{EF5561AC-30B2-4B31-94EE-90C2DD1947DA}"/>
          </ac:picMkLst>
        </pc:picChg>
        <pc:picChg chg="mod">
          <ac:chgData name="Yang, Chun-yu" userId="57c5ba99-e68a-448a-8f42-8e6ab6811b9f" providerId="ADAL" clId="{77A38673-4DE1-485E-BBC6-1D47039C1794}" dt="2021-08-28T07:55:44.319" v="1421"/>
          <ac:picMkLst>
            <pc:docMk/>
            <pc:sldMk cId="1022159443" sldId="403"/>
            <ac:picMk id="20" creationId="{AE725F3E-48D0-429B-9FDE-DEF61DB38688}"/>
          </ac:picMkLst>
        </pc:picChg>
        <pc:picChg chg="mod">
          <ac:chgData name="Yang, Chun-yu" userId="57c5ba99-e68a-448a-8f42-8e6ab6811b9f" providerId="ADAL" clId="{77A38673-4DE1-485E-BBC6-1D47039C1794}" dt="2021-08-28T07:58:14.979" v="1464"/>
          <ac:picMkLst>
            <pc:docMk/>
            <pc:sldMk cId="1022159443" sldId="403"/>
            <ac:picMk id="24" creationId="{6B302620-8899-42F2-BA0E-38B964162E01}"/>
          </ac:picMkLst>
        </pc:picChg>
        <pc:picChg chg="add del mod">
          <ac:chgData name="Yang, Chun-yu" userId="57c5ba99-e68a-448a-8f42-8e6ab6811b9f" providerId="ADAL" clId="{77A38673-4DE1-485E-BBC6-1D47039C1794}" dt="2021-08-28T08:02:21.782" v="1573"/>
          <ac:picMkLst>
            <pc:docMk/>
            <pc:sldMk cId="1022159443" sldId="403"/>
            <ac:picMk id="43" creationId="{085827E4-29E2-4E4D-9C78-BB8ABD99560A}"/>
          </ac:picMkLst>
        </pc:picChg>
        <pc:picChg chg="add mod">
          <ac:chgData name="Yang, Chun-yu" userId="57c5ba99-e68a-448a-8f42-8e6ab6811b9f" providerId="ADAL" clId="{77A38673-4DE1-485E-BBC6-1D47039C1794}" dt="2021-08-28T08:05:19.596" v="1621" actId="1076"/>
          <ac:picMkLst>
            <pc:docMk/>
            <pc:sldMk cId="1022159443" sldId="403"/>
            <ac:picMk id="45" creationId="{88FD0681-7954-42BA-B6AC-BB18548652C6}"/>
          </ac:picMkLst>
        </pc:picChg>
        <pc:cxnChg chg="add mod">
          <ac:chgData name="Yang, Chun-yu" userId="57c5ba99-e68a-448a-8f42-8e6ab6811b9f" providerId="ADAL" clId="{77A38673-4DE1-485E-BBC6-1D47039C1794}" dt="2021-08-28T08:02:44.076" v="1580" actId="14100"/>
          <ac:cxnSpMkLst>
            <pc:docMk/>
            <pc:sldMk cId="1022159443" sldId="403"/>
            <ac:cxnSpMk id="32" creationId="{C3E96C9B-7F1B-4A54-B73D-CEB0581D2A38}"/>
          </ac:cxnSpMkLst>
        </pc:cxnChg>
        <pc:cxnChg chg="add del">
          <ac:chgData name="Yang, Chun-yu" userId="57c5ba99-e68a-448a-8f42-8e6ab6811b9f" providerId="ADAL" clId="{77A38673-4DE1-485E-BBC6-1D47039C1794}" dt="2021-08-28T08:01:41.513" v="1561" actId="11529"/>
          <ac:cxnSpMkLst>
            <pc:docMk/>
            <pc:sldMk cId="1022159443" sldId="403"/>
            <ac:cxnSpMk id="34" creationId="{E4570325-3FB6-4C17-BAAD-5E457582F2B5}"/>
          </ac:cxnSpMkLst>
        </pc:cxnChg>
        <pc:cxnChg chg="add mod">
          <ac:chgData name="Yang, Chun-yu" userId="57c5ba99-e68a-448a-8f42-8e6ab6811b9f" providerId="ADAL" clId="{77A38673-4DE1-485E-BBC6-1D47039C1794}" dt="2021-08-28T08:02:40.934" v="1579" actId="1076"/>
          <ac:cxnSpMkLst>
            <pc:docMk/>
            <pc:sldMk cId="1022159443" sldId="403"/>
            <ac:cxnSpMk id="36" creationId="{D26170C0-EE3D-440A-AB43-371A24F7103D}"/>
          </ac:cxnSpMkLst>
        </pc:cxnChg>
        <pc:cxnChg chg="add mod">
          <ac:chgData name="Yang, Chun-yu" userId="57c5ba99-e68a-448a-8f42-8e6ab6811b9f" providerId="ADAL" clId="{77A38673-4DE1-485E-BBC6-1D47039C1794}" dt="2021-08-28T08:02:40.934" v="1579" actId="1076"/>
          <ac:cxnSpMkLst>
            <pc:docMk/>
            <pc:sldMk cId="1022159443" sldId="403"/>
            <ac:cxnSpMk id="37" creationId="{C58AF3FC-F0D1-4A8B-99FE-5F71F80CC94B}"/>
          </ac:cxnSpMkLst>
        </pc:cxnChg>
        <pc:cxnChg chg="add mod">
          <ac:chgData name="Yang, Chun-yu" userId="57c5ba99-e68a-448a-8f42-8e6ab6811b9f" providerId="ADAL" clId="{77A38673-4DE1-485E-BBC6-1D47039C1794}" dt="2021-08-28T08:02:40.934" v="1579" actId="1076"/>
          <ac:cxnSpMkLst>
            <pc:docMk/>
            <pc:sldMk cId="1022159443" sldId="403"/>
            <ac:cxnSpMk id="40" creationId="{47C0318C-C6EB-4A78-9A05-DD143B39B651}"/>
          </ac:cxnSpMkLst>
        </pc:cxn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1686291384" sldId="403"/>
        </pc:sldMkLst>
      </pc:sldChg>
      <pc:sldChg chg="addSp delSp modSp new mod">
        <pc:chgData name="Yang, Chun-yu" userId="57c5ba99-e68a-448a-8f42-8e6ab6811b9f" providerId="ADAL" clId="{77A38673-4DE1-485E-BBC6-1D47039C1794}" dt="2021-09-16T05:31:33.182" v="2258" actId="1076"/>
        <pc:sldMkLst>
          <pc:docMk/>
          <pc:sldMk cId="1819389852" sldId="404"/>
        </pc:sldMkLst>
        <pc:spChg chg="mod">
          <ac:chgData name="Yang, Chun-yu" userId="57c5ba99-e68a-448a-8f42-8e6ab6811b9f" providerId="ADAL" clId="{77A38673-4DE1-485E-BBC6-1D47039C1794}" dt="2021-08-31T18:05:09.079" v="1961" actId="20577"/>
          <ac:spMkLst>
            <pc:docMk/>
            <pc:sldMk cId="1819389852" sldId="404"/>
            <ac:spMk id="2" creationId="{2C5A7EAF-A03B-46EA-A6A1-3CD0F3FB2200}"/>
          </ac:spMkLst>
        </pc:spChg>
        <pc:spChg chg="mod">
          <ac:chgData name="Yang, Chun-yu" userId="57c5ba99-e68a-448a-8f42-8e6ab6811b9f" providerId="ADAL" clId="{77A38673-4DE1-485E-BBC6-1D47039C1794}" dt="2021-09-16T05:30:53.562" v="2251" actId="20577"/>
          <ac:spMkLst>
            <pc:docMk/>
            <pc:sldMk cId="1819389852" sldId="404"/>
            <ac:spMk id="3" creationId="{61DC8249-3CD8-4CD8-8018-EE109B6E1F6E}"/>
          </ac:spMkLst>
        </pc:spChg>
        <pc:picChg chg="add del mod">
          <ac:chgData name="Yang, Chun-yu" userId="57c5ba99-e68a-448a-8f42-8e6ab6811b9f" providerId="ADAL" clId="{77A38673-4DE1-485E-BBC6-1D47039C1794}" dt="2021-09-16T05:30:52.922" v="2248" actId="478"/>
          <ac:picMkLst>
            <pc:docMk/>
            <pc:sldMk cId="1819389852" sldId="404"/>
            <ac:picMk id="5" creationId="{8C55F92D-F29F-4E1E-9CE8-CF4D1ABB8F8D}"/>
          </ac:picMkLst>
        </pc:picChg>
        <pc:picChg chg="add del mod">
          <ac:chgData name="Yang, Chun-yu" userId="57c5ba99-e68a-448a-8f42-8e6ab6811b9f" providerId="ADAL" clId="{77A38673-4DE1-485E-BBC6-1D47039C1794}" dt="2021-09-16T05:31:22.526" v="2253" actId="478"/>
          <ac:picMkLst>
            <pc:docMk/>
            <pc:sldMk cId="1819389852" sldId="404"/>
            <ac:picMk id="6" creationId="{59C55C41-D76E-4478-96FD-027D84B40C4D}"/>
          </ac:picMkLst>
        </pc:picChg>
        <pc:picChg chg="add mod">
          <ac:chgData name="Yang, Chun-yu" userId="57c5ba99-e68a-448a-8f42-8e6ab6811b9f" providerId="ADAL" clId="{77A38673-4DE1-485E-BBC6-1D47039C1794}" dt="2021-09-16T05:31:33.182" v="2258" actId="1076"/>
          <ac:picMkLst>
            <pc:docMk/>
            <pc:sldMk cId="1819389852" sldId="404"/>
            <ac:picMk id="7" creationId="{5CA4BBD3-3140-4D83-879B-DCC61A5CFCBD}"/>
          </ac:picMkLst>
        </pc:pic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2898660088" sldId="404"/>
        </pc:sldMkLst>
      </pc:sldChg>
      <pc:sldChg chg="addSp delSp modSp new del mod modClrScheme chgLayout">
        <pc:chgData name="Yang, Chun-yu" userId="57c5ba99-e68a-448a-8f42-8e6ab6811b9f" providerId="ADAL" clId="{77A38673-4DE1-485E-BBC6-1D47039C1794}" dt="2021-10-12T22:01:34.677" v="2265" actId="47"/>
        <pc:sldMkLst>
          <pc:docMk/>
          <pc:sldMk cId="98283764" sldId="405"/>
        </pc:sldMkLst>
        <pc:spChg chg="del mod ord">
          <ac:chgData name="Yang, Chun-yu" userId="57c5ba99-e68a-448a-8f42-8e6ab6811b9f" providerId="ADAL" clId="{77A38673-4DE1-485E-BBC6-1D47039C1794}" dt="2021-10-08T02:09:45.408" v="2263" actId="700"/>
          <ac:spMkLst>
            <pc:docMk/>
            <pc:sldMk cId="98283764" sldId="405"/>
            <ac:spMk id="2" creationId="{CF7D8F11-5FD3-4E2E-AB61-3F6C9EA08CB7}"/>
          </ac:spMkLst>
        </pc:spChg>
        <pc:spChg chg="del">
          <ac:chgData name="Yang, Chun-yu" userId="57c5ba99-e68a-448a-8f42-8e6ab6811b9f" providerId="ADAL" clId="{77A38673-4DE1-485E-BBC6-1D47039C1794}" dt="2021-10-08T02:09:45.408" v="2263" actId="700"/>
          <ac:spMkLst>
            <pc:docMk/>
            <pc:sldMk cId="98283764" sldId="405"/>
            <ac:spMk id="3" creationId="{C1B82D9B-7A80-4D20-A15B-5AD3AA9D1AF3}"/>
          </ac:spMkLst>
        </pc:spChg>
        <pc:spChg chg="add del mod ord">
          <ac:chgData name="Yang, Chun-yu" userId="57c5ba99-e68a-448a-8f42-8e6ab6811b9f" providerId="ADAL" clId="{77A38673-4DE1-485E-BBC6-1D47039C1794}" dt="2021-10-08T02:09:47.055" v="2264" actId="478"/>
          <ac:spMkLst>
            <pc:docMk/>
            <pc:sldMk cId="98283764" sldId="405"/>
            <ac:spMk id="4" creationId="{263632FD-9D8F-4580-9CDD-DE9CD0D84636}"/>
          </ac:spMkLst>
        </pc:spChg>
      </pc:sldChg>
      <pc:sldChg chg="addSp delSp modSp new mod ord modClrScheme chgLayout">
        <pc:chgData name="Yang, Chun-yu" userId="57c5ba99-e68a-448a-8f42-8e6ab6811b9f" providerId="ADAL" clId="{77A38673-4DE1-485E-BBC6-1D47039C1794}" dt="2021-10-14T17:54:46.952" v="5360"/>
        <pc:sldMkLst>
          <pc:docMk/>
          <pc:sldMk cId="1582090400" sldId="405"/>
        </pc:sldMkLst>
        <pc:spChg chg="del mod ord">
          <ac:chgData name="Yang, Chun-yu" userId="57c5ba99-e68a-448a-8f42-8e6ab6811b9f" providerId="ADAL" clId="{77A38673-4DE1-485E-BBC6-1D47039C1794}" dt="2021-10-13T00:06:29.639" v="2267" actId="700"/>
          <ac:spMkLst>
            <pc:docMk/>
            <pc:sldMk cId="1582090400" sldId="405"/>
            <ac:spMk id="2" creationId="{B70CBD8D-DF50-4132-A291-B7F5E50551CC}"/>
          </ac:spMkLst>
        </pc:spChg>
        <pc:spChg chg="del">
          <ac:chgData name="Yang, Chun-yu" userId="57c5ba99-e68a-448a-8f42-8e6ab6811b9f" providerId="ADAL" clId="{77A38673-4DE1-485E-BBC6-1D47039C1794}" dt="2021-10-13T00:06:29.639" v="2267" actId="700"/>
          <ac:spMkLst>
            <pc:docMk/>
            <pc:sldMk cId="1582090400" sldId="405"/>
            <ac:spMk id="3" creationId="{47282099-6D29-4FAD-997A-42AD4EFBEDCA}"/>
          </ac:spMkLst>
        </pc:spChg>
        <pc:spChg chg="add del mod ord">
          <ac:chgData name="Yang, Chun-yu" userId="57c5ba99-e68a-448a-8f42-8e6ab6811b9f" providerId="ADAL" clId="{77A38673-4DE1-485E-BBC6-1D47039C1794}" dt="2021-10-13T00:06:31.493" v="2268" actId="478"/>
          <ac:spMkLst>
            <pc:docMk/>
            <pc:sldMk cId="1582090400" sldId="405"/>
            <ac:spMk id="4" creationId="{DC1AB8D8-424A-45A5-83FF-51904BEAE889}"/>
          </ac:spMkLst>
        </pc:spChg>
        <pc:spChg chg="add mod">
          <ac:chgData name="Yang, Chun-yu" userId="57c5ba99-e68a-448a-8f42-8e6ab6811b9f" providerId="ADAL" clId="{77A38673-4DE1-485E-BBC6-1D47039C1794}" dt="2021-10-14T16:32:18.233" v="4833" actId="1076"/>
          <ac:spMkLst>
            <pc:docMk/>
            <pc:sldMk cId="1582090400" sldId="405"/>
            <ac:spMk id="7" creationId="{B8732EB7-3861-4EBD-A6E7-66FDAC87992C}"/>
          </ac:spMkLst>
        </pc:spChg>
        <pc:picChg chg="add">
          <ac:chgData name="Yang, Chun-yu" userId="57c5ba99-e68a-448a-8f42-8e6ab6811b9f" providerId="ADAL" clId="{77A38673-4DE1-485E-BBC6-1D47039C1794}" dt="2021-10-14T04:43:08.112" v="2342" actId="22"/>
          <ac:picMkLst>
            <pc:docMk/>
            <pc:sldMk cId="1582090400" sldId="405"/>
            <ac:picMk id="6" creationId="{3619544E-E35E-4007-8564-FD6C9B1A16C0}"/>
          </ac:picMkLst>
        </pc:picChg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2187752313" sldId="405"/>
        </pc:sldMkLst>
      </pc:sldChg>
      <pc:sldChg chg="add del">
        <pc:chgData name="Yang, Chun-yu" userId="57c5ba99-e68a-448a-8f42-8e6ab6811b9f" providerId="ADAL" clId="{77A38673-4DE1-485E-BBC6-1D47039C1794}" dt="2021-08-25T06:36:17.647" v="3" actId="47"/>
        <pc:sldMkLst>
          <pc:docMk/>
          <pc:sldMk cId="802698215" sldId="406"/>
        </pc:sldMkLst>
      </pc:sldChg>
      <pc:sldChg chg="addSp delSp modSp add mod ord delAnim modAnim">
        <pc:chgData name="Yang, Chun-yu" userId="57c5ba99-e68a-448a-8f42-8e6ab6811b9f" providerId="ADAL" clId="{77A38673-4DE1-485E-BBC6-1D47039C1794}" dt="2021-10-14T08:15:23.103" v="4173"/>
        <pc:sldMkLst>
          <pc:docMk/>
          <pc:sldMk cId="1261379342" sldId="406"/>
        </pc:sldMkLst>
        <pc:spChg chg="del">
          <ac:chgData name="Yang, Chun-yu" userId="57c5ba99-e68a-448a-8f42-8e6ab6811b9f" providerId="ADAL" clId="{77A38673-4DE1-485E-BBC6-1D47039C1794}" dt="2021-10-14T07:03:07.996" v="3563" actId="478"/>
          <ac:spMkLst>
            <pc:docMk/>
            <pc:sldMk cId="1261379342" sldId="406"/>
            <ac:spMk id="2" creationId="{1B52CC77-8AC4-4C08-A009-6DBC66FC24F6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30" creationId="{4EFA4238-21E2-4B21-8A33-B41D6FEEC323}"/>
          </ac:spMkLst>
        </pc:spChg>
        <pc:spChg chg="mod">
          <ac:chgData name="Yang, Chun-yu" userId="57c5ba99-e68a-448a-8f42-8e6ab6811b9f" providerId="ADAL" clId="{77A38673-4DE1-485E-BBC6-1D47039C1794}" dt="2021-10-14T05:14:04.071" v="2900" actId="1076"/>
          <ac:spMkLst>
            <pc:docMk/>
            <pc:sldMk cId="1261379342" sldId="406"/>
            <ac:spMk id="39" creationId="{F0DF6F49-3082-41BF-A18D-734A64618A06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40" creationId="{EEAFAFD5-0B83-46FD-A9B2-84D1B06CD187}"/>
          </ac:spMkLst>
        </pc:spChg>
        <pc:spChg chg="mod">
          <ac:chgData name="Yang, Chun-yu" userId="57c5ba99-e68a-448a-8f42-8e6ab6811b9f" providerId="ADAL" clId="{77A38673-4DE1-485E-BBC6-1D47039C1794}" dt="2021-10-14T05:14:04.071" v="2900" actId="1076"/>
          <ac:spMkLst>
            <pc:docMk/>
            <pc:sldMk cId="1261379342" sldId="406"/>
            <ac:spMk id="41" creationId="{4786E79F-B63E-4E4F-B581-D486955867BF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42" creationId="{D90851E6-6316-42EB-90AB-661743B82A0A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43" creationId="{DBC28DBC-BFCC-4575-BEFE-C435A004A1A0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44" creationId="{F4A756C5-AAB8-438E-A450-B25C7359DAFF}"/>
          </ac:spMkLst>
        </pc:spChg>
        <pc:spChg chg="add mod">
          <ac:chgData name="Yang, Chun-yu" userId="57c5ba99-e68a-448a-8f42-8e6ab6811b9f" providerId="ADAL" clId="{77A38673-4DE1-485E-BBC6-1D47039C1794}" dt="2021-10-14T08:15:13.531" v="4170" actId="1076"/>
          <ac:spMkLst>
            <pc:docMk/>
            <pc:sldMk cId="1261379342" sldId="406"/>
            <ac:spMk id="49" creationId="{2A49875F-FE08-4244-8A1F-171BCAC232BC}"/>
          </ac:spMkLst>
        </pc:spChg>
        <pc:spChg chg="add del mod">
          <ac:chgData name="Yang, Chun-yu" userId="57c5ba99-e68a-448a-8f42-8e6ab6811b9f" providerId="ADAL" clId="{77A38673-4DE1-485E-BBC6-1D47039C1794}" dt="2021-10-14T08:15:11.730" v="4169" actId="1076"/>
          <ac:spMkLst>
            <pc:docMk/>
            <pc:sldMk cId="1261379342" sldId="406"/>
            <ac:spMk id="50" creationId="{F4BB82C2-44A2-48B0-B651-5F10AB14EF1F}"/>
          </ac:spMkLst>
        </pc:spChg>
        <pc:spChg chg="add del mod">
          <ac:chgData name="Yang, Chun-yu" userId="57c5ba99-e68a-448a-8f42-8e6ab6811b9f" providerId="ADAL" clId="{77A38673-4DE1-485E-BBC6-1D47039C1794}" dt="2021-10-14T07:58:16.211" v="4103"/>
          <ac:spMkLst>
            <pc:docMk/>
            <pc:sldMk cId="1261379342" sldId="406"/>
            <ac:spMk id="51" creationId="{B9F0BB8C-A89E-4341-AD6C-3017A36FCB6A}"/>
          </ac:spMkLst>
        </pc:spChg>
        <pc:spChg chg="del mod">
          <ac:chgData name="Yang, Chun-yu" userId="57c5ba99-e68a-448a-8f42-8e6ab6811b9f" providerId="ADAL" clId="{77A38673-4DE1-485E-BBC6-1D47039C1794}" dt="2021-10-14T05:13:53.618" v="2897" actId="478"/>
          <ac:spMkLst>
            <pc:docMk/>
            <pc:sldMk cId="1261379342" sldId="406"/>
            <ac:spMk id="52" creationId="{30D0B9CA-5879-4DFA-BD81-DE48C7A2DAA1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53" creationId="{1F6857EE-CED8-4917-AD86-B4CC59249A00}"/>
          </ac:spMkLst>
        </pc:spChg>
        <pc:spChg chg="del">
          <ac:chgData name="Yang, Chun-yu" userId="57c5ba99-e68a-448a-8f42-8e6ab6811b9f" providerId="ADAL" clId="{77A38673-4DE1-485E-BBC6-1D47039C1794}" dt="2021-10-14T05:13:52.234" v="2896" actId="478"/>
          <ac:spMkLst>
            <pc:docMk/>
            <pc:sldMk cId="1261379342" sldId="406"/>
            <ac:spMk id="54" creationId="{742288A1-F4FE-4200-AE70-B9B2CD3B95B3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55" creationId="{2F64430A-3DDE-4D25-BFDB-9CBDA03BA299}"/>
          </ac:spMkLst>
        </pc:spChg>
        <pc:spChg chg="del mod">
          <ac:chgData name="Yang, Chun-yu" userId="57c5ba99-e68a-448a-8f42-8e6ab6811b9f" providerId="ADAL" clId="{77A38673-4DE1-485E-BBC6-1D47039C1794}" dt="2021-10-14T07:55:32.215" v="4083" actId="478"/>
          <ac:spMkLst>
            <pc:docMk/>
            <pc:sldMk cId="1261379342" sldId="406"/>
            <ac:spMk id="56" creationId="{D2EE6321-4D98-4FDC-AB4A-AF5A7E3586F8}"/>
          </ac:spMkLst>
        </pc:spChg>
        <pc:spChg chg="del mod">
          <ac:chgData name="Yang, Chun-yu" userId="57c5ba99-e68a-448a-8f42-8e6ab6811b9f" providerId="ADAL" clId="{77A38673-4DE1-485E-BBC6-1D47039C1794}" dt="2021-10-14T07:55:32.215" v="4083" actId="478"/>
          <ac:spMkLst>
            <pc:docMk/>
            <pc:sldMk cId="1261379342" sldId="406"/>
            <ac:spMk id="57" creationId="{849CEBCF-44F3-4A0C-982C-F955CAA2EA76}"/>
          </ac:spMkLst>
        </pc:spChg>
        <pc:spChg chg="del mod">
          <ac:chgData name="Yang, Chun-yu" userId="57c5ba99-e68a-448a-8f42-8e6ab6811b9f" providerId="ADAL" clId="{77A38673-4DE1-485E-BBC6-1D47039C1794}" dt="2021-10-14T07:55:32.215" v="4083" actId="478"/>
          <ac:spMkLst>
            <pc:docMk/>
            <pc:sldMk cId="1261379342" sldId="406"/>
            <ac:spMk id="58" creationId="{EBE2C986-7020-4F82-9B15-9493A866CEDF}"/>
          </ac:spMkLst>
        </pc:spChg>
        <pc:spChg chg="del mod">
          <ac:chgData name="Yang, Chun-yu" userId="57c5ba99-e68a-448a-8f42-8e6ab6811b9f" providerId="ADAL" clId="{77A38673-4DE1-485E-BBC6-1D47039C1794}" dt="2021-10-14T07:55:32.215" v="4083" actId="478"/>
          <ac:spMkLst>
            <pc:docMk/>
            <pc:sldMk cId="1261379342" sldId="406"/>
            <ac:spMk id="59" creationId="{D5B6EFE0-C30E-4869-A06A-E68B296A37E9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64" creationId="{8AE4D27B-8666-466D-8AAF-383D49B49578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65" creationId="{6CA949F5-53E2-4CD1-BC9C-E08681B302E2}"/>
          </ac:spMkLst>
        </pc:spChg>
        <pc:spChg chg="del">
          <ac:chgData name="Yang, Chun-yu" userId="57c5ba99-e68a-448a-8f42-8e6ab6811b9f" providerId="ADAL" clId="{77A38673-4DE1-485E-BBC6-1D47039C1794}" dt="2021-10-14T05:13:57.579" v="2899" actId="478"/>
          <ac:spMkLst>
            <pc:docMk/>
            <pc:sldMk cId="1261379342" sldId="406"/>
            <ac:spMk id="66" creationId="{275A7EA2-2E32-4251-88AF-8BB04325D29F}"/>
          </ac:spMkLst>
        </pc:spChg>
        <pc:spChg chg="del">
          <ac:chgData name="Yang, Chun-yu" userId="57c5ba99-e68a-448a-8f42-8e6ab6811b9f" providerId="ADAL" clId="{77A38673-4DE1-485E-BBC6-1D47039C1794}" dt="2021-10-14T05:13:55.574" v="2898" actId="478"/>
          <ac:spMkLst>
            <pc:docMk/>
            <pc:sldMk cId="1261379342" sldId="406"/>
            <ac:spMk id="67" creationId="{2FE6A76D-2AD9-4631-846A-AA5D9044CE07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68" creationId="{11295832-02B1-4C19-AC46-0247FE79A255}"/>
          </ac:spMkLst>
        </pc:spChg>
        <pc:spChg chg="del">
          <ac:chgData name="Yang, Chun-yu" userId="57c5ba99-e68a-448a-8f42-8e6ab6811b9f" providerId="ADAL" clId="{77A38673-4DE1-485E-BBC6-1D47039C1794}" dt="2021-10-14T05:13:55.574" v="2898" actId="478"/>
          <ac:spMkLst>
            <pc:docMk/>
            <pc:sldMk cId="1261379342" sldId="406"/>
            <ac:spMk id="69" creationId="{6D2CD20D-591E-4BD3-938C-D8F70A41707E}"/>
          </ac:spMkLst>
        </pc:spChg>
        <pc:spChg chg="del">
          <ac:chgData name="Yang, Chun-yu" userId="57c5ba99-e68a-448a-8f42-8e6ab6811b9f" providerId="ADAL" clId="{77A38673-4DE1-485E-BBC6-1D47039C1794}" dt="2021-10-14T05:13:49.764" v="2894" actId="478"/>
          <ac:spMkLst>
            <pc:docMk/>
            <pc:sldMk cId="1261379342" sldId="406"/>
            <ac:spMk id="70" creationId="{6CF4BD2B-BD92-4412-8C8C-666B4971DDE7}"/>
          </ac:spMkLst>
        </pc:spChg>
        <pc:spChg chg="add mod">
          <ac:chgData name="Yang, Chun-yu" userId="57c5ba99-e68a-448a-8f42-8e6ab6811b9f" providerId="ADAL" clId="{77A38673-4DE1-485E-BBC6-1D47039C1794}" dt="2021-10-14T08:15:02.663" v="4166" actId="1076"/>
          <ac:spMkLst>
            <pc:docMk/>
            <pc:sldMk cId="1261379342" sldId="406"/>
            <ac:spMk id="71" creationId="{F674CFA5-95B6-43DB-B3DD-851BC3C0438C}"/>
          </ac:spMkLst>
        </pc:spChg>
        <pc:spChg chg="add mod">
          <ac:chgData name="Yang, Chun-yu" userId="57c5ba99-e68a-448a-8f42-8e6ab6811b9f" providerId="ADAL" clId="{77A38673-4DE1-485E-BBC6-1D47039C1794}" dt="2021-10-14T08:15:08.944" v="4168" actId="1076"/>
          <ac:spMkLst>
            <pc:docMk/>
            <pc:sldMk cId="1261379342" sldId="406"/>
            <ac:spMk id="72" creationId="{FCBAE105-59A9-4E79-837C-4BADF92B074C}"/>
          </ac:spMkLst>
        </pc:spChg>
        <pc:picChg chg="add mod">
          <ac:chgData name="Yang, Chun-yu" userId="57c5ba99-e68a-448a-8f42-8e6ab6811b9f" providerId="ADAL" clId="{77A38673-4DE1-485E-BBC6-1D47039C1794}" dt="2021-10-14T08:14:37.604" v="4160" actId="1076"/>
          <ac:picMkLst>
            <pc:docMk/>
            <pc:sldMk cId="1261379342" sldId="406"/>
            <ac:picMk id="5" creationId="{14B9985C-63FE-478E-9D17-0B4D06B74710}"/>
          </ac:picMkLst>
        </pc:picChg>
        <pc:picChg chg="add del mod">
          <ac:chgData name="Yang, Chun-yu" userId="57c5ba99-e68a-448a-8f42-8e6ab6811b9f" providerId="ADAL" clId="{77A38673-4DE1-485E-BBC6-1D47039C1794}" dt="2021-10-14T07:58:28.471" v="4109" actId="478"/>
          <ac:picMkLst>
            <pc:docMk/>
            <pc:sldMk cId="1261379342" sldId="406"/>
            <ac:picMk id="8" creationId="{E53EBEA0-3D8E-44FA-87FA-9C1487659DBE}"/>
          </ac:picMkLst>
        </pc:picChg>
        <pc:picChg chg="del">
          <ac:chgData name="Yang, Chun-yu" userId="57c5ba99-e68a-448a-8f42-8e6ab6811b9f" providerId="ADAL" clId="{77A38673-4DE1-485E-BBC6-1D47039C1794}" dt="2021-10-14T07:03:07.996" v="3563" actId="478"/>
          <ac:picMkLst>
            <pc:docMk/>
            <pc:sldMk cId="1261379342" sldId="406"/>
            <ac:picMk id="9" creationId="{89F4A23A-3605-48D0-AF8B-EE6146C01965}"/>
          </ac:picMkLst>
        </pc:picChg>
        <pc:picChg chg="add mod">
          <ac:chgData name="Yang, Chun-yu" userId="57c5ba99-e68a-448a-8f42-8e6ab6811b9f" providerId="ADAL" clId="{77A38673-4DE1-485E-BBC6-1D47039C1794}" dt="2021-10-14T08:14:37.604" v="4160" actId="1076"/>
          <ac:picMkLst>
            <pc:docMk/>
            <pc:sldMk cId="1261379342" sldId="406"/>
            <ac:picMk id="14" creationId="{0B4C7F81-1CEE-4946-A0EE-0C0980C363B7}"/>
          </ac:picMkLst>
        </pc:picChg>
        <pc:picChg chg="add mod">
          <ac:chgData name="Yang, Chun-yu" userId="57c5ba99-e68a-448a-8f42-8e6ab6811b9f" providerId="ADAL" clId="{77A38673-4DE1-485E-BBC6-1D47039C1794}" dt="2021-10-14T08:15:04.995" v="4167" actId="1076"/>
          <ac:picMkLst>
            <pc:docMk/>
            <pc:sldMk cId="1261379342" sldId="406"/>
            <ac:picMk id="17" creationId="{8E7B9924-DA7D-4F94-94A2-5C2F0C393434}"/>
          </ac:picMkLst>
        </pc:picChg>
        <pc:picChg chg="add mod">
          <ac:chgData name="Yang, Chun-yu" userId="57c5ba99-e68a-448a-8f42-8e6ab6811b9f" providerId="ADAL" clId="{77A38673-4DE1-485E-BBC6-1D47039C1794}" dt="2021-10-14T08:15:17.743" v="4172" actId="14100"/>
          <ac:picMkLst>
            <pc:docMk/>
            <pc:sldMk cId="1261379342" sldId="406"/>
            <ac:picMk id="19" creationId="{3C7E5297-F271-4B3B-9DF6-4F97128B02DD}"/>
          </ac:picMkLst>
        </pc:picChg>
      </pc:sldChg>
      <pc:sldChg chg="modSp add del mod">
        <pc:chgData name="Yang, Chun-yu" userId="57c5ba99-e68a-448a-8f42-8e6ab6811b9f" providerId="ADAL" clId="{77A38673-4DE1-485E-BBC6-1D47039C1794}" dt="2021-10-14T04:52:28.379" v="2467" actId="47"/>
        <pc:sldMkLst>
          <pc:docMk/>
          <pc:sldMk cId="2741551632" sldId="406"/>
        </pc:sldMkLst>
        <pc:spChg chg="mod">
          <ac:chgData name="Yang, Chun-yu" userId="57c5ba99-e68a-448a-8f42-8e6ab6811b9f" providerId="ADAL" clId="{77A38673-4DE1-485E-BBC6-1D47039C1794}" dt="2021-10-14T04:49:30.495" v="2456" actId="20577"/>
          <ac:spMkLst>
            <pc:docMk/>
            <pc:sldMk cId="2741551632" sldId="406"/>
            <ac:spMk id="6" creationId="{4DFC77FA-73C1-4F7C-AFB4-41F47D5A93EA}"/>
          </ac:spMkLst>
        </pc:spChg>
      </pc:sldChg>
      <pc:sldChg chg="add del">
        <pc:chgData name="Yang, Chun-yu" userId="57c5ba99-e68a-448a-8f42-8e6ab6811b9f" providerId="ADAL" clId="{77A38673-4DE1-485E-BBC6-1D47039C1794}" dt="2021-10-14T04:49:26.398" v="2450"/>
        <pc:sldMkLst>
          <pc:docMk/>
          <pc:sldMk cId="2960180979" sldId="407"/>
        </pc:sldMkLst>
      </pc:sldChg>
      <pc:sldChg chg="addSp delSp modSp add del mod delAnim modAnim">
        <pc:chgData name="Yang, Chun-yu" userId="57c5ba99-e68a-448a-8f42-8e6ab6811b9f" providerId="ADAL" clId="{77A38673-4DE1-485E-BBC6-1D47039C1794}" dt="2021-10-14T08:25:20.012" v="4262" actId="47"/>
        <pc:sldMkLst>
          <pc:docMk/>
          <pc:sldMk cId="4142753006" sldId="407"/>
        </pc:sldMkLst>
        <pc:spChg chg="add del mod">
          <ac:chgData name="Yang, Chun-yu" userId="57c5ba99-e68a-448a-8f42-8e6ab6811b9f" providerId="ADAL" clId="{77A38673-4DE1-485E-BBC6-1D47039C1794}" dt="2021-10-14T07:05:58.102" v="3575" actId="478"/>
          <ac:spMkLst>
            <pc:docMk/>
            <pc:sldMk cId="4142753006" sldId="407"/>
            <ac:spMk id="4" creationId="{ECF37CBA-0875-4DAB-AB2C-58FBF72CFCD2}"/>
          </ac:spMkLst>
        </pc:spChg>
        <pc:spChg chg="add del mod">
          <ac:chgData name="Yang, Chun-yu" userId="57c5ba99-e68a-448a-8f42-8e6ab6811b9f" providerId="ADAL" clId="{77A38673-4DE1-485E-BBC6-1D47039C1794}" dt="2021-10-14T07:07:00.120" v="3583" actId="478"/>
          <ac:spMkLst>
            <pc:docMk/>
            <pc:sldMk cId="4142753006" sldId="407"/>
            <ac:spMk id="5" creationId="{1CEDC8C7-25EF-4CC9-BD03-29CB4F289F40}"/>
          </ac:spMkLst>
        </pc:spChg>
        <pc:spChg chg="add del mod">
          <ac:chgData name="Yang, Chun-yu" userId="57c5ba99-e68a-448a-8f42-8e6ab6811b9f" providerId="ADAL" clId="{77A38673-4DE1-485E-BBC6-1D47039C1794}" dt="2021-10-14T07:20:13.973" v="3682" actId="478"/>
          <ac:spMkLst>
            <pc:docMk/>
            <pc:sldMk cId="4142753006" sldId="407"/>
            <ac:spMk id="15" creationId="{449CEBB7-4C81-4327-BBE4-780451A1C971}"/>
          </ac:spMkLst>
        </pc:spChg>
        <pc:spChg chg="add del mod">
          <ac:chgData name="Yang, Chun-yu" userId="57c5ba99-e68a-448a-8f42-8e6ab6811b9f" providerId="ADAL" clId="{77A38673-4DE1-485E-BBC6-1D47039C1794}" dt="2021-10-14T07:16:00.309" v="3658" actId="478"/>
          <ac:spMkLst>
            <pc:docMk/>
            <pc:sldMk cId="4142753006" sldId="407"/>
            <ac:spMk id="80" creationId="{E1BA67DE-AC33-4E2B-9A83-0B97BCF093FF}"/>
          </ac:spMkLst>
        </pc:spChg>
        <pc:spChg chg="add del mod">
          <ac:chgData name="Yang, Chun-yu" userId="57c5ba99-e68a-448a-8f42-8e6ab6811b9f" providerId="ADAL" clId="{77A38673-4DE1-485E-BBC6-1D47039C1794}" dt="2021-10-14T07:15:58.892" v="3657" actId="478"/>
          <ac:spMkLst>
            <pc:docMk/>
            <pc:sldMk cId="4142753006" sldId="407"/>
            <ac:spMk id="82" creationId="{2404E179-EE28-419C-9399-86275C4A99E9}"/>
          </ac:spMkLst>
        </pc:spChg>
        <pc:spChg chg="del">
          <ac:chgData name="Yang, Chun-yu" userId="57c5ba99-e68a-448a-8f42-8e6ab6811b9f" providerId="ADAL" clId="{77A38673-4DE1-485E-BBC6-1D47039C1794}" dt="2021-10-14T07:06:23.094" v="3579" actId="478"/>
          <ac:spMkLst>
            <pc:docMk/>
            <pc:sldMk cId="4142753006" sldId="407"/>
            <ac:spMk id="87" creationId="{D842C1F7-0ADB-45FC-BC38-1BD904E58D35}"/>
          </ac:spMkLst>
        </pc:spChg>
        <pc:spChg chg="add del mod">
          <ac:chgData name="Yang, Chun-yu" userId="57c5ba99-e68a-448a-8f42-8e6ab6811b9f" providerId="ADAL" clId="{77A38673-4DE1-485E-BBC6-1D47039C1794}" dt="2021-10-14T07:20:16.395" v="3683" actId="478"/>
          <ac:spMkLst>
            <pc:docMk/>
            <pc:sldMk cId="4142753006" sldId="407"/>
            <ac:spMk id="89" creationId="{21826EA6-3154-4160-9186-3BF788A7EF6F}"/>
          </ac:spMkLst>
        </pc:spChg>
        <pc:spChg chg="del">
          <ac:chgData name="Yang, Chun-yu" userId="57c5ba99-e68a-448a-8f42-8e6ab6811b9f" providerId="ADAL" clId="{77A38673-4DE1-485E-BBC6-1D47039C1794}" dt="2021-10-14T07:06:25.323" v="3580" actId="478"/>
          <ac:spMkLst>
            <pc:docMk/>
            <pc:sldMk cId="4142753006" sldId="407"/>
            <ac:spMk id="93" creationId="{F4C61183-1E63-4EE4-BF73-2666D86D4537}"/>
          </ac:spMkLst>
        </pc:spChg>
        <pc:spChg chg="del">
          <ac:chgData name="Yang, Chun-yu" userId="57c5ba99-e68a-448a-8f42-8e6ab6811b9f" providerId="ADAL" clId="{77A38673-4DE1-485E-BBC6-1D47039C1794}" dt="2021-10-14T07:03:58.608" v="3565" actId="478"/>
          <ac:spMkLst>
            <pc:docMk/>
            <pc:sldMk cId="4142753006" sldId="407"/>
            <ac:spMk id="96" creationId="{586CEBE9-2DD8-4D39-9059-5AFDD041BC6D}"/>
          </ac:spMkLst>
        </pc:spChg>
        <pc:spChg chg="mod">
          <ac:chgData name="Yang, Chun-yu" userId="57c5ba99-e68a-448a-8f42-8e6ab6811b9f" providerId="ADAL" clId="{77A38673-4DE1-485E-BBC6-1D47039C1794}" dt="2021-10-14T07:04:08.838" v="3566" actId="1076"/>
          <ac:spMkLst>
            <pc:docMk/>
            <pc:sldMk cId="4142753006" sldId="407"/>
            <ac:spMk id="101" creationId="{B92F0127-C171-4E4C-9F98-5700121F8C60}"/>
          </ac:spMkLst>
        </pc:spChg>
        <pc:grpChg chg="add del">
          <ac:chgData name="Yang, Chun-yu" userId="57c5ba99-e68a-448a-8f42-8e6ab6811b9f" providerId="ADAL" clId="{77A38673-4DE1-485E-BBC6-1D47039C1794}" dt="2021-10-14T08:19:30.509" v="4227" actId="478"/>
          <ac:grpSpMkLst>
            <pc:docMk/>
            <pc:sldMk cId="4142753006" sldId="407"/>
            <ac:grpSpMk id="128" creationId="{37D76238-8CA2-4EA0-B792-51C5476B6ACC}"/>
          </ac:grpSpMkLst>
        </pc:grpChg>
        <pc:picChg chg="add mod">
          <ac:chgData name="Yang, Chun-yu" userId="57c5ba99-e68a-448a-8f42-8e6ab6811b9f" providerId="ADAL" clId="{77A38673-4DE1-485E-BBC6-1D47039C1794}" dt="2021-10-14T07:22:01.802" v="3694" actId="1076"/>
          <ac:picMkLst>
            <pc:docMk/>
            <pc:sldMk cId="4142753006" sldId="407"/>
            <ac:picMk id="9" creationId="{FFDF7806-B83E-4E7A-88C9-EB67A336C445}"/>
          </ac:picMkLst>
        </pc:picChg>
        <pc:picChg chg="add del mod ord modCrop">
          <ac:chgData name="Yang, Chun-yu" userId="57c5ba99-e68a-448a-8f42-8e6ab6811b9f" providerId="ADAL" clId="{77A38673-4DE1-485E-BBC6-1D47039C1794}" dt="2021-10-14T07:14:55.857" v="3653" actId="478"/>
          <ac:picMkLst>
            <pc:docMk/>
            <pc:sldMk cId="4142753006" sldId="407"/>
            <ac:picMk id="14" creationId="{C68FD967-E88F-4E3E-B038-2F0FEC0F6365}"/>
          </ac:picMkLst>
        </pc:picChg>
        <pc:picChg chg="add mod">
          <ac:chgData name="Yang, Chun-yu" userId="57c5ba99-e68a-448a-8f42-8e6ab6811b9f" providerId="ADAL" clId="{77A38673-4DE1-485E-BBC6-1D47039C1794}" dt="2021-10-14T07:22:11.770" v="3697" actId="1076"/>
          <ac:picMkLst>
            <pc:docMk/>
            <pc:sldMk cId="4142753006" sldId="407"/>
            <ac:picMk id="76" creationId="{9E739BD3-6F0F-44CF-B2C7-B199CDFB9874}"/>
          </ac:picMkLst>
        </pc:picChg>
        <pc:picChg chg="add mod">
          <ac:chgData name="Yang, Chun-yu" userId="57c5ba99-e68a-448a-8f42-8e6ab6811b9f" providerId="ADAL" clId="{77A38673-4DE1-485E-BBC6-1D47039C1794}" dt="2021-10-14T07:08:11.427" v="3593" actId="571"/>
          <ac:picMkLst>
            <pc:docMk/>
            <pc:sldMk cId="4142753006" sldId="407"/>
            <ac:picMk id="78" creationId="{AE02242A-2775-4B9F-A902-E161C3E88CD7}"/>
          </ac:picMkLst>
        </pc:picChg>
        <pc:picChg chg="add del">
          <ac:chgData name="Yang, Chun-yu" userId="57c5ba99-e68a-448a-8f42-8e6ab6811b9f" providerId="ADAL" clId="{77A38673-4DE1-485E-BBC6-1D47039C1794}" dt="2021-10-14T07:11:37.854" v="3608" actId="478"/>
          <ac:picMkLst>
            <pc:docMk/>
            <pc:sldMk cId="4142753006" sldId="407"/>
            <ac:picMk id="81" creationId="{AE4A2DED-696A-4DD9-9909-60515CEB5523}"/>
          </ac:picMkLst>
        </pc:picChg>
        <pc:picChg chg="add mod ord">
          <ac:chgData name="Yang, Chun-yu" userId="57c5ba99-e68a-448a-8f42-8e6ab6811b9f" providerId="ADAL" clId="{77A38673-4DE1-485E-BBC6-1D47039C1794}" dt="2021-10-14T07:15:02.530" v="3655" actId="167"/>
          <ac:picMkLst>
            <pc:docMk/>
            <pc:sldMk cId="4142753006" sldId="407"/>
            <ac:picMk id="88" creationId="{70ECD7B9-6F1F-4B13-BFDE-0FEDBBF385B5}"/>
          </ac:picMkLst>
        </pc:picChg>
        <pc:picChg chg="add mod">
          <ac:chgData name="Yang, Chun-yu" userId="57c5ba99-e68a-448a-8f42-8e6ab6811b9f" providerId="ADAL" clId="{77A38673-4DE1-485E-BBC6-1D47039C1794}" dt="2021-10-14T07:21:52.776" v="3692" actId="1076"/>
          <ac:picMkLst>
            <pc:docMk/>
            <pc:sldMk cId="4142753006" sldId="407"/>
            <ac:picMk id="90" creationId="{3F20CF69-83A3-4BF3-A2AF-E70BCEB1183A}"/>
          </ac:picMkLst>
        </pc:picChg>
        <pc:picChg chg="add mod">
          <ac:chgData name="Yang, Chun-yu" userId="57c5ba99-e68a-448a-8f42-8e6ab6811b9f" providerId="ADAL" clId="{77A38673-4DE1-485E-BBC6-1D47039C1794}" dt="2021-10-14T07:21:54.624" v="3693" actId="1076"/>
          <ac:picMkLst>
            <pc:docMk/>
            <pc:sldMk cId="4142753006" sldId="407"/>
            <ac:picMk id="91" creationId="{E6F86EB8-355E-4634-82A8-FB05B3055DA0}"/>
          </ac:picMkLst>
        </pc:picChg>
        <pc:picChg chg="add mod">
          <ac:chgData name="Yang, Chun-yu" userId="57c5ba99-e68a-448a-8f42-8e6ab6811b9f" providerId="ADAL" clId="{77A38673-4DE1-485E-BBC6-1D47039C1794}" dt="2021-10-14T07:21:15.498" v="3689" actId="571"/>
          <ac:picMkLst>
            <pc:docMk/>
            <pc:sldMk cId="4142753006" sldId="407"/>
            <ac:picMk id="97" creationId="{DE14E540-0BFE-41AF-BE33-7C0A98D4AB7E}"/>
          </ac:picMkLst>
        </pc:picChg>
      </pc:sldChg>
      <pc:sldChg chg="addSp delSp modSp add mod delAnim modAnim">
        <pc:chgData name="Yang, Chun-yu" userId="57c5ba99-e68a-448a-8f42-8e6ab6811b9f" providerId="ADAL" clId="{77A38673-4DE1-485E-BBC6-1D47039C1794}" dt="2021-10-14T08:37:42.581" v="4479" actId="20577"/>
        <pc:sldMkLst>
          <pc:docMk/>
          <pc:sldMk cId="2130754701" sldId="408"/>
        </pc:sldMkLst>
        <pc:spChg chg="add mod">
          <ac:chgData name="Yang, Chun-yu" userId="57c5ba99-e68a-448a-8f42-8e6ab6811b9f" providerId="ADAL" clId="{77A38673-4DE1-485E-BBC6-1D47039C1794}" dt="2021-10-14T08:31:17.221" v="4359" actId="1076"/>
          <ac:spMkLst>
            <pc:docMk/>
            <pc:sldMk cId="2130754701" sldId="408"/>
            <ac:spMk id="4" creationId="{932FFD20-1C86-45F0-9082-5B821A89BE10}"/>
          </ac:spMkLst>
        </pc:spChg>
        <pc:spChg chg="del">
          <ac:chgData name="Yang, Chun-yu" userId="57c5ba99-e68a-448a-8f42-8e6ab6811b9f" providerId="ADAL" clId="{77A38673-4DE1-485E-BBC6-1D47039C1794}" dt="2021-10-14T08:32:54.122" v="4379" actId="478"/>
          <ac:spMkLst>
            <pc:docMk/>
            <pc:sldMk cId="2130754701" sldId="408"/>
            <ac:spMk id="15" creationId="{449CEBB7-4C81-4327-BBE4-780451A1C971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65" creationId="{6CA949F5-53E2-4CD1-BC9C-E08681B302E2}"/>
          </ac:spMkLst>
        </pc:spChg>
        <pc:spChg chg="add mod">
          <ac:chgData name="Yang, Chun-yu" userId="57c5ba99-e68a-448a-8f42-8e6ab6811b9f" providerId="ADAL" clId="{77A38673-4DE1-485E-BBC6-1D47039C1794}" dt="2021-10-14T08:33:26.706" v="4381" actId="14100"/>
          <ac:spMkLst>
            <pc:docMk/>
            <pc:sldMk cId="2130754701" sldId="408"/>
            <ac:spMk id="69" creationId="{68A61B72-3A83-41ED-BEBC-B39ED46AE2DC}"/>
          </ac:spMkLst>
        </pc:spChg>
        <pc:spChg chg="add mod">
          <ac:chgData name="Yang, Chun-yu" userId="57c5ba99-e68a-448a-8f42-8e6ab6811b9f" providerId="ADAL" clId="{77A38673-4DE1-485E-BBC6-1D47039C1794}" dt="2021-10-14T07:24:21.424" v="3707" actId="1076"/>
          <ac:spMkLst>
            <pc:docMk/>
            <pc:sldMk cId="2130754701" sldId="408"/>
            <ac:spMk id="70" creationId="{501331BE-4F9A-4BE8-AA00-EBE0D944A3C9}"/>
          </ac:spMkLst>
        </pc:spChg>
        <pc:spChg chg="mod">
          <ac:chgData name="Yang, Chun-yu" userId="57c5ba99-e68a-448a-8f42-8e6ab6811b9f" providerId="ADAL" clId="{77A38673-4DE1-485E-BBC6-1D47039C1794}" dt="2021-10-14T08:33:38.963" v="4382" actId="1076"/>
          <ac:spMkLst>
            <pc:docMk/>
            <pc:sldMk cId="2130754701" sldId="408"/>
            <ac:spMk id="75" creationId="{87F01627-1E11-471C-95A1-5585A87FBC70}"/>
          </ac:spMkLst>
        </pc:spChg>
        <pc:spChg chg="add del mod">
          <ac:chgData name="Yang, Chun-yu" userId="57c5ba99-e68a-448a-8f42-8e6ab6811b9f" providerId="ADAL" clId="{77A38673-4DE1-485E-BBC6-1D47039C1794}" dt="2021-10-14T08:28:17.284" v="4271" actId="478"/>
          <ac:spMkLst>
            <pc:docMk/>
            <pc:sldMk cId="2130754701" sldId="408"/>
            <ac:spMk id="80" creationId="{FFD8C067-2BFB-4623-BF19-B5FF54ABA2ED}"/>
          </ac:spMkLst>
        </pc:spChg>
        <pc:spChg chg="add del mod">
          <ac:chgData name="Yang, Chun-yu" userId="57c5ba99-e68a-448a-8f42-8e6ab6811b9f" providerId="ADAL" clId="{77A38673-4DE1-485E-BBC6-1D47039C1794}" dt="2021-10-14T08:28:17.284" v="4271" actId="478"/>
          <ac:spMkLst>
            <pc:docMk/>
            <pc:sldMk cId="2130754701" sldId="408"/>
            <ac:spMk id="81" creationId="{966DC45E-DC9F-43C6-AFC7-F761BBE3E75D}"/>
          </ac:spMkLst>
        </pc:spChg>
        <pc:spChg chg="add del mod">
          <ac:chgData name="Yang, Chun-yu" userId="57c5ba99-e68a-448a-8f42-8e6ab6811b9f" providerId="ADAL" clId="{77A38673-4DE1-485E-BBC6-1D47039C1794}" dt="2021-10-14T08:28:17.284" v="4271" actId="478"/>
          <ac:spMkLst>
            <pc:docMk/>
            <pc:sldMk cId="2130754701" sldId="408"/>
            <ac:spMk id="82" creationId="{757C15BC-18D0-497E-892B-832C70543E1A}"/>
          </ac:spMkLst>
        </pc:spChg>
        <pc:spChg chg="add del mod">
          <ac:chgData name="Yang, Chun-yu" userId="57c5ba99-e68a-448a-8f42-8e6ab6811b9f" providerId="ADAL" clId="{77A38673-4DE1-485E-BBC6-1D47039C1794}" dt="2021-10-14T08:29:43.204" v="4342" actId="21"/>
          <ac:spMkLst>
            <pc:docMk/>
            <pc:sldMk cId="2130754701" sldId="408"/>
            <ac:spMk id="87" creationId="{607D57F6-4C97-4AC7-B4AC-6DF4EF89AE2E}"/>
          </ac:spMkLst>
        </pc:spChg>
        <pc:spChg chg="del">
          <ac:chgData name="Yang, Chun-yu" userId="57c5ba99-e68a-448a-8f42-8e6ab6811b9f" providerId="ADAL" clId="{77A38673-4DE1-485E-BBC6-1D47039C1794}" dt="2021-10-14T08:32:01.028" v="4373" actId="478"/>
          <ac:spMkLst>
            <pc:docMk/>
            <pc:sldMk cId="2130754701" sldId="408"/>
            <ac:spMk id="89" creationId="{21826EA6-3154-4160-9186-3BF788A7EF6F}"/>
          </ac:spMkLst>
        </pc:spChg>
        <pc:spChg chg="add mod">
          <ac:chgData name="Yang, Chun-yu" userId="57c5ba99-e68a-448a-8f42-8e6ab6811b9f" providerId="ADAL" clId="{77A38673-4DE1-485E-BBC6-1D47039C1794}" dt="2021-10-14T08:34:13.199" v="4414" actId="20577"/>
          <ac:spMkLst>
            <pc:docMk/>
            <pc:sldMk cId="2130754701" sldId="408"/>
            <ac:spMk id="90" creationId="{4DC80A59-477D-404D-8339-374BA98040D5}"/>
          </ac:spMkLst>
        </pc:spChg>
        <pc:spChg chg="add mod">
          <ac:chgData name="Yang, Chun-yu" userId="57c5ba99-e68a-448a-8f42-8e6ab6811b9f" providerId="ADAL" clId="{77A38673-4DE1-485E-BBC6-1D47039C1794}" dt="2021-10-14T08:34:10.098" v="4412" actId="20577"/>
          <ac:spMkLst>
            <pc:docMk/>
            <pc:sldMk cId="2130754701" sldId="408"/>
            <ac:spMk id="91" creationId="{61FB8153-C573-476D-BB5D-4672E240D127}"/>
          </ac:spMkLst>
        </pc:spChg>
        <pc:spChg chg="add mod">
          <ac:chgData name="Yang, Chun-yu" userId="57c5ba99-e68a-448a-8f42-8e6ab6811b9f" providerId="ADAL" clId="{77A38673-4DE1-485E-BBC6-1D47039C1794}" dt="2021-10-14T08:36:43.803" v="4437" actId="20577"/>
          <ac:spMkLst>
            <pc:docMk/>
            <pc:sldMk cId="2130754701" sldId="408"/>
            <ac:spMk id="93" creationId="{0A61BC4E-1DCB-4AF6-8A20-9F7F3A7B1B5F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95" creationId="{637DE42A-7025-480C-BEB3-46503548033B}"/>
          </ac:spMkLst>
        </pc:spChg>
        <pc:spChg chg="add mod">
          <ac:chgData name="Yang, Chun-yu" userId="57c5ba99-e68a-448a-8f42-8e6ab6811b9f" providerId="ADAL" clId="{77A38673-4DE1-485E-BBC6-1D47039C1794}" dt="2021-10-14T08:36:49.673" v="4439" actId="1076"/>
          <ac:spMkLst>
            <pc:docMk/>
            <pc:sldMk cId="2130754701" sldId="408"/>
            <ac:spMk id="96" creationId="{64334822-63A4-4057-BE04-78816191FD23}"/>
          </ac:spMkLst>
        </pc:spChg>
        <pc:spChg chg="add mod">
          <ac:chgData name="Yang, Chun-yu" userId="57c5ba99-e68a-448a-8f42-8e6ab6811b9f" providerId="ADAL" clId="{77A38673-4DE1-485E-BBC6-1D47039C1794}" dt="2021-10-14T08:36:52.333" v="4440" actId="1076"/>
          <ac:spMkLst>
            <pc:docMk/>
            <pc:sldMk cId="2130754701" sldId="408"/>
            <ac:spMk id="97" creationId="{5FD3036C-5A59-40D5-BDDF-0E31FA9EA347}"/>
          </ac:spMkLst>
        </pc:spChg>
        <pc:spChg chg="add mod">
          <ac:chgData name="Yang, Chun-yu" userId="57c5ba99-e68a-448a-8f42-8e6ab6811b9f" providerId="ADAL" clId="{77A38673-4DE1-485E-BBC6-1D47039C1794}" dt="2021-10-14T08:37:42.581" v="4479" actId="20577"/>
          <ac:spMkLst>
            <pc:docMk/>
            <pc:sldMk cId="2130754701" sldId="408"/>
            <ac:spMk id="98" creationId="{38A63047-9742-43FD-9F67-32F220998218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99" creationId="{74109D6F-A849-4697-AF66-D18EFA815336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100" creationId="{7C02A6C3-BDD4-469E-AD7A-91693714CFC6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101" creationId="{B92F0127-C171-4E4C-9F98-5700121F8C60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112" creationId="{517C614D-983E-438F-A5D4-421CDDF0731B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129" creationId="{147A1896-B61F-4427-8935-614B263DE831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130" creationId="{F8C0FF1F-5EBA-4377-B4CE-A10811FBC74D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131" creationId="{193076FE-BFD7-493F-8C24-A881BD4721D9}"/>
          </ac:spMkLst>
        </pc:spChg>
        <pc:spChg chg="del">
          <ac:chgData name="Yang, Chun-yu" userId="57c5ba99-e68a-448a-8f42-8e6ab6811b9f" providerId="ADAL" clId="{77A38673-4DE1-485E-BBC6-1D47039C1794}" dt="2021-10-14T07:24:44.295" v="3709" actId="478"/>
          <ac:spMkLst>
            <pc:docMk/>
            <pc:sldMk cId="2130754701" sldId="408"/>
            <ac:spMk id="132" creationId="{53464385-12C5-4E72-9BCB-CAEF13948321}"/>
          </ac:spMkLst>
        </pc:spChg>
        <pc:grpChg chg="del">
          <ac:chgData name="Yang, Chun-yu" userId="57c5ba99-e68a-448a-8f42-8e6ab6811b9f" providerId="ADAL" clId="{77A38673-4DE1-485E-BBC6-1D47039C1794}" dt="2021-10-14T07:24:44.295" v="3709" actId="478"/>
          <ac:grpSpMkLst>
            <pc:docMk/>
            <pc:sldMk cId="2130754701" sldId="408"/>
            <ac:grpSpMk id="128" creationId="{37D76238-8CA2-4EA0-B792-51C5476B6ACC}"/>
          </ac:grpSpMkLst>
        </pc:grpChg>
        <pc:picChg chg="del">
          <ac:chgData name="Yang, Chun-yu" userId="57c5ba99-e68a-448a-8f42-8e6ab6811b9f" providerId="ADAL" clId="{77A38673-4DE1-485E-BBC6-1D47039C1794}" dt="2021-10-14T07:22:56.724" v="3701" actId="478"/>
          <ac:picMkLst>
            <pc:docMk/>
            <pc:sldMk cId="2130754701" sldId="408"/>
            <ac:picMk id="9" creationId="{FFDF7806-B83E-4E7A-88C9-EB67A336C445}"/>
          </ac:picMkLst>
        </pc:picChg>
        <pc:picChg chg="del">
          <ac:chgData name="Yang, Chun-yu" userId="57c5ba99-e68a-448a-8f42-8e6ab6811b9f" providerId="ADAL" clId="{77A38673-4DE1-485E-BBC6-1D47039C1794}" dt="2021-10-14T07:22:55.522" v="3700" actId="478"/>
          <ac:picMkLst>
            <pc:docMk/>
            <pc:sldMk cId="2130754701" sldId="408"/>
            <ac:picMk id="76" creationId="{9E739BD3-6F0F-44CF-B2C7-B199CDFB9874}"/>
          </ac:picMkLst>
        </pc:picChg>
        <pc:picChg chg="del">
          <ac:chgData name="Yang, Chun-yu" userId="57c5ba99-e68a-448a-8f42-8e6ab6811b9f" providerId="ADAL" clId="{77A38673-4DE1-485E-BBC6-1D47039C1794}" dt="2021-10-14T07:22:57.919" v="3702" actId="478"/>
          <ac:picMkLst>
            <pc:docMk/>
            <pc:sldMk cId="2130754701" sldId="408"/>
            <ac:picMk id="78" creationId="{AE02242A-2775-4B9F-A902-E161C3E88CD7}"/>
          </ac:picMkLst>
        </pc:picChg>
      </pc:sldChg>
      <pc:sldChg chg="add del">
        <pc:chgData name="Yang, Chun-yu" userId="57c5ba99-e68a-448a-8f42-8e6ab6811b9f" providerId="ADAL" clId="{77A38673-4DE1-485E-BBC6-1D47039C1794}" dt="2021-10-14T08:38:18.046" v="4480" actId="47"/>
        <pc:sldMkLst>
          <pc:docMk/>
          <pc:sldMk cId="3056514252" sldId="409"/>
        </pc:sldMkLst>
      </pc:sldChg>
      <pc:sldChg chg="delSp new del mod">
        <pc:chgData name="Yang, Chun-yu" userId="57c5ba99-e68a-448a-8f42-8e6ab6811b9f" providerId="ADAL" clId="{77A38673-4DE1-485E-BBC6-1D47039C1794}" dt="2021-10-14T07:33:32.309" v="3843" actId="47"/>
        <pc:sldMkLst>
          <pc:docMk/>
          <pc:sldMk cId="1257054398" sldId="410"/>
        </pc:sldMkLst>
        <pc:spChg chg="del">
          <ac:chgData name="Yang, Chun-yu" userId="57c5ba99-e68a-448a-8f42-8e6ab6811b9f" providerId="ADAL" clId="{77A38673-4DE1-485E-BBC6-1D47039C1794}" dt="2021-10-14T07:33:11.809" v="3841" actId="478"/>
          <ac:spMkLst>
            <pc:docMk/>
            <pc:sldMk cId="1257054398" sldId="410"/>
            <ac:spMk id="2" creationId="{D559845A-10B4-4C54-8995-0C05402311F1}"/>
          </ac:spMkLst>
        </pc:spChg>
      </pc:sldChg>
      <pc:sldChg chg="addSp delSp modSp add mod ord delAnim modAnim">
        <pc:chgData name="Yang, Chun-yu" userId="57c5ba99-e68a-448a-8f42-8e6ab6811b9f" providerId="ADAL" clId="{77A38673-4DE1-485E-BBC6-1D47039C1794}" dt="2021-10-14T08:30:38.568" v="4354"/>
        <pc:sldMkLst>
          <pc:docMk/>
          <pc:sldMk cId="2171324200" sldId="411"/>
        </pc:sldMkLst>
        <pc:spChg chg="del">
          <ac:chgData name="Yang, Chun-yu" userId="57c5ba99-e68a-448a-8f42-8e6ab6811b9f" providerId="ADAL" clId="{77A38673-4DE1-485E-BBC6-1D47039C1794}" dt="2021-10-14T07:38:28.219" v="3997" actId="478"/>
          <ac:spMkLst>
            <pc:docMk/>
            <pc:sldMk cId="2171324200" sldId="411"/>
            <ac:spMk id="2" creationId="{1B52CC77-8AC4-4C08-A009-6DBC66FC24F6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3" creationId="{D314AB40-213B-443A-8265-B859D58F70A6}"/>
          </ac:spMkLst>
        </pc:spChg>
        <pc:spChg chg="add del mod">
          <ac:chgData name="Yang, Chun-yu" userId="57c5ba99-e68a-448a-8f42-8e6ab6811b9f" providerId="ADAL" clId="{77A38673-4DE1-485E-BBC6-1D47039C1794}" dt="2021-10-14T07:33:42.227" v="3845" actId="478"/>
          <ac:spMkLst>
            <pc:docMk/>
            <pc:sldMk cId="2171324200" sldId="411"/>
            <ac:spMk id="5" creationId="{454D9582-FC95-42CD-972C-5213DB72A1F7}"/>
          </ac:spMkLst>
        </pc:spChg>
        <pc:spChg chg="del">
          <ac:chgData name="Yang, Chun-yu" userId="57c5ba99-e68a-448a-8f42-8e6ab6811b9f" providerId="ADAL" clId="{77A38673-4DE1-485E-BBC6-1D47039C1794}" dt="2021-10-14T07:33:39.453" v="3844" actId="478"/>
          <ac:spMkLst>
            <pc:docMk/>
            <pc:sldMk cId="2171324200" sldId="411"/>
            <ac:spMk id="6" creationId="{4DFC77FA-73C1-4F7C-AFB4-41F47D5A93EA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7" creationId="{6CED72A5-9853-4324-8EA8-9111F3426476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8" creationId="{8DE8F508-06A7-4F2F-BCD1-CA2E833C9350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1" creationId="{BA23573E-580A-4AC9-AC31-85DA68C8974A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6" creationId="{6BB8DB0C-70B1-4715-AD95-5204A906400B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30" creationId="{4EFA4238-21E2-4B21-8A33-B41D6FEEC323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31" creationId="{E218ACA4-A66B-4CAC-BE4C-6625917B36C2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40" creationId="{EEAFAFD5-0B83-46FD-A9B2-84D1B06CD187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42" creationId="{D90851E6-6316-42EB-90AB-661743B82A0A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43" creationId="{DBC28DBC-BFCC-4575-BEFE-C435A004A1A0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44" creationId="{F4A756C5-AAB8-438E-A450-B25C7359DAFF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45" creationId="{EB7C6BCF-DEC5-4C46-B1BB-F38BE37B644F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46" creationId="{78CD422A-F44F-4185-A5C5-C653615892F1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47" creationId="{3B1F849C-11FD-4B78-941F-6C8BDA95D186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48" creationId="{DB15F3B7-9045-41D4-9738-6145AFD0A03D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52" creationId="{30D0B9CA-5879-4DFA-BD81-DE48C7A2DAA1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53" creationId="{1F6857EE-CED8-4917-AD86-B4CC59249A00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54" creationId="{742288A1-F4FE-4200-AE70-B9B2CD3B95B3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55" creationId="{2F64430A-3DDE-4D25-BFDB-9CBDA03BA299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62" creationId="{3FA7F484-055F-420F-BAED-BF75E1E2147B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63" creationId="{23DFB0F4-E3BD-40D2-8EB5-A0F63B3F5851}"/>
          </ac:spMkLst>
        </pc:spChg>
        <pc:spChg chg="del">
          <ac:chgData name="Yang, Chun-yu" userId="57c5ba99-e68a-448a-8f42-8e6ab6811b9f" providerId="ADAL" clId="{77A38673-4DE1-485E-BBC6-1D47039C1794}" dt="2021-10-14T07:35:00.010" v="3891" actId="478"/>
          <ac:spMkLst>
            <pc:docMk/>
            <pc:sldMk cId="2171324200" sldId="411"/>
            <ac:spMk id="64" creationId="{8AE4D27B-8666-466D-8AAF-383D49B49578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65" creationId="{6CA949F5-53E2-4CD1-BC9C-E08681B302E2}"/>
          </ac:spMkLst>
        </pc:spChg>
        <pc:spChg chg="del">
          <ac:chgData name="Yang, Chun-yu" userId="57c5ba99-e68a-448a-8f42-8e6ab6811b9f" providerId="ADAL" clId="{77A38673-4DE1-485E-BBC6-1D47039C1794}" dt="2021-10-14T07:35:00.010" v="3891" actId="478"/>
          <ac:spMkLst>
            <pc:docMk/>
            <pc:sldMk cId="2171324200" sldId="411"/>
            <ac:spMk id="66" creationId="{275A7EA2-2E32-4251-88AF-8BB04325D29F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71" creationId="{90DEFB33-9935-41A5-B006-F4173C9AD385}"/>
          </ac:spMkLst>
        </pc:spChg>
        <pc:spChg chg="mod">
          <ac:chgData name="Yang, Chun-yu" userId="57c5ba99-e68a-448a-8f42-8e6ab6811b9f" providerId="ADAL" clId="{77A38673-4DE1-485E-BBC6-1D47039C1794}" dt="2021-10-14T07:35:13.562" v="3893" actId="13822"/>
          <ac:spMkLst>
            <pc:docMk/>
            <pc:sldMk cId="2171324200" sldId="411"/>
            <ac:spMk id="73" creationId="{48394403-E2E6-41FD-AA0D-827A02D82692}"/>
          </ac:spMkLst>
        </pc:spChg>
        <pc:spChg chg="mod">
          <ac:chgData name="Yang, Chun-yu" userId="57c5ba99-e68a-448a-8f42-8e6ab6811b9f" providerId="ADAL" clId="{77A38673-4DE1-485E-BBC6-1D47039C1794}" dt="2021-10-14T07:34:37.887" v="3873" actId="20577"/>
          <ac:spMkLst>
            <pc:docMk/>
            <pc:sldMk cId="2171324200" sldId="411"/>
            <ac:spMk id="74" creationId="{2B6325E5-86D8-4260-BFC6-DF3347F6CE92}"/>
          </ac:spMkLst>
        </pc:spChg>
        <pc:spChg chg="del">
          <ac:chgData name="Yang, Chun-yu" userId="57c5ba99-e68a-448a-8f42-8e6ab6811b9f" providerId="ADAL" clId="{77A38673-4DE1-485E-BBC6-1D47039C1794}" dt="2021-10-14T07:35:00.010" v="3891" actId="478"/>
          <ac:spMkLst>
            <pc:docMk/>
            <pc:sldMk cId="2171324200" sldId="411"/>
            <ac:spMk id="75" creationId="{87F01627-1E11-471C-95A1-5585A87FBC70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77" creationId="{D779C2C2-8D6E-46D5-AFBC-A42902773619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79" creationId="{2D4F8019-9A67-4407-885E-1B520F45BA21}"/>
          </ac:spMkLst>
        </pc:spChg>
        <pc:spChg chg="mod">
          <ac:chgData name="Yang, Chun-yu" userId="57c5ba99-e68a-448a-8f42-8e6ab6811b9f" providerId="ADAL" clId="{77A38673-4DE1-485E-BBC6-1D47039C1794}" dt="2021-10-14T07:34:33.836" v="3870" actId="571"/>
          <ac:spMkLst>
            <pc:docMk/>
            <pc:sldMk cId="2171324200" sldId="411"/>
            <ac:spMk id="81" creationId="{F2D34D20-CCB1-4DFA-97F9-15F8FDD8B603}"/>
          </ac:spMkLst>
        </pc:spChg>
        <pc:spChg chg="mod">
          <ac:chgData name="Yang, Chun-yu" userId="57c5ba99-e68a-448a-8f42-8e6ab6811b9f" providerId="ADAL" clId="{77A38673-4DE1-485E-BBC6-1D47039C1794}" dt="2021-10-14T07:34:48.944" v="3889" actId="20577"/>
          <ac:spMkLst>
            <pc:docMk/>
            <pc:sldMk cId="2171324200" sldId="411"/>
            <ac:spMk id="82" creationId="{AB35274F-E313-4AD7-A2AD-411445AA6EFB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84" creationId="{A53D8517-2544-4859-A15F-9DB5073248BA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85" creationId="{53D587E1-A5C7-43F2-B609-B58285E3FFF7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86" creationId="{6B0972B8-3973-4F68-9086-CE1F26841C02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87" creationId="{C0C8DEA8-020C-47C8-9167-B1B0338EC1D8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89" creationId="{1905CEE2-87F7-4A70-A947-0723A64CA904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92" creationId="{F496C99D-0AA5-4404-9EEB-33752909FC07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93" creationId="{C75F5EBC-665F-4764-98E7-523FD4C60141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94" creationId="{744F6AE4-51A7-4202-9653-FE6E59D75FB3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95" creationId="{637DE42A-7025-480C-BEB3-46503548033B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96" creationId="{A417C8FB-C51E-478D-AE03-E4C7A649351F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98" creationId="{6038107F-8288-459D-A40B-110ADC4AFABA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99" creationId="{74109D6F-A849-4697-AF66-D18EFA815336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00" creationId="{7C02A6C3-BDD4-469E-AD7A-91693714CFC6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01" creationId="{B92F0127-C171-4E4C-9F98-5700121F8C60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02" creationId="{C0836E27-4903-4F91-A786-FB8FDBEF33A4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03" creationId="{BBA118D5-229C-4EAB-B452-F98626584C93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04" creationId="{F81E270D-38EA-42D1-8900-D6E2AD292E76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05" creationId="{AA9C9E15-663D-4D7A-BA76-AF8360A85252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06" creationId="{9C0A1881-7F0D-4ABB-8EFD-2347BEC72854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08" creationId="{9671925C-B9D0-4CBC-A7A1-064383FC73F6}"/>
          </ac:spMkLst>
        </pc:spChg>
        <pc:spChg chg="del">
          <ac:chgData name="Yang, Chun-yu" userId="57c5ba99-e68a-448a-8f42-8e6ab6811b9f" providerId="ADAL" clId="{77A38673-4DE1-485E-BBC6-1D47039C1794}" dt="2021-10-14T07:35:00.010" v="3891" actId="478"/>
          <ac:spMkLst>
            <pc:docMk/>
            <pc:sldMk cId="2171324200" sldId="411"/>
            <ac:spMk id="110" creationId="{4177FF89-1300-4AD7-BA4C-F18651438237}"/>
          </ac:spMkLst>
        </pc:spChg>
        <pc:spChg chg="del">
          <ac:chgData name="Yang, Chun-yu" userId="57c5ba99-e68a-448a-8f42-8e6ab6811b9f" providerId="ADAL" clId="{77A38673-4DE1-485E-BBC6-1D47039C1794}" dt="2021-10-14T07:35:00.010" v="3891" actId="478"/>
          <ac:spMkLst>
            <pc:docMk/>
            <pc:sldMk cId="2171324200" sldId="411"/>
            <ac:spMk id="111" creationId="{2A3688FF-9832-4BF7-A134-5C0E2DB14FDC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12" creationId="{517C614D-983E-438F-A5D4-421CDDF0731B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13" creationId="{5D71D8F9-AA92-4D60-9644-B40BFCF0465D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15" creationId="{BF185618-BF4B-46D6-B875-3AAA786A83B3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17" creationId="{2F0752DC-B823-4B6F-B1B9-9B702A4204F9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18" creationId="{70890A6B-5C12-439B-9BF1-3D0896767A94}"/>
          </ac:spMkLst>
        </pc:spChg>
        <pc:spChg chg="add mod">
          <ac:chgData name="Yang, Chun-yu" userId="57c5ba99-e68a-448a-8f42-8e6ab6811b9f" providerId="ADAL" clId="{77A38673-4DE1-485E-BBC6-1D47039C1794}" dt="2021-10-14T07:52:42.097" v="4064" actId="1076"/>
          <ac:spMkLst>
            <pc:docMk/>
            <pc:sldMk cId="2171324200" sldId="411"/>
            <ac:spMk id="120" creationId="{A04C3C0F-A704-4FD7-B4C1-60CEDB4E254A}"/>
          </ac:spMkLst>
        </pc:spChg>
        <pc:spChg chg="add mod">
          <ac:chgData name="Yang, Chun-yu" userId="57c5ba99-e68a-448a-8f42-8e6ab6811b9f" providerId="ADAL" clId="{77A38673-4DE1-485E-BBC6-1D47039C1794}" dt="2021-10-14T07:53:15.051" v="4066" actId="1076"/>
          <ac:spMkLst>
            <pc:docMk/>
            <pc:sldMk cId="2171324200" sldId="411"/>
            <ac:spMk id="121" creationId="{5625478A-D6CD-4947-A5CB-18E87BE90333}"/>
          </ac:spMkLst>
        </pc:spChg>
        <pc:spChg chg="add mod">
          <ac:chgData name="Yang, Chun-yu" userId="57c5ba99-e68a-448a-8f42-8e6ab6811b9f" providerId="ADAL" clId="{77A38673-4DE1-485E-BBC6-1D47039C1794}" dt="2021-10-14T08:29:50.292" v="4344" actId="1076"/>
          <ac:spMkLst>
            <pc:docMk/>
            <pc:sldMk cId="2171324200" sldId="411"/>
            <ac:spMk id="123" creationId="{AD30AF7C-83EE-4631-8738-968A46C77C28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29" creationId="{147A1896-B61F-4427-8935-614B263DE831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30" creationId="{F8C0FF1F-5EBA-4377-B4CE-A10811FBC74D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31" creationId="{193076FE-BFD7-493F-8C24-A881BD4721D9}"/>
          </ac:spMkLst>
        </pc:spChg>
        <pc:spChg chg="del">
          <ac:chgData name="Yang, Chun-yu" userId="57c5ba99-e68a-448a-8f42-8e6ab6811b9f" providerId="ADAL" clId="{77A38673-4DE1-485E-BBC6-1D47039C1794}" dt="2021-10-14T07:33:46.443" v="3846" actId="478"/>
          <ac:spMkLst>
            <pc:docMk/>
            <pc:sldMk cId="2171324200" sldId="411"/>
            <ac:spMk id="132" creationId="{53464385-12C5-4E72-9BCB-CAEF13948321}"/>
          </ac:spMkLst>
        </pc:spChg>
        <pc:grpChg chg="del">
          <ac:chgData name="Yang, Chun-yu" userId="57c5ba99-e68a-448a-8f42-8e6ab6811b9f" providerId="ADAL" clId="{77A38673-4DE1-485E-BBC6-1D47039C1794}" dt="2021-10-14T07:33:49.686" v="3847" actId="478"/>
          <ac:grpSpMkLst>
            <pc:docMk/>
            <pc:sldMk cId="2171324200" sldId="411"/>
            <ac:grpSpMk id="61" creationId="{5A2FEFBE-CA68-4EF2-8970-E9CABBD2F636}"/>
          </ac:grpSpMkLst>
        </pc:grpChg>
        <pc:grpChg chg="del mod">
          <ac:chgData name="Yang, Chun-yu" userId="57c5ba99-e68a-448a-8f42-8e6ab6811b9f" providerId="ADAL" clId="{77A38673-4DE1-485E-BBC6-1D47039C1794}" dt="2021-10-14T07:35:25.185" v="3895" actId="478"/>
          <ac:grpSpMkLst>
            <pc:docMk/>
            <pc:sldMk cId="2171324200" sldId="411"/>
            <ac:grpSpMk id="72" creationId="{F0F93D24-9AEA-452A-A26F-E6BEA25194D0}"/>
          </ac:grpSpMkLst>
        </pc:grpChg>
        <pc:grpChg chg="add del mod">
          <ac:chgData name="Yang, Chun-yu" userId="57c5ba99-e68a-448a-8f42-8e6ab6811b9f" providerId="ADAL" clId="{77A38673-4DE1-485E-BBC6-1D47039C1794}" dt="2021-10-14T07:35:26.415" v="3896" actId="478"/>
          <ac:grpSpMkLst>
            <pc:docMk/>
            <pc:sldMk cId="2171324200" sldId="411"/>
            <ac:grpSpMk id="80" creationId="{CB908F1B-254C-4AB2-BCA3-17D153752B1E}"/>
          </ac:grpSpMkLst>
        </pc:grpChg>
        <pc:grpChg chg="del">
          <ac:chgData name="Yang, Chun-yu" userId="57c5ba99-e68a-448a-8f42-8e6ab6811b9f" providerId="ADAL" clId="{77A38673-4DE1-485E-BBC6-1D47039C1794}" dt="2021-10-14T07:33:46.443" v="3846" actId="478"/>
          <ac:grpSpMkLst>
            <pc:docMk/>
            <pc:sldMk cId="2171324200" sldId="411"/>
            <ac:grpSpMk id="128" creationId="{37D76238-8CA2-4EA0-B792-51C5476B6ACC}"/>
          </ac:grpSpMkLst>
        </pc:grpChg>
        <pc:picChg chg="del">
          <ac:chgData name="Yang, Chun-yu" userId="57c5ba99-e68a-448a-8f42-8e6ab6811b9f" providerId="ADAL" clId="{77A38673-4DE1-485E-BBC6-1D47039C1794}" dt="2021-10-14T07:33:46.443" v="3846" actId="478"/>
          <ac:picMkLst>
            <pc:docMk/>
            <pc:sldMk cId="2171324200" sldId="411"/>
            <ac:picMk id="9" creationId="{FFDF7806-B83E-4E7A-88C9-EB67A336C445}"/>
          </ac:picMkLst>
        </pc:picChg>
        <pc:picChg chg="del">
          <ac:chgData name="Yang, Chun-yu" userId="57c5ba99-e68a-448a-8f42-8e6ab6811b9f" providerId="ADAL" clId="{77A38673-4DE1-485E-BBC6-1D47039C1794}" dt="2021-10-14T07:33:46.443" v="3846" actId="478"/>
          <ac:picMkLst>
            <pc:docMk/>
            <pc:sldMk cId="2171324200" sldId="411"/>
            <ac:picMk id="10" creationId="{A3DDEF2C-6C1F-4DC1-99AD-EEE05D3E17BF}"/>
          </ac:picMkLst>
        </pc:picChg>
        <pc:picChg chg="del">
          <ac:chgData name="Yang, Chun-yu" userId="57c5ba99-e68a-448a-8f42-8e6ab6811b9f" providerId="ADAL" clId="{77A38673-4DE1-485E-BBC6-1D47039C1794}" dt="2021-10-14T07:33:46.443" v="3846" actId="478"/>
          <ac:picMkLst>
            <pc:docMk/>
            <pc:sldMk cId="2171324200" sldId="411"/>
            <ac:picMk id="76" creationId="{9E739BD3-6F0F-44CF-B2C7-B199CDFB9874}"/>
          </ac:picMkLst>
        </pc:picChg>
        <pc:picChg chg="del">
          <ac:chgData name="Yang, Chun-yu" userId="57c5ba99-e68a-448a-8f42-8e6ab6811b9f" providerId="ADAL" clId="{77A38673-4DE1-485E-BBC6-1D47039C1794}" dt="2021-10-14T07:33:46.443" v="3846" actId="478"/>
          <ac:picMkLst>
            <pc:docMk/>
            <pc:sldMk cId="2171324200" sldId="411"/>
            <ac:picMk id="78" creationId="{AE02242A-2775-4B9F-A902-E161C3E88CD7}"/>
          </ac:picMkLst>
        </pc:picChg>
        <pc:picChg chg="mod">
          <ac:chgData name="Yang, Chun-yu" userId="57c5ba99-e68a-448a-8f42-8e6ab6811b9f" providerId="ADAL" clId="{77A38673-4DE1-485E-BBC6-1D47039C1794}" dt="2021-10-14T07:37:01.956" v="3953" actId="1076"/>
          <ac:picMkLst>
            <pc:docMk/>
            <pc:sldMk cId="2171324200" sldId="411"/>
            <ac:picMk id="90" creationId="{3F20CF69-83A3-4BF3-A2AF-E70BCEB1183A}"/>
          </ac:picMkLst>
        </pc:picChg>
      </pc:sldChg>
      <pc:sldChg chg="delSp add del mod">
        <pc:chgData name="Yang, Chun-yu" userId="57c5ba99-e68a-448a-8f42-8e6ab6811b9f" providerId="ADAL" clId="{77A38673-4DE1-485E-BBC6-1D47039C1794}" dt="2021-10-14T08:38:44.067" v="4481" actId="47"/>
        <pc:sldMkLst>
          <pc:docMk/>
          <pc:sldMk cId="1778483471" sldId="412"/>
        </pc:sldMkLst>
        <pc:spChg chg="del">
          <ac:chgData name="Yang, Chun-yu" userId="57c5ba99-e68a-448a-8f42-8e6ab6811b9f" providerId="ADAL" clId="{77A38673-4DE1-485E-BBC6-1D47039C1794}" dt="2021-10-14T07:43:23.775" v="4054" actId="478"/>
          <ac:spMkLst>
            <pc:docMk/>
            <pc:sldMk cId="1778483471" sldId="412"/>
            <ac:spMk id="39" creationId="{F0DF6F49-3082-41BF-A18D-734A64618A06}"/>
          </ac:spMkLst>
        </pc:spChg>
        <pc:spChg chg="del">
          <ac:chgData name="Yang, Chun-yu" userId="57c5ba99-e68a-448a-8f42-8e6ab6811b9f" providerId="ADAL" clId="{77A38673-4DE1-485E-BBC6-1D47039C1794}" dt="2021-10-14T07:43:23.775" v="4054" actId="478"/>
          <ac:spMkLst>
            <pc:docMk/>
            <pc:sldMk cId="1778483471" sldId="412"/>
            <ac:spMk id="41" creationId="{4786E79F-B63E-4E4F-B581-D486955867BF}"/>
          </ac:spMkLst>
        </pc:spChg>
        <pc:spChg chg="del">
          <ac:chgData name="Yang, Chun-yu" userId="57c5ba99-e68a-448a-8f42-8e6ab6811b9f" providerId="ADAL" clId="{77A38673-4DE1-485E-BBC6-1D47039C1794}" dt="2021-10-14T07:43:23.775" v="4054" actId="478"/>
          <ac:spMkLst>
            <pc:docMk/>
            <pc:sldMk cId="1778483471" sldId="412"/>
            <ac:spMk id="56" creationId="{D2EE6321-4D98-4FDC-AB4A-AF5A7E3586F8}"/>
          </ac:spMkLst>
        </pc:spChg>
        <pc:spChg chg="del">
          <ac:chgData name="Yang, Chun-yu" userId="57c5ba99-e68a-448a-8f42-8e6ab6811b9f" providerId="ADAL" clId="{77A38673-4DE1-485E-BBC6-1D47039C1794}" dt="2021-10-14T07:43:23.775" v="4054" actId="478"/>
          <ac:spMkLst>
            <pc:docMk/>
            <pc:sldMk cId="1778483471" sldId="412"/>
            <ac:spMk id="57" creationId="{849CEBCF-44F3-4A0C-982C-F955CAA2EA76}"/>
          </ac:spMkLst>
        </pc:spChg>
        <pc:spChg chg="del">
          <ac:chgData name="Yang, Chun-yu" userId="57c5ba99-e68a-448a-8f42-8e6ab6811b9f" providerId="ADAL" clId="{77A38673-4DE1-485E-BBC6-1D47039C1794}" dt="2021-10-14T07:43:23.775" v="4054" actId="478"/>
          <ac:spMkLst>
            <pc:docMk/>
            <pc:sldMk cId="1778483471" sldId="412"/>
            <ac:spMk id="58" creationId="{EBE2C986-7020-4F82-9B15-9493A866CEDF}"/>
          </ac:spMkLst>
        </pc:spChg>
        <pc:spChg chg="del">
          <ac:chgData name="Yang, Chun-yu" userId="57c5ba99-e68a-448a-8f42-8e6ab6811b9f" providerId="ADAL" clId="{77A38673-4DE1-485E-BBC6-1D47039C1794}" dt="2021-10-14T07:43:23.775" v="4054" actId="478"/>
          <ac:spMkLst>
            <pc:docMk/>
            <pc:sldMk cId="1778483471" sldId="412"/>
            <ac:spMk id="59" creationId="{D5B6EFE0-C30E-4869-A06A-E68B296A37E9}"/>
          </ac:spMkLst>
        </pc:spChg>
      </pc:sldChg>
      <pc:sldChg chg="modSp add del">
        <pc:chgData name="Yang, Chun-yu" userId="57c5ba99-e68a-448a-8f42-8e6ab6811b9f" providerId="ADAL" clId="{77A38673-4DE1-485E-BBC6-1D47039C1794}" dt="2021-10-14T07:55:10.840" v="4080" actId="47"/>
        <pc:sldMkLst>
          <pc:docMk/>
          <pc:sldMk cId="2185355726" sldId="413"/>
        </pc:sldMkLst>
        <pc:spChg chg="mod">
          <ac:chgData name="Yang, Chun-yu" userId="57c5ba99-e68a-448a-8f42-8e6ab6811b9f" providerId="ADAL" clId="{77A38673-4DE1-485E-BBC6-1D47039C1794}" dt="2021-10-14T07:54:37.648" v="4079" actId="20577"/>
          <ac:spMkLst>
            <pc:docMk/>
            <pc:sldMk cId="2185355726" sldId="413"/>
            <ac:spMk id="30" creationId="{4EFA4238-21E2-4B21-8A33-B41D6FEEC323}"/>
          </ac:spMkLst>
        </pc:spChg>
      </pc:sldChg>
      <pc:sldChg chg="addSp delSp modSp add mod delAnim modAnim">
        <pc:chgData name="Yang, Chun-yu" userId="57c5ba99-e68a-448a-8f42-8e6ab6811b9f" providerId="ADAL" clId="{77A38673-4DE1-485E-BBC6-1D47039C1794}" dt="2021-11-12T00:49:19.042" v="5964"/>
        <pc:sldMkLst>
          <pc:docMk/>
          <pc:sldMk cId="3887162753" sldId="413"/>
        </pc:sldMkLst>
        <pc:spChg chg="add mod">
          <ac:chgData name="Yang, Chun-yu" userId="57c5ba99-e68a-448a-8f42-8e6ab6811b9f" providerId="ADAL" clId="{77A38673-4DE1-485E-BBC6-1D47039C1794}" dt="2021-10-14T08:16:27.703" v="4184"/>
          <ac:spMkLst>
            <pc:docMk/>
            <pc:sldMk cId="3887162753" sldId="413"/>
            <ac:spMk id="28" creationId="{321690C0-71AD-446E-A881-22D551E9BFDE}"/>
          </ac:spMkLst>
        </pc:spChg>
        <pc:spChg chg="add mod">
          <ac:chgData name="Yang, Chun-yu" userId="57c5ba99-e68a-448a-8f42-8e6ab6811b9f" providerId="ADAL" clId="{77A38673-4DE1-485E-BBC6-1D47039C1794}" dt="2021-10-14T08:16:27.703" v="4184"/>
          <ac:spMkLst>
            <pc:docMk/>
            <pc:sldMk cId="3887162753" sldId="413"/>
            <ac:spMk id="29" creationId="{580BADA7-A1DC-4402-9BB4-A9C1168FEDEB}"/>
          </ac:spMkLst>
        </pc:spChg>
        <pc:spChg chg="add mod">
          <ac:chgData name="Yang, Chun-yu" userId="57c5ba99-e68a-448a-8f42-8e6ab6811b9f" providerId="ADAL" clId="{77A38673-4DE1-485E-BBC6-1D47039C1794}" dt="2021-11-12T00:42:32.202" v="5879" actId="6549"/>
          <ac:spMkLst>
            <pc:docMk/>
            <pc:sldMk cId="3887162753" sldId="413"/>
            <ac:spMk id="30" creationId="{58367BD2-50CE-43CF-9526-D1C5D49F6F2C}"/>
          </ac:spMkLst>
        </pc:spChg>
        <pc:spChg chg="add mod">
          <ac:chgData name="Yang, Chun-yu" userId="57c5ba99-e68a-448a-8f42-8e6ab6811b9f" providerId="ADAL" clId="{77A38673-4DE1-485E-BBC6-1D47039C1794}" dt="2021-10-14T08:16:57.252" v="4203" actId="6549"/>
          <ac:spMkLst>
            <pc:docMk/>
            <pc:sldMk cId="3887162753" sldId="413"/>
            <ac:spMk id="32" creationId="{F61248A0-A86A-497F-928E-A196DE9D0EE3}"/>
          </ac:spMkLst>
        </pc:spChg>
        <pc:spChg chg="add del mod">
          <ac:chgData name="Yang, Chun-yu" userId="57c5ba99-e68a-448a-8f42-8e6ab6811b9f" providerId="ADAL" clId="{77A38673-4DE1-485E-BBC6-1D47039C1794}" dt="2021-10-14T08:18:13.414" v="4212"/>
          <ac:spMkLst>
            <pc:docMk/>
            <pc:sldMk cId="3887162753" sldId="413"/>
            <ac:spMk id="37" creationId="{F7E419E9-9352-4185-BB35-E906FA245CFC}"/>
          </ac:spMkLst>
        </pc:spChg>
        <pc:spChg chg="add del mod">
          <ac:chgData name="Yang, Chun-yu" userId="57c5ba99-e68a-448a-8f42-8e6ab6811b9f" providerId="ADAL" clId="{77A38673-4DE1-485E-BBC6-1D47039C1794}" dt="2021-10-14T08:18:13.414" v="4212"/>
          <ac:spMkLst>
            <pc:docMk/>
            <pc:sldMk cId="3887162753" sldId="413"/>
            <ac:spMk id="38" creationId="{1F6374A5-81CB-4A73-9D8C-B9E6CF1E8944}"/>
          </ac:spMkLst>
        </pc:spChg>
        <pc:spChg chg="add mod">
          <ac:chgData name="Yang, Chun-yu" userId="57c5ba99-e68a-448a-8f42-8e6ab6811b9f" providerId="ADAL" clId="{77A38673-4DE1-485E-BBC6-1D47039C1794}" dt="2021-11-11T01:38:57.696" v="5795" actId="20577"/>
          <ac:spMkLst>
            <pc:docMk/>
            <pc:sldMk cId="3887162753" sldId="413"/>
            <ac:spMk id="40" creationId="{83A5585D-42CA-4C1B-81CA-01F2A41F6378}"/>
          </ac:spMkLst>
        </pc:spChg>
        <pc:spChg chg="add mod">
          <ac:chgData name="Yang, Chun-yu" userId="57c5ba99-e68a-448a-8f42-8e6ab6811b9f" providerId="ADAL" clId="{77A38673-4DE1-485E-BBC6-1D47039C1794}" dt="2021-10-14T08:36:30.371" v="4431" actId="20577"/>
          <ac:spMkLst>
            <pc:docMk/>
            <pc:sldMk cId="3887162753" sldId="413"/>
            <ac:spMk id="42" creationId="{0F44519C-AC4F-4721-8793-572DD315E063}"/>
          </ac:spMkLst>
        </pc:spChg>
        <pc:spChg chg="add mod">
          <ac:chgData name="Yang, Chun-yu" userId="57c5ba99-e68a-448a-8f42-8e6ab6811b9f" providerId="ADAL" clId="{77A38673-4DE1-485E-BBC6-1D47039C1794}" dt="2021-10-14T08:18:41.127" v="4214"/>
          <ac:spMkLst>
            <pc:docMk/>
            <pc:sldMk cId="3887162753" sldId="413"/>
            <ac:spMk id="43" creationId="{70E783EE-18F3-4AD6-BC46-20B5C83EFC4D}"/>
          </ac:spMkLst>
        </pc:spChg>
        <pc:spChg chg="add mod">
          <ac:chgData name="Yang, Chun-yu" userId="57c5ba99-e68a-448a-8f42-8e6ab6811b9f" providerId="ADAL" clId="{77A38673-4DE1-485E-BBC6-1D47039C1794}" dt="2021-10-14T08:18:41.127" v="4214"/>
          <ac:spMkLst>
            <pc:docMk/>
            <pc:sldMk cId="3887162753" sldId="413"/>
            <ac:spMk id="44" creationId="{6A66BA8E-885D-4EB2-83B5-32E4BF352468}"/>
          </ac:spMkLst>
        </pc:spChg>
        <pc:spChg chg="del">
          <ac:chgData name="Yang, Chun-yu" userId="57c5ba99-e68a-448a-8f42-8e6ab6811b9f" providerId="ADAL" clId="{77A38673-4DE1-485E-BBC6-1D47039C1794}" dt="2021-10-14T08:16:14.283" v="4183" actId="478"/>
          <ac:spMkLst>
            <pc:docMk/>
            <pc:sldMk cId="3887162753" sldId="413"/>
            <ac:spMk id="49" creationId="{2A49875F-FE08-4244-8A1F-171BCAC232BC}"/>
          </ac:spMkLst>
        </pc:spChg>
        <pc:spChg chg="add mod">
          <ac:chgData name="Yang, Chun-yu" userId="57c5ba99-e68a-448a-8f42-8e6ab6811b9f" providerId="ADAL" clId="{77A38673-4DE1-485E-BBC6-1D47039C1794}" dt="2021-11-12T00:44:27.198" v="5886" actId="1076"/>
          <ac:spMkLst>
            <pc:docMk/>
            <pc:sldMk cId="3887162753" sldId="413"/>
            <ac:spMk id="49" creationId="{60145D5D-B7EE-44BA-B272-B4C4C1D06C2F}"/>
          </ac:spMkLst>
        </pc:spChg>
        <pc:spChg chg="add del mod">
          <ac:chgData name="Yang, Chun-yu" userId="57c5ba99-e68a-448a-8f42-8e6ab6811b9f" providerId="ADAL" clId="{77A38673-4DE1-485E-BBC6-1D47039C1794}" dt="2021-11-12T00:46:10.260" v="5894" actId="21"/>
          <ac:spMkLst>
            <pc:docMk/>
            <pc:sldMk cId="3887162753" sldId="413"/>
            <ac:spMk id="50" creationId="{E9848D90-5478-4EE3-BE25-535232A9CB8E}"/>
          </ac:spMkLst>
        </pc:spChg>
        <pc:spChg chg="del">
          <ac:chgData name="Yang, Chun-yu" userId="57c5ba99-e68a-448a-8f42-8e6ab6811b9f" providerId="ADAL" clId="{77A38673-4DE1-485E-BBC6-1D47039C1794}" dt="2021-10-14T08:16:08.551" v="4179" actId="478"/>
          <ac:spMkLst>
            <pc:docMk/>
            <pc:sldMk cId="3887162753" sldId="413"/>
            <ac:spMk id="50" creationId="{F4BB82C2-44A2-48B0-B651-5F10AB14EF1F}"/>
          </ac:spMkLst>
        </pc:spChg>
        <pc:spChg chg="add del mod">
          <ac:chgData name="Yang, Chun-yu" userId="57c5ba99-e68a-448a-8f42-8e6ab6811b9f" providerId="ADAL" clId="{77A38673-4DE1-485E-BBC6-1D47039C1794}" dt="2021-11-12T00:46:14.126" v="5896"/>
          <ac:spMkLst>
            <pc:docMk/>
            <pc:sldMk cId="3887162753" sldId="413"/>
            <ac:spMk id="51" creationId="{747415B3-F537-4B03-B960-B2A88FE12ABD}"/>
          </ac:spMkLst>
        </pc:spChg>
        <pc:spChg chg="add del mod">
          <ac:chgData name="Yang, Chun-yu" userId="57c5ba99-e68a-448a-8f42-8e6ab6811b9f" providerId="ADAL" clId="{77A38673-4DE1-485E-BBC6-1D47039C1794}" dt="2021-10-14T08:18:46.741" v="4215" actId="478"/>
          <ac:spMkLst>
            <pc:docMk/>
            <pc:sldMk cId="3887162753" sldId="413"/>
            <ac:spMk id="51" creationId="{B7FE86B0-5580-4CA6-90F2-B5AF005E7602}"/>
          </ac:spMkLst>
        </pc:spChg>
        <pc:spChg chg="add mod">
          <ac:chgData name="Yang, Chun-yu" userId="57c5ba99-e68a-448a-8f42-8e6ab6811b9f" providerId="ADAL" clId="{77A38673-4DE1-485E-BBC6-1D47039C1794}" dt="2021-10-14T08:19:14.627" v="4225" actId="20577"/>
          <ac:spMkLst>
            <pc:docMk/>
            <pc:sldMk cId="3887162753" sldId="413"/>
            <ac:spMk id="52" creationId="{5934328E-401A-4EC5-932D-922B30387009}"/>
          </ac:spMkLst>
        </pc:spChg>
        <pc:spChg chg="add del">
          <ac:chgData name="Yang, Chun-yu" userId="57c5ba99-e68a-448a-8f42-8e6ab6811b9f" providerId="ADAL" clId="{77A38673-4DE1-485E-BBC6-1D47039C1794}" dt="2021-11-12T00:47:21.469" v="5941" actId="22"/>
          <ac:spMkLst>
            <pc:docMk/>
            <pc:sldMk cId="3887162753" sldId="413"/>
            <ac:spMk id="53" creationId="{64D480A5-D306-4776-BE19-768DAEE58930}"/>
          </ac:spMkLst>
        </pc:spChg>
        <pc:spChg chg="add mod">
          <ac:chgData name="Yang, Chun-yu" userId="57c5ba99-e68a-448a-8f42-8e6ab6811b9f" providerId="ADAL" clId="{77A38673-4DE1-485E-BBC6-1D47039C1794}" dt="2021-11-12T00:47:55.118" v="5956" actId="1035"/>
          <ac:spMkLst>
            <pc:docMk/>
            <pc:sldMk cId="3887162753" sldId="413"/>
            <ac:spMk id="54" creationId="{6E1E4029-62F0-4677-8FD2-0EFB87CC5784}"/>
          </ac:spMkLst>
        </pc:spChg>
        <pc:spChg chg="add mod">
          <ac:chgData name="Yang, Chun-yu" userId="57c5ba99-e68a-448a-8f42-8e6ab6811b9f" providerId="ADAL" clId="{77A38673-4DE1-485E-BBC6-1D47039C1794}" dt="2021-10-14T08:18:54.323" v="4217" actId="1076"/>
          <ac:spMkLst>
            <pc:docMk/>
            <pc:sldMk cId="3887162753" sldId="413"/>
            <ac:spMk id="59" creationId="{C5822D13-80B4-475C-B05B-B2A76ED3F234}"/>
          </ac:spMkLst>
        </pc:spChg>
        <pc:spChg chg="add mod ord">
          <ac:chgData name="Yang, Chun-yu" userId="57c5ba99-e68a-448a-8f42-8e6ab6811b9f" providerId="ADAL" clId="{77A38673-4DE1-485E-BBC6-1D47039C1794}" dt="2021-10-14T08:20:11.510" v="4236" actId="167"/>
          <ac:spMkLst>
            <pc:docMk/>
            <pc:sldMk cId="3887162753" sldId="413"/>
            <ac:spMk id="70" creationId="{8F0C98E4-5C14-4048-98E7-1ABCEF7F2913}"/>
          </ac:spMkLst>
        </pc:spChg>
        <pc:spChg chg="del mod">
          <ac:chgData name="Yang, Chun-yu" userId="57c5ba99-e68a-448a-8f42-8e6ab6811b9f" providerId="ADAL" clId="{77A38673-4DE1-485E-BBC6-1D47039C1794}" dt="2021-10-14T08:16:13.291" v="4182" actId="478"/>
          <ac:spMkLst>
            <pc:docMk/>
            <pc:sldMk cId="3887162753" sldId="413"/>
            <ac:spMk id="71" creationId="{F674CFA5-95B6-43DB-B3DD-851BC3C0438C}"/>
          </ac:spMkLst>
        </pc:spChg>
        <pc:spChg chg="del">
          <ac:chgData name="Yang, Chun-yu" userId="57c5ba99-e68a-448a-8f42-8e6ab6811b9f" providerId="ADAL" clId="{77A38673-4DE1-485E-BBC6-1D47039C1794}" dt="2021-10-14T08:16:11.658" v="4181" actId="478"/>
          <ac:spMkLst>
            <pc:docMk/>
            <pc:sldMk cId="3887162753" sldId="413"/>
            <ac:spMk id="72" creationId="{FCBAE105-59A9-4E79-837C-4BADF92B074C}"/>
          </ac:spMkLst>
        </pc:spChg>
        <pc:spChg chg="add mod">
          <ac:chgData name="Yang, Chun-yu" userId="57c5ba99-e68a-448a-8f42-8e6ab6811b9f" providerId="ADAL" clId="{77A38673-4DE1-485E-BBC6-1D47039C1794}" dt="2021-11-12T00:48:05.629" v="5961" actId="20577"/>
          <ac:spMkLst>
            <pc:docMk/>
            <pc:sldMk cId="3887162753" sldId="413"/>
            <ac:spMk id="73" creationId="{9A2B1D32-9541-45CB-BEF5-349FD654D335}"/>
          </ac:spMkLst>
        </pc:spChg>
        <pc:spChg chg="add mod">
          <ac:chgData name="Yang, Chun-yu" userId="57c5ba99-e68a-448a-8f42-8e6ab6811b9f" providerId="ADAL" clId="{77A38673-4DE1-485E-BBC6-1D47039C1794}" dt="2021-10-14T08:24:04.235" v="4258" actId="20577"/>
          <ac:spMkLst>
            <pc:docMk/>
            <pc:sldMk cId="3887162753" sldId="413"/>
            <ac:spMk id="74" creationId="{8F61B712-4477-4FCB-BACE-D87FAC2E26CF}"/>
          </ac:spMkLst>
        </pc:spChg>
        <pc:spChg chg="add mod">
          <ac:chgData name="Yang, Chun-yu" userId="57c5ba99-e68a-448a-8f42-8e6ab6811b9f" providerId="ADAL" clId="{77A38673-4DE1-485E-BBC6-1D47039C1794}" dt="2021-10-14T08:23:17.541" v="4244"/>
          <ac:spMkLst>
            <pc:docMk/>
            <pc:sldMk cId="3887162753" sldId="413"/>
            <ac:spMk id="75" creationId="{FC2DB10A-1C68-4A07-B3BD-A3D63C3A7639}"/>
          </ac:spMkLst>
        </pc:spChg>
        <pc:spChg chg="add mod">
          <ac:chgData name="Yang, Chun-yu" userId="57c5ba99-e68a-448a-8f42-8e6ab6811b9f" providerId="ADAL" clId="{77A38673-4DE1-485E-BBC6-1D47039C1794}" dt="2021-10-14T08:23:17.541" v="4244"/>
          <ac:spMkLst>
            <pc:docMk/>
            <pc:sldMk cId="3887162753" sldId="413"/>
            <ac:spMk id="76" creationId="{B3DE4D90-64F3-47D1-9CF6-DCF6B2A4579A}"/>
          </ac:spMkLst>
        </pc:spChg>
        <pc:grpChg chg="add del mod">
          <ac:chgData name="Yang, Chun-yu" userId="57c5ba99-e68a-448a-8f42-8e6ab6811b9f" providerId="ADAL" clId="{77A38673-4DE1-485E-BBC6-1D47039C1794}" dt="2021-10-14T08:19:33.170" v="4228" actId="478"/>
          <ac:grpSpMkLst>
            <pc:docMk/>
            <pc:sldMk cId="3887162753" sldId="413"/>
            <ac:grpSpMk id="53" creationId="{8A038D1B-4E8C-42EA-85C4-1D0FF194A934}"/>
          </ac:grpSpMkLst>
        </pc:grpChg>
        <pc:grpChg chg="add mod">
          <ac:chgData name="Yang, Chun-yu" userId="57c5ba99-e68a-448a-8f42-8e6ab6811b9f" providerId="ADAL" clId="{77A38673-4DE1-485E-BBC6-1D47039C1794}" dt="2021-10-14T08:19:33.610" v="4229"/>
          <ac:grpSpMkLst>
            <pc:docMk/>
            <pc:sldMk cId="3887162753" sldId="413"/>
            <ac:grpSpMk id="64" creationId="{3A61F7BF-2F62-40D0-AA3A-EC58016EBF0C}"/>
          </ac:grpSpMkLst>
        </pc:grpChg>
        <pc:picChg chg="add mod">
          <ac:chgData name="Yang, Chun-yu" userId="57c5ba99-e68a-448a-8f42-8e6ab6811b9f" providerId="ADAL" clId="{77A38673-4DE1-485E-BBC6-1D47039C1794}" dt="2021-11-12T00:46:31.721" v="5934" actId="1037"/>
          <ac:picMkLst>
            <pc:docMk/>
            <pc:sldMk cId="3887162753" sldId="413"/>
            <ac:picMk id="2" creationId="{96DE0E41-A51A-4E22-BB81-6E6AF4D925EE}"/>
          </ac:picMkLst>
        </pc:picChg>
        <pc:picChg chg="del">
          <ac:chgData name="Yang, Chun-yu" userId="57c5ba99-e68a-448a-8f42-8e6ab6811b9f" providerId="ADAL" clId="{77A38673-4DE1-485E-BBC6-1D47039C1794}" dt="2021-10-14T08:16:06.848" v="4178" actId="478"/>
          <ac:picMkLst>
            <pc:docMk/>
            <pc:sldMk cId="3887162753" sldId="413"/>
            <ac:picMk id="5" creationId="{14B9985C-63FE-478E-9D17-0B4D06B74710}"/>
          </ac:picMkLst>
        </pc:picChg>
        <pc:picChg chg="del">
          <ac:chgData name="Yang, Chun-yu" userId="57c5ba99-e68a-448a-8f42-8e6ab6811b9f" providerId="ADAL" clId="{77A38673-4DE1-485E-BBC6-1D47039C1794}" dt="2021-10-14T08:16:05.764" v="4176" actId="478"/>
          <ac:picMkLst>
            <pc:docMk/>
            <pc:sldMk cId="3887162753" sldId="413"/>
            <ac:picMk id="14" creationId="{0B4C7F81-1CEE-4946-A0EE-0C0980C363B7}"/>
          </ac:picMkLst>
        </pc:picChg>
        <pc:picChg chg="del">
          <ac:chgData name="Yang, Chun-yu" userId="57c5ba99-e68a-448a-8f42-8e6ab6811b9f" providerId="ADAL" clId="{77A38673-4DE1-485E-BBC6-1D47039C1794}" dt="2021-10-14T08:16:06.191" v="4177" actId="478"/>
          <ac:picMkLst>
            <pc:docMk/>
            <pc:sldMk cId="3887162753" sldId="413"/>
            <ac:picMk id="17" creationId="{8E7B9924-DA7D-4F94-94A2-5C2F0C393434}"/>
          </ac:picMkLst>
        </pc:picChg>
        <pc:picChg chg="del">
          <ac:chgData name="Yang, Chun-yu" userId="57c5ba99-e68a-448a-8f42-8e6ab6811b9f" providerId="ADAL" clId="{77A38673-4DE1-485E-BBC6-1D47039C1794}" dt="2021-10-14T08:16:05.277" v="4175" actId="478"/>
          <ac:picMkLst>
            <pc:docMk/>
            <pc:sldMk cId="3887162753" sldId="413"/>
            <ac:picMk id="19" creationId="{3C7E5297-F271-4B3B-9DF6-4F97128B02DD}"/>
          </ac:picMkLst>
        </pc:picChg>
        <pc:picChg chg="add mod">
          <ac:chgData name="Yang, Chun-yu" userId="57c5ba99-e68a-448a-8f42-8e6ab6811b9f" providerId="ADAL" clId="{77A38673-4DE1-485E-BBC6-1D47039C1794}" dt="2021-10-14T08:17:35.932" v="4206"/>
          <ac:picMkLst>
            <pc:docMk/>
            <pc:sldMk cId="3887162753" sldId="413"/>
            <ac:picMk id="33" creationId="{DED852E1-D291-4BD0-8A0B-7470DFAF3F21}"/>
          </ac:picMkLst>
        </pc:picChg>
        <pc:picChg chg="add mod">
          <ac:chgData name="Yang, Chun-yu" userId="57c5ba99-e68a-448a-8f42-8e6ab6811b9f" providerId="ADAL" clId="{77A38673-4DE1-485E-BBC6-1D47039C1794}" dt="2021-10-14T08:17:35.932" v="4206"/>
          <ac:picMkLst>
            <pc:docMk/>
            <pc:sldMk cId="3887162753" sldId="413"/>
            <ac:picMk id="34" creationId="{816F930C-D34B-4BB7-B78A-9D461BE3EFF6}"/>
          </ac:picMkLst>
        </pc:picChg>
        <pc:picChg chg="add mod">
          <ac:chgData name="Yang, Chun-yu" userId="57c5ba99-e68a-448a-8f42-8e6ab6811b9f" providerId="ADAL" clId="{77A38673-4DE1-485E-BBC6-1D47039C1794}" dt="2021-10-14T08:17:35.932" v="4206"/>
          <ac:picMkLst>
            <pc:docMk/>
            <pc:sldMk cId="3887162753" sldId="413"/>
            <ac:picMk id="35" creationId="{553E10CB-439F-4792-9784-78FA1C2A8DB1}"/>
          </ac:picMkLst>
        </pc:picChg>
        <pc:picChg chg="add mod">
          <ac:chgData name="Yang, Chun-yu" userId="57c5ba99-e68a-448a-8f42-8e6ab6811b9f" providerId="ADAL" clId="{77A38673-4DE1-485E-BBC6-1D47039C1794}" dt="2021-10-14T08:17:35.932" v="4206"/>
          <ac:picMkLst>
            <pc:docMk/>
            <pc:sldMk cId="3887162753" sldId="413"/>
            <ac:picMk id="36" creationId="{947013C5-9FB3-40F4-8AAF-753AB07F5720}"/>
          </ac:picMkLst>
        </pc:picChg>
        <pc:cxnChg chg="mod">
          <ac:chgData name="Yang, Chun-yu" userId="57c5ba99-e68a-448a-8f42-8e6ab6811b9f" providerId="ADAL" clId="{77A38673-4DE1-485E-BBC6-1D47039C1794}" dt="2021-10-14T08:18:41.127" v="4214"/>
          <ac:cxnSpMkLst>
            <pc:docMk/>
            <pc:sldMk cId="3887162753" sldId="413"/>
            <ac:cxnSpMk id="54" creationId="{1A72D4D2-7E71-4BD4-94F2-3B6D03D1697E}"/>
          </ac:cxnSpMkLst>
        </pc:cxnChg>
        <pc:cxnChg chg="mod">
          <ac:chgData name="Yang, Chun-yu" userId="57c5ba99-e68a-448a-8f42-8e6ab6811b9f" providerId="ADAL" clId="{77A38673-4DE1-485E-BBC6-1D47039C1794}" dt="2021-10-14T08:18:41.127" v="4214"/>
          <ac:cxnSpMkLst>
            <pc:docMk/>
            <pc:sldMk cId="3887162753" sldId="413"/>
            <ac:cxnSpMk id="55" creationId="{03DF485E-D03F-4642-BC0C-61AD48082394}"/>
          </ac:cxnSpMkLst>
        </pc:cxnChg>
        <pc:cxnChg chg="mod">
          <ac:chgData name="Yang, Chun-yu" userId="57c5ba99-e68a-448a-8f42-8e6ab6811b9f" providerId="ADAL" clId="{77A38673-4DE1-485E-BBC6-1D47039C1794}" dt="2021-10-14T08:18:41.127" v="4214"/>
          <ac:cxnSpMkLst>
            <pc:docMk/>
            <pc:sldMk cId="3887162753" sldId="413"/>
            <ac:cxnSpMk id="56" creationId="{359C0D98-4C02-43DA-A4B5-200B9048E1F6}"/>
          </ac:cxnSpMkLst>
        </pc:cxnChg>
        <pc:cxnChg chg="mod">
          <ac:chgData name="Yang, Chun-yu" userId="57c5ba99-e68a-448a-8f42-8e6ab6811b9f" providerId="ADAL" clId="{77A38673-4DE1-485E-BBC6-1D47039C1794}" dt="2021-10-14T08:18:41.127" v="4214"/>
          <ac:cxnSpMkLst>
            <pc:docMk/>
            <pc:sldMk cId="3887162753" sldId="413"/>
            <ac:cxnSpMk id="57" creationId="{2CB7F349-DEB7-4B32-8B58-9B37F664AB5C}"/>
          </ac:cxnSpMkLst>
        </pc:cxnChg>
        <pc:cxnChg chg="mod">
          <ac:chgData name="Yang, Chun-yu" userId="57c5ba99-e68a-448a-8f42-8e6ab6811b9f" providerId="ADAL" clId="{77A38673-4DE1-485E-BBC6-1D47039C1794}" dt="2021-10-14T08:18:41.127" v="4214"/>
          <ac:cxnSpMkLst>
            <pc:docMk/>
            <pc:sldMk cId="3887162753" sldId="413"/>
            <ac:cxnSpMk id="58" creationId="{639A111D-C82B-4FFA-B1CA-0B9963267A57}"/>
          </ac:cxnSpMkLst>
        </pc:cxnChg>
        <pc:cxnChg chg="mod">
          <ac:chgData name="Yang, Chun-yu" userId="57c5ba99-e68a-448a-8f42-8e6ab6811b9f" providerId="ADAL" clId="{77A38673-4DE1-485E-BBC6-1D47039C1794}" dt="2021-10-14T08:19:33.610" v="4229"/>
          <ac:cxnSpMkLst>
            <pc:docMk/>
            <pc:sldMk cId="3887162753" sldId="413"/>
            <ac:cxnSpMk id="65" creationId="{93E0900F-3A91-4CE8-93AC-22F06E694555}"/>
          </ac:cxnSpMkLst>
        </pc:cxnChg>
        <pc:cxnChg chg="mod">
          <ac:chgData name="Yang, Chun-yu" userId="57c5ba99-e68a-448a-8f42-8e6ab6811b9f" providerId="ADAL" clId="{77A38673-4DE1-485E-BBC6-1D47039C1794}" dt="2021-10-14T08:19:33.610" v="4229"/>
          <ac:cxnSpMkLst>
            <pc:docMk/>
            <pc:sldMk cId="3887162753" sldId="413"/>
            <ac:cxnSpMk id="66" creationId="{3DCF25A3-43F3-46D1-B531-DB92CABFEFF5}"/>
          </ac:cxnSpMkLst>
        </pc:cxnChg>
        <pc:cxnChg chg="mod">
          <ac:chgData name="Yang, Chun-yu" userId="57c5ba99-e68a-448a-8f42-8e6ab6811b9f" providerId="ADAL" clId="{77A38673-4DE1-485E-BBC6-1D47039C1794}" dt="2021-10-14T08:19:33.610" v="4229"/>
          <ac:cxnSpMkLst>
            <pc:docMk/>
            <pc:sldMk cId="3887162753" sldId="413"/>
            <ac:cxnSpMk id="67" creationId="{6A3E7DB9-416C-4DE1-A944-AB4791FABB34}"/>
          </ac:cxnSpMkLst>
        </pc:cxnChg>
        <pc:cxnChg chg="mod">
          <ac:chgData name="Yang, Chun-yu" userId="57c5ba99-e68a-448a-8f42-8e6ab6811b9f" providerId="ADAL" clId="{77A38673-4DE1-485E-BBC6-1D47039C1794}" dt="2021-10-14T08:19:33.610" v="4229"/>
          <ac:cxnSpMkLst>
            <pc:docMk/>
            <pc:sldMk cId="3887162753" sldId="413"/>
            <ac:cxnSpMk id="68" creationId="{5AAAB757-32F7-4DFB-BA4B-6770F4282965}"/>
          </ac:cxnSpMkLst>
        </pc:cxnChg>
        <pc:cxnChg chg="mod">
          <ac:chgData name="Yang, Chun-yu" userId="57c5ba99-e68a-448a-8f42-8e6ab6811b9f" providerId="ADAL" clId="{77A38673-4DE1-485E-BBC6-1D47039C1794}" dt="2021-10-14T08:19:33.610" v="4229"/>
          <ac:cxnSpMkLst>
            <pc:docMk/>
            <pc:sldMk cId="3887162753" sldId="413"/>
            <ac:cxnSpMk id="69" creationId="{4AC03A28-3928-4665-9604-55E969ED4DFD}"/>
          </ac:cxnSpMkLst>
        </pc:cxnChg>
      </pc:sldChg>
      <pc:sldChg chg="addSp delSp modSp add del mod modAnim">
        <pc:chgData name="Yang, Chun-yu" userId="57c5ba99-e68a-448a-8f42-8e6ab6811b9f" providerId="ADAL" clId="{77A38673-4DE1-485E-BBC6-1D47039C1794}" dt="2021-11-12T00:50:44.724" v="5970" actId="47"/>
        <pc:sldMkLst>
          <pc:docMk/>
          <pc:sldMk cId="2024529689" sldId="414"/>
        </pc:sldMkLst>
        <pc:spChg chg="mod">
          <ac:chgData name="Yang, Chun-yu" userId="57c5ba99-e68a-448a-8f42-8e6ab6811b9f" providerId="ADAL" clId="{77A38673-4DE1-485E-BBC6-1D47039C1794}" dt="2021-11-11T01:38:42.533" v="5792" actId="20577"/>
          <ac:spMkLst>
            <pc:docMk/>
            <pc:sldMk cId="2024529689" sldId="414"/>
            <ac:spMk id="40" creationId="{83A5585D-42CA-4C1B-81CA-01F2A41F6378}"/>
          </ac:spMkLst>
        </pc:spChg>
        <pc:spChg chg="mod">
          <ac:chgData name="Yang, Chun-yu" userId="57c5ba99-e68a-448a-8f42-8e6ab6811b9f" providerId="ADAL" clId="{77A38673-4DE1-485E-BBC6-1D47039C1794}" dt="2021-10-14T08:36:36.980" v="4435" actId="20577"/>
          <ac:spMkLst>
            <pc:docMk/>
            <pc:sldMk cId="2024529689" sldId="414"/>
            <ac:spMk id="42" creationId="{0F44519C-AC4F-4721-8793-572DD315E063}"/>
          </ac:spMkLst>
        </pc:spChg>
        <pc:spChg chg="mod">
          <ac:chgData name="Yang, Chun-yu" userId="57c5ba99-e68a-448a-8f42-8e6ab6811b9f" providerId="ADAL" clId="{77A38673-4DE1-485E-BBC6-1D47039C1794}" dt="2021-10-14T08:35:17.090" v="4417" actId="1076"/>
          <ac:spMkLst>
            <pc:docMk/>
            <pc:sldMk cId="2024529689" sldId="414"/>
            <ac:spMk id="52" creationId="{5934328E-401A-4EC5-932D-922B30387009}"/>
          </ac:spMkLst>
        </pc:spChg>
        <pc:spChg chg="add mod">
          <ac:chgData name="Yang, Chun-yu" userId="57c5ba99-e68a-448a-8f42-8e6ab6811b9f" providerId="ADAL" clId="{77A38673-4DE1-485E-BBC6-1D47039C1794}" dt="2021-11-11T01:44:46.202" v="5863"/>
          <ac:spMkLst>
            <pc:docMk/>
            <pc:sldMk cId="2024529689" sldId="414"/>
            <ac:spMk id="56" creationId="{7E28213E-E00C-416C-AFC8-B0925C6D4935}"/>
          </ac:spMkLst>
        </pc:spChg>
        <pc:spChg chg="del">
          <ac:chgData name="Yang, Chun-yu" userId="57c5ba99-e68a-448a-8f42-8e6ab6811b9f" providerId="ADAL" clId="{77A38673-4DE1-485E-BBC6-1D47039C1794}" dt="2021-10-14T08:35:12.185" v="4416" actId="478"/>
          <ac:spMkLst>
            <pc:docMk/>
            <pc:sldMk cId="2024529689" sldId="414"/>
            <ac:spMk id="70" creationId="{8F0C98E4-5C14-4048-98E7-1ABCEF7F2913}"/>
          </ac:spMkLst>
        </pc:spChg>
        <pc:picChg chg="add mod">
          <ac:chgData name="Yang, Chun-yu" userId="57c5ba99-e68a-448a-8f42-8e6ab6811b9f" providerId="ADAL" clId="{77A38673-4DE1-485E-BBC6-1D47039C1794}" dt="2021-10-14T08:24:59.376" v="4261"/>
          <ac:picMkLst>
            <pc:docMk/>
            <pc:sldMk cId="2024529689" sldId="414"/>
            <ac:picMk id="49" creationId="{1ECB82E0-3459-49CE-8F5D-CDDC13B5C455}"/>
          </ac:picMkLst>
        </pc:picChg>
        <pc:picChg chg="add mod">
          <ac:chgData name="Yang, Chun-yu" userId="57c5ba99-e68a-448a-8f42-8e6ab6811b9f" providerId="ADAL" clId="{77A38673-4DE1-485E-BBC6-1D47039C1794}" dt="2021-10-14T08:24:59.376" v="4261"/>
          <ac:picMkLst>
            <pc:docMk/>
            <pc:sldMk cId="2024529689" sldId="414"/>
            <ac:picMk id="50" creationId="{9F936859-0D8B-4516-B87B-25610ADC34A5}"/>
          </ac:picMkLst>
        </pc:picChg>
        <pc:picChg chg="add mod">
          <ac:chgData name="Yang, Chun-yu" userId="57c5ba99-e68a-448a-8f42-8e6ab6811b9f" providerId="ADAL" clId="{77A38673-4DE1-485E-BBC6-1D47039C1794}" dt="2021-10-14T08:24:59.376" v="4261"/>
          <ac:picMkLst>
            <pc:docMk/>
            <pc:sldMk cId="2024529689" sldId="414"/>
            <ac:picMk id="51" creationId="{CED353F3-1822-468D-8748-27B2B9C10B03}"/>
          </ac:picMkLst>
        </pc:picChg>
        <pc:picChg chg="add mod">
          <ac:chgData name="Yang, Chun-yu" userId="57c5ba99-e68a-448a-8f42-8e6ab6811b9f" providerId="ADAL" clId="{77A38673-4DE1-485E-BBC6-1D47039C1794}" dt="2021-10-14T08:24:59.376" v="4261"/>
          <ac:picMkLst>
            <pc:docMk/>
            <pc:sldMk cId="2024529689" sldId="414"/>
            <ac:picMk id="53" creationId="{4732E2CB-33E1-48F5-9C3A-DC7CB22A90D3}"/>
          </ac:picMkLst>
        </pc:picChg>
        <pc:picChg chg="add mod">
          <ac:chgData name="Yang, Chun-yu" userId="57c5ba99-e68a-448a-8f42-8e6ab6811b9f" providerId="ADAL" clId="{77A38673-4DE1-485E-BBC6-1D47039C1794}" dt="2021-10-14T08:24:59.376" v="4261"/>
          <ac:picMkLst>
            <pc:docMk/>
            <pc:sldMk cId="2024529689" sldId="414"/>
            <ac:picMk id="54" creationId="{F917287B-2CCB-4230-BD7C-9C68642FB4A3}"/>
          </ac:picMkLst>
        </pc:picChg>
        <pc:picChg chg="add mod">
          <ac:chgData name="Yang, Chun-yu" userId="57c5ba99-e68a-448a-8f42-8e6ab6811b9f" providerId="ADAL" clId="{77A38673-4DE1-485E-BBC6-1D47039C1794}" dt="2021-10-14T08:24:59.376" v="4261"/>
          <ac:picMkLst>
            <pc:docMk/>
            <pc:sldMk cId="2024529689" sldId="414"/>
            <ac:picMk id="55" creationId="{2F3BB499-E30E-4EAF-9A50-52CB1C815206}"/>
          </ac:picMkLst>
        </pc:picChg>
      </pc:sldChg>
      <pc:sldChg chg="addSp delSp modSp new mod chgLayout">
        <pc:chgData name="Yang, Chun-yu" userId="57c5ba99-e68a-448a-8f42-8e6ab6811b9f" providerId="ADAL" clId="{77A38673-4DE1-485E-BBC6-1D47039C1794}" dt="2021-10-14T08:41:49.889" v="4496" actId="1076"/>
        <pc:sldMkLst>
          <pc:docMk/>
          <pc:sldMk cId="2167836471" sldId="415"/>
        </pc:sldMkLst>
        <pc:spChg chg="del">
          <ac:chgData name="Yang, Chun-yu" userId="57c5ba99-e68a-448a-8f42-8e6ab6811b9f" providerId="ADAL" clId="{77A38673-4DE1-485E-BBC6-1D47039C1794}" dt="2021-10-14T08:38:48.573" v="4483" actId="478"/>
          <ac:spMkLst>
            <pc:docMk/>
            <pc:sldMk cId="2167836471" sldId="415"/>
            <ac:spMk id="2" creationId="{4D0B5F9A-BA21-43E4-BD23-BFFC9F3EE9E6}"/>
          </ac:spMkLst>
        </pc:spChg>
        <pc:spChg chg="add mod">
          <ac:chgData name="Yang, Chun-yu" userId="57c5ba99-e68a-448a-8f42-8e6ab6811b9f" providerId="ADAL" clId="{77A38673-4DE1-485E-BBC6-1D47039C1794}" dt="2021-10-14T08:41:49.889" v="4496" actId="1076"/>
          <ac:spMkLst>
            <pc:docMk/>
            <pc:sldMk cId="2167836471" sldId="415"/>
            <ac:spMk id="3" creationId="{8FC496CF-B8D4-4AB6-A96B-FAC1929793B0}"/>
          </ac:spMkLst>
        </pc:spChg>
      </pc:sldChg>
      <pc:sldChg chg="addSp delSp modSp new mod modClrScheme modAnim chgLayout">
        <pc:chgData name="Yang, Chun-yu" userId="57c5ba99-e68a-448a-8f42-8e6ab6811b9f" providerId="ADAL" clId="{77A38673-4DE1-485E-BBC6-1D47039C1794}" dt="2021-11-10T19:18:38.177" v="5384"/>
        <pc:sldMkLst>
          <pc:docMk/>
          <pc:sldMk cId="2079522689" sldId="416"/>
        </pc:sldMkLst>
        <pc:spChg chg="del">
          <ac:chgData name="Yang, Chun-yu" userId="57c5ba99-e68a-448a-8f42-8e6ab6811b9f" providerId="ADAL" clId="{77A38673-4DE1-485E-BBC6-1D47039C1794}" dt="2021-10-14T16:54:24.491" v="4835" actId="478"/>
          <ac:spMkLst>
            <pc:docMk/>
            <pc:sldMk cId="2079522689" sldId="416"/>
            <ac:spMk id="2" creationId="{F8C62570-82C7-4ACA-B5F4-DC9A96AD71EF}"/>
          </ac:spMkLst>
        </pc:spChg>
        <pc:spChg chg="add mod">
          <ac:chgData name="Yang, Chun-yu" userId="57c5ba99-e68a-448a-8f42-8e6ab6811b9f" providerId="ADAL" clId="{77A38673-4DE1-485E-BBC6-1D47039C1794}" dt="2021-10-14T16:59:02.947" v="4865" actId="1076"/>
          <ac:spMkLst>
            <pc:docMk/>
            <pc:sldMk cId="2079522689" sldId="416"/>
            <ac:spMk id="6" creationId="{1DDC352C-810B-4D76-B4A6-208618253293}"/>
          </ac:spMkLst>
        </pc:spChg>
        <pc:spChg chg="add mod">
          <ac:chgData name="Yang, Chun-yu" userId="57c5ba99-e68a-448a-8f42-8e6ab6811b9f" providerId="ADAL" clId="{77A38673-4DE1-485E-BBC6-1D47039C1794}" dt="2021-10-14T16:59:20.099" v="4873" actId="1076"/>
          <ac:spMkLst>
            <pc:docMk/>
            <pc:sldMk cId="2079522689" sldId="416"/>
            <ac:spMk id="9" creationId="{3FC161E9-DA4E-4EF9-A23B-957721109F0F}"/>
          </ac:spMkLst>
        </pc:spChg>
        <pc:spChg chg="add mod">
          <ac:chgData name="Yang, Chun-yu" userId="57c5ba99-e68a-448a-8f42-8e6ab6811b9f" providerId="ADAL" clId="{77A38673-4DE1-485E-BBC6-1D47039C1794}" dt="2021-10-14T17:01:48.267" v="4878" actId="1076"/>
          <ac:spMkLst>
            <pc:docMk/>
            <pc:sldMk cId="2079522689" sldId="416"/>
            <ac:spMk id="10" creationId="{7AB0CF33-CBD8-44B8-87AB-558E65BADB95}"/>
          </ac:spMkLst>
        </pc:spChg>
        <pc:spChg chg="add mod">
          <ac:chgData name="Yang, Chun-yu" userId="57c5ba99-e68a-448a-8f42-8e6ab6811b9f" providerId="ADAL" clId="{77A38673-4DE1-485E-BBC6-1D47039C1794}" dt="2021-10-14T17:07:25.973" v="4942" actId="207"/>
          <ac:spMkLst>
            <pc:docMk/>
            <pc:sldMk cId="2079522689" sldId="416"/>
            <ac:spMk id="11" creationId="{5EDA89F7-3D08-4B03-954D-0A5C150874F7}"/>
          </ac:spMkLst>
        </pc:spChg>
        <pc:spChg chg="add del mod">
          <ac:chgData name="Yang, Chun-yu" userId="57c5ba99-e68a-448a-8f42-8e6ab6811b9f" providerId="ADAL" clId="{77A38673-4DE1-485E-BBC6-1D47039C1794}" dt="2021-10-14T17:03:05.512" v="4899"/>
          <ac:spMkLst>
            <pc:docMk/>
            <pc:sldMk cId="2079522689" sldId="416"/>
            <ac:spMk id="12" creationId="{59B065BF-C102-4528-AFB9-AD618D8CFAC5}"/>
          </ac:spMkLst>
        </pc:spChg>
        <pc:spChg chg="add mod">
          <ac:chgData name="Yang, Chun-yu" userId="57c5ba99-e68a-448a-8f42-8e6ab6811b9f" providerId="ADAL" clId="{77A38673-4DE1-485E-BBC6-1D47039C1794}" dt="2021-10-14T17:04:45.357" v="4922" actId="1037"/>
          <ac:spMkLst>
            <pc:docMk/>
            <pc:sldMk cId="2079522689" sldId="416"/>
            <ac:spMk id="13" creationId="{F25F8201-0E8C-4B52-92AA-585FA09D210C}"/>
          </ac:spMkLst>
        </pc:spChg>
        <pc:spChg chg="add mod">
          <ac:chgData name="Yang, Chun-yu" userId="57c5ba99-e68a-448a-8f42-8e6ab6811b9f" providerId="ADAL" clId="{77A38673-4DE1-485E-BBC6-1D47039C1794}" dt="2021-10-14T17:04:24.011" v="4919" actId="1037"/>
          <ac:spMkLst>
            <pc:docMk/>
            <pc:sldMk cId="2079522689" sldId="416"/>
            <ac:spMk id="14" creationId="{C402152A-D7EC-425B-9BF4-C60C4F6C960C}"/>
          </ac:spMkLst>
        </pc:spChg>
        <pc:spChg chg="add mod">
          <ac:chgData name="Yang, Chun-yu" userId="57c5ba99-e68a-448a-8f42-8e6ab6811b9f" providerId="ADAL" clId="{77A38673-4DE1-485E-BBC6-1D47039C1794}" dt="2021-10-14T17:04:40.176" v="4921" actId="1037"/>
          <ac:spMkLst>
            <pc:docMk/>
            <pc:sldMk cId="2079522689" sldId="416"/>
            <ac:spMk id="15" creationId="{E2B3B3BF-490F-4E6B-AE7B-313C93EA4C16}"/>
          </ac:spMkLst>
        </pc:spChg>
        <pc:spChg chg="add mod">
          <ac:chgData name="Yang, Chun-yu" userId="57c5ba99-e68a-448a-8f42-8e6ab6811b9f" providerId="ADAL" clId="{77A38673-4DE1-485E-BBC6-1D47039C1794}" dt="2021-10-14T17:04:54.985" v="4923" actId="571"/>
          <ac:spMkLst>
            <pc:docMk/>
            <pc:sldMk cId="2079522689" sldId="416"/>
            <ac:spMk id="16" creationId="{327B1B39-C25B-4347-8F9C-FA196491B4C4}"/>
          </ac:spMkLst>
        </pc:spChg>
        <pc:spChg chg="add mod">
          <ac:chgData name="Yang, Chun-yu" userId="57c5ba99-e68a-448a-8f42-8e6ab6811b9f" providerId="ADAL" clId="{77A38673-4DE1-485E-BBC6-1D47039C1794}" dt="2021-10-14T17:05:31.281" v="4933" actId="1035"/>
          <ac:spMkLst>
            <pc:docMk/>
            <pc:sldMk cId="2079522689" sldId="416"/>
            <ac:spMk id="17" creationId="{2D0B66E9-B0C0-4EE7-83CB-00CAB3080597}"/>
          </ac:spMkLst>
        </pc:spChg>
        <pc:spChg chg="add mod">
          <ac:chgData name="Yang, Chun-yu" userId="57c5ba99-e68a-448a-8f42-8e6ab6811b9f" providerId="ADAL" clId="{77A38673-4DE1-485E-BBC6-1D47039C1794}" dt="2021-10-14T17:07:23.358" v="4941" actId="207"/>
          <ac:spMkLst>
            <pc:docMk/>
            <pc:sldMk cId="2079522689" sldId="416"/>
            <ac:spMk id="18" creationId="{8E157C1B-D213-480C-88E8-01CC8162DD7B}"/>
          </ac:spMkLst>
        </pc:spChg>
        <pc:spChg chg="add mod">
          <ac:chgData name="Yang, Chun-yu" userId="57c5ba99-e68a-448a-8f42-8e6ab6811b9f" providerId="ADAL" clId="{77A38673-4DE1-485E-BBC6-1D47039C1794}" dt="2021-10-14T17:05:08.326" v="4926" actId="571"/>
          <ac:spMkLst>
            <pc:docMk/>
            <pc:sldMk cId="2079522689" sldId="416"/>
            <ac:spMk id="19" creationId="{20CED288-2B8B-4724-A64E-1ADA72D95728}"/>
          </ac:spMkLst>
        </pc:spChg>
        <pc:spChg chg="add mod">
          <ac:chgData name="Yang, Chun-yu" userId="57c5ba99-e68a-448a-8f42-8e6ab6811b9f" providerId="ADAL" clId="{77A38673-4DE1-485E-BBC6-1D47039C1794}" dt="2021-10-14T17:05:47.859" v="4935" actId="1037"/>
          <ac:spMkLst>
            <pc:docMk/>
            <pc:sldMk cId="2079522689" sldId="416"/>
            <ac:spMk id="20" creationId="{0F24F897-FDF3-4310-A851-1A7AF457A873}"/>
          </ac:spMkLst>
        </pc:spChg>
        <pc:spChg chg="add mod">
          <ac:chgData name="Yang, Chun-yu" userId="57c5ba99-e68a-448a-8f42-8e6ab6811b9f" providerId="ADAL" clId="{77A38673-4DE1-485E-BBC6-1D47039C1794}" dt="2021-10-14T17:09:25.914" v="4966" actId="14100"/>
          <ac:spMkLst>
            <pc:docMk/>
            <pc:sldMk cId="2079522689" sldId="416"/>
            <ac:spMk id="21" creationId="{075FD392-409C-4FCD-97DE-2C5EA913BCBA}"/>
          </ac:spMkLst>
        </pc:spChg>
        <pc:spChg chg="add mod">
          <ac:chgData name="Yang, Chun-yu" userId="57c5ba99-e68a-448a-8f42-8e6ab6811b9f" providerId="ADAL" clId="{77A38673-4DE1-485E-BBC6-1D47039C1794}" dt="2021-11-10T19:18:38.177" v="5384"/>
          <ac:spMkLst>
            <pc:docMk/>
            <pc:sldMk cId="2079522689" sldId="416"/>
            <ac:spMk id="22" creationId="{D902364F-9458-4724-A307-D971F22641DA}"/>
          </ac:spMkLst>
        </pc:spChg>
        <pc:picChg chg="add mod">
          <ac:chgData name="Yang, Chun-yu" userId="57c5ba99-e68a-448a-8f42-8e6ab6811b9f" providerId="ADAL" clId="{77A38673-4DE1-485E-BBC6-1D47039C1794}" dt="2021-10-14T17:00:19.403" v="4874" actId="1076"/>
          <ac:picMkLst>
            <pc:docMk/>
            <pc:sldMk cId="2079522689" sldId="416"/>
            <ac:picMk id="4" creationId="{459B03CE-6E7E-426D-BE80-0CC8324A4B54}"/>
          </ac:picMkLst>
        </pc:picChg>
        <pc:picChg chg="add mod">
          <ac:chgData name="Yang, Chun-yu" userId="57c5ba99-e68a-448a-8f42-8e6ab6811b9f" providerId="ADAL" clId="{77A38673-4DE1-485E-BBC6-1D47039C1794}" dt="2021-10-14T16:59:18.147" v="4872" actId="1076"/>
          <ac:picMkLst>
            <pc:docMk/>
            <pc:sldMk cId="2079522689" sldId="416"/>
            <ac:picMk id="5" creationId="{FFF17C37-7208-4CCE-AC6D-5B8E0EEBF77A}"/>
          </ac:picMkLst>
        </pc:picChg>
        <pc:picChg chg="add mod">
          <ac:chgData name="Yang, Chun-yu" userId="57c5ba99-e68a-448a-8f42-8e6ab6811b9f" providerId="ADAL" clId="{77A38673-4DE1-485E-BBC6-1D47039C1794}" dt="2021-10-14T16:59:14.517" v="4871" actId="1076"/>
          <ac:picMkLst>
            <pc:docMk/>
            <pc:sldMk cId="2079522689" sldId="416"/>
            <ac:picMk id="8" creationId="{971A3EF0-F65F-404B-B7B2-CC935D065C0B}"/>
          </ac:picMkLst>
        </pc:picChg>
        <pc:cxnChg chg="add del mod">
          <ac:chgData name="Yang, Chun-yu" userId="57c5ba99-e68a-448a-8f42-8e6ab6811b9f" providerId="ADAL" clId="{77A38673-4DE1-485E-BBC6-1D47039C1794}" dt="2021-10-14T17:11:36.425" v="4977" actId="478"/>
          <ac:cxnSpMkLst>
            <pc:docMk/>
            <pc:sldMk cId="2079522689" sldId="416"/>
            <ac:cxnSpMk id="23" creationId="{5AF15224-4E82-4B8B-9CC0-02D8775ACB0F}"/>
          </ac:cxnSpMkLst>
        </pc:cxnChg>
        <pc:cxnChg chg="add del mod">
          <ac:chgData name="Yang, Chun-yu" userId="57c5ba99-e68a-448a-8f42-8e6ab6811b9f" providerId="ADAL" clId="{77A38673-4DE1-485E-BBC6-1D47039C1794}" dt="2021-10-14T17:11:38.410" v="4978" actId="478"/>
          <ac:cxnSpMkLst>
            <pc:docMk/>
            <pc:sldMk cId="2079522689" sldId="416"/>
            <ac:cxnSpMk id="25" creationId="{A1EAD92C-0356-4ACE-BB2D-94F27B44B597}"/>
          </ac:cxnSpMkLst>
        </pc:cxnChg>
      </pc:sldChg>
      <pc:sldChg chg="addSp delSp modSp add mod modAnim">
        <pc:chgData name="Yang, Chun-yu" userId="57c5ba99-e68a-448a-8f42-8e6ab6811b9f" providerId="ADAL" clId="{77A38673-4DE1-485E-BBC6-1D47039C1794}" dt="2021-11-10T19:18:34.367" v="5383" actId="14100"/>
        <pc:sldMkLst>
          <pc:docMk/>
          <pc:sldMk cId="257651098" sldId="417"/>
        </pc:sldMkLst>
        <pc:spChg chg="add del mod">
          <ac:chgData name="Yang, Chun-yu" userId="57c5ba99-e68a-448a-8f42-8e6ab6811b9f" providerId="ADAL" clId="{77A38673-4DE1-485E-BBC6-1D47039C1794}" dt="2021-10-14T17:08:13.798" v="4958"/>
          <ac:spMkLst>
            <pc:docMk/>
            <pc:sldMk cId="257651098" sldId="417"/>
            <ac:spMk id="2" creationId="{D5EB6092-A569-4167-8D6B-43EE130AE5D8}"/>
          </ac:spMkLst>
        </pc:spChg>
        <pc:spChg chg="mod">
          <ac:chgData name="Yang, Chun-yu" userId="57c5ba99-e68a-448a-8f42-8e6ab6811b9f" providerId="ADAL" clId="{77A38673-4DE1-485E-BBC6-1D47039C1794}" dt="2021-10-14T17:07:45.197" v="4947" actId="207"/>
          <ac:spMkLst>
            <pc:docMk/>
            <pc:sldMk cId="257651098" sldId="417"/>
            <ac:spMk id="11" creationId="{5EDA89F7-3D08-4B03-954D-0A5C150874F7}"/>
          </ac:spMkLst>
        </pc:spChg>
        <pc:spChg chg="mod">
          <ac:chgData name="Yang, Chun-yu" userId="57c5ba99-e68a-448a-8f42-8e6ab6811b9f" providerId="ADAL" clId="{77A38673-4DE1-485E-BBC6-1D47039C1794}" dt="2021-10-14T17:07:42.389" v="4946" actId="20577"/>
          <ac:spMkLst>
            <pc:docMk/>
            <pc:sldMk cId="257651098" sldId="417"/>
            <ac:spMk id="15" creationId="{E2B3B3BF-490F-4E6B-AE7B-313C93EA4C16}"/>
          </ac:spMkLst>
        </pc:spChg>
        <pc:spChg chg="mod">
          <ac:chgData name="Yang, Chun-yu" userId="57c5ba99-e68a-448a-8f42-8e6ab6811b9f" providerId="ADAL" clId="{77A38673-4DE1-485E-BBC6-1D47039C1794}" dt="2021-10-14T17:07:31.938" v="4944" actId="20577"/>
          <ac:spMkLst>
            <pc:docMk/>
            <pc:sldMk cId="257651098" sldId="417"/>
            <ac:spMk id="18" creationId="{8E157C1B-D213-480C-88E8-01CC8162DD7B}"/>
          </ac:spMkLst>
        </pc:spChg>
        <pc:spChg chg="add mod">
          <ac:chgData name="Yang, Chun-yu" userId="57c5ba99-e68a-448a-8f42-8e6ab6811b9f" providerId="ADAL" clId="{77A38673-4DE1-485E-BBC6-1D47039C1794}" dt="2021-10-14T17:09:31.746" v="4968" actId="20577"/>
          <ac:spMkLst>
            <pc:docMk/>
            <pc:sldMk cId="257651098" sldId="417"/>
            <ac:spMk id="21" creationId="{3F301AA6-8EFD-4A1F-AD1B-72FC2AA14B9D}"/>
          </ac:spMkLst>
        </pc:spChg>
        <pc:spChg chg="add mod">
          <ac:chgData name="Yang, Chun-yu" userId="57c5ba99-e68a-448a-8f42-8e6ab6811b9f" providerId="ADAL" clId="{77A38673-4DE1-485E-BBC6-1D47039C1794}" dt="2021-11-10T19:18:34.367" v="5383" actId="14100"/>
          <ac:spMkLst>
            <pc:docMk/>
            <pc:sldMk cId="257651098" sldId="417"/>
            <ac:spMk id="22" creationId="{5A242286-C2A1-4492-A8E0-AAC42AC022BF}"/>
          </ac:spMkLst>
        </pc:spChg>
        <pc:spChg chg="add del mod">
          <ac:chgData name="Yang, Chun-yu" userId="57c5ba99-e68a-448a-8f42-8e6ab6811b9f" providerId="ADAL" clId="{77A38673-4DE1-485E-BBC6-1D47039C1794}" dt="2021-10-14T17:26:35.857" v="5063" actId="21"/>
          <ac:spMkLst>
            <pc:docMk/>
            <pc:sldMk cId="257651098" sldId="417"/>
            <ac:spMk id="23" creationId="{70B910A8-4E49-41DF-B86E-6E53D61AF364}"/>
          </ac:spMkLst>
        </pc:spChg>
        <pc:cxnChg chg="add del mod">
          <ac:chgData name="Yang, Chun-yu" userId="57c5ba99-e68a-448a-8f42-8e6ab6811b9f" providerId="ADAL" clId="{77A38673-4DE1-485E-BBC6-1D47039C1794}" dt="2021-10-14T17:11:30.296" v="4975"/>
          <ac:cxnSpMkLst>
            <pc:docMk/>
            <pc:sldMk cId="257651098" sldId="417"/>
            <ac:cxnSpMk id="22" creationId="{040D802E-8DE1-463A-B755-1F867F2F5CAE}"/>
          </ac:cxnSpMkLst>
        </pc:cxnChg>
      </pc:sldChg>
      <pc:sldChg chg="addSp delSp modSp new del mod modClrScheme chgLayout">
        <pc:chgData name="Yang, Chun-yu" userId="57c5ba99-e68a-448a-8f42-8e6ab6811b9f" providerId="ADAL" clId="{77A38673-4DE1-485E-BBC6-1D47039C1794}" dt="2021-10-14T16:54:49.432" v="4850" actId="47"/>
        <pc:sldMkLst>
          <pc:docMk/>
          <pc:sldMk cId="3338443985" sldId="417"/>
        </pc:sldMkLst>
        <pc:spChg chg="add del">
          <ac:chgData name="Yang, Chun-yu" userId="57c5ba99-e68a-448a-8f42-8e6ab6811b9f" providerId="ADAL" clId="{77A38673-4DE1-485E-BBC6-1D47039C1794}" dt="2021-10-14T16:54:42.974" v="4846" actId="26606"/>
          <ac:spMkLst>
            <pc:docMk/>
            <pc:sldMk cId="3338443985" sldId="417"/>
            <ac:spMk id="2" creationId="{E586C111-6025-4459-A5DE-B3BBA9B89EDC}"/>
          </ac:spMkLst>
        </pc:spChg>
        <pc:spChg chg="add del">
          <ac:chgData name="Yang, Chun-yu" userId="57c5ba99-e68a-448a-8f42-8e6ab6811b9f" providerId="ADAL" clId="{77A38673-4DE1-485E-BBC6-1D47039C1794}" dt="2021-10-14T16:54:42.974" v="4846" actId="26606"/>
          <ac:spMkLst>
            <pc:docMk/>
            <pc:sldMk cId="3338443985" sldId="417"/>
            <ac:spMk id="3" creationId="{C6738517-7910-44F2-BCF7-DDB1AC51770E}"/>
          </ac:spMkLst>
        </pc:spChg>
        <pc:spChg chg="add del mod">
          <ac:chgData name="Yang, Chun-yu" userId="57c5ba99-e68a-448a-8f42-8e6ab6811b9f" providerId="ADAL" clId="{77A38673-4DE1-485E-BBC6-1D47039C1794}" dt="2021-10-14T16:54:42.973" v="4845" actId="26606"/>
          <ac:spMkLst>
            <pc:docMk/>
            <pc:sldMk cId="3338443985" sldId="417"/>
            <ac:spMk id="10" creationId="{7B957D1C-5508-4656-BF73-3A074FEF1334}"/>
          </ac:spMkLst>
        </pc:spChg>
        <pc:picChg chg="add del mod">
          <ac:chgData name="Yang, Chun-yu" userId="57c5ba99-e68a-448a-8f42-8e6ab6811b9f" providerId="ADAL" clId="{77A38673-4DE1-485E-BBC6-1D47039C1794}" dt="2021-10-14T16:54:47.722" v="4849" actId="478"/>
          <ac:picMkLst>
            <pc:docMk/>
            <pc:sldMk cId="3338443985" sldId="417"/>
            <ac:picMk id="5" creationId="{B9F76670-B445-4F99-AF90-CCB38758340A}"/>
          </ac:picMkLst>
        </pc:picChg>
      </pc:sldChg>
      <pc:sldChg chg="addSp delSp modSp add del mod delAnim modAnim">
        <pc:chgData name="Yang, Chun-yu" userId="57c5ba99-e68a-448a-8f42-8e6ab6811b9f" providerId="ADAL" clId="{77A38673-4DE1-485E-BBC6-1D47039C1794}" dt="2021-10-14T17:43:10.802" v="5258" actId="47"/>
        <pc:sldMkLst>
          <pc:docMk/>
          <pc:sldMk cId="798722602" sldId="418"/>
        </pc:sldMkLst>
        <pc:spChg chg="add del mod">
          <ac:chgData name="Yang, Chun-yu" userId="57c5ba99-e68a-448a-8f42-8e6ab6811b9f" providerId="ADAL" clId="{77A38673-4DE1-485E-BBC6-1D47039C1794}" dt="2021-10-14T17:25:55.440" v="5047" actId="21"/>
          <ac:spMkLst>
            <pc:docMk/>
            <pc:sldMk cId="798722602" sldId="418"/>
            <ac:spMk id="2" creationId="{2338A8B2-C01B-4C65-84BB-F7B25C3C7510}"/>
          </ac:spMkLst>
        </pc:spChg>
        <pc:spChg chg="add mod">
          <ac:chgData name="Yang, Chun-yu" userId="57c5ba99-e68a-448a-8f42-8e6ab6811b9f" providerId="ADAL" clId="{77A38673-4DE1-485E-BBC6-1D47039C1794}" dt="2021-10-14T17:29:32.429" v="5080" actId="20577"/>
          <ac:spMkLst>
            <pc:docMk/>
            <pc:sldMk cId="798722602" sldId="418"/>
            <ac:spMk id="22" creationId="{0A11D198-380B-4492-81A5-71434B5C425A}"/>
          </ac:spMkLst>
        </pc:spChg>
        <pc:spChg chg="add mod">
          <ac:chgData name="Yang, Chun-yu" userId="57c5ba99-e68a-448a-8f42-8e6ab6811b9f" providerId="ADAL" clId="{77A38673-4DE1-485E-BBC6-1D47039C1794}" dt="2021-10-14T17:29:37.912" v="5081" actId="1076"/>
          <ac:spMkLst>
            <pc:docMk/>
            <pc:sldMk cId="798722602" sldId="418"/>
            <ac:spMk id="24" creationId="{D4E1B8D1-11CC-4DAD-AB98-7E1F20168895}"/>
          </ac:spMkLst>
        </pc:spChg>
        <pc:spChg chg="add del mod">
          <ac:chgData name="Yang, Chun-yu" userId="57c5ba99-e68a-448a-8f42-8e6ab6811b9f" providerId="ADAL" clId="{77A38673-4DE1-485E-BBC6-1D47039C1794}" dt="2021-10-14T17:14:51.454" v="5000" actId="478"/>
          <ac:spMkLst>
            <pc:docMk/>
            <pc:sldMk cId="798722602" sldId="418"/>
            <ac:spMk id="26" creationId="{8F2693E4-48EA-4E72-A16B-8CDFCDF066A5}"/>
          </ac:spMkLst>
        </pc:spChg>
        <pc:spChg chg="add del mod">
          <ac:chgData name="Yang, Chun-yu" userId="57c5ba99-e68a-448a-8f42-8e6ab6811b9f" providerId="ADAL" clId="{77A38673-4DE1-485E-BBC6-1D47039C1794}" dt="2021-10-14T17:22:11.515" v="5007" actId="478"/>
          <ac:spMkLst>
            <pc:docMk/>
            <pc:sldMk cId="798722602" sldId="418"/>
            <ac:spMk id="27" creationId="{4EA05232-F0D7-424E-941E-3FA0BFB8CDE2}"/>
          </ac:spMkLst>
        </pc:spChg>
        <pc:spChg chg="add mod">
          <ac:chgData name="Yang, Chun-yu" userId="57c5ba99-e68a-448a-8f42-8e6ab6811b9f" providerId="ADAL" clId="{77A38673-4DE1-485E-BBC6-1D47039C1794}" dt="2021-10-14T17:23:13.623" v="5014" actId="1076"/>
          <ac:spMkLst>
            <pc:docMk/>
            <pc:sldMk cId="798722602" sldId="418"/>
            <ac:spMk id="28" creationId="{01950BB5-D4CF-4905-8D14-BFE0B170C9F8}"/>
          </ac:spMkLst>
        </pc:spChg>
        <pc:spChg chg="add mod">
          <ac:chgData name="Yang, Chun-yu" userId="57c5ba99-e68a-448a-8f42-8e6ab6811b9f" providerId="ADAL" clId="{77A38673-4DE1-485E-BBC6-1D47039C1794}" dt="2021-10-14T17:23:41.174" v="5020" actId="20577"/>
          <ac:spMkLst>
            <pc:docMk/>
            <pc:sldMk cId="798722602" sldId="418"/>
            <ac:spMk id="29" creationId="{BC653E99-6C8D-4CA0-A659-CECAA00CE0DC}"/>
          </ac:spMkLst>
        </pc:spChg>
        <pc:spChg chg="add mod">
          <ac:chgData name="Yang, Chun-yu" userId="57c5ba99-e68a-448a-8f42-8e6ab6811b9f" providerId="ADAL" clId="{77A38673-4DE1-485E-BBC6-1D47039C1794}" dt="2021-10-14T17:23:50.585" v="5023" actId="1076"/>
          <ac:spMkLst>
            <pc:docMk/>
            <pc:sldMk cId="798722602" sldId="418"/>
            <ac:spMk id="30" creationId="{E1E831EE-FC3A-42C2-B88B-FE34D717D64F}"/>
          </ac:spMkLst>
        </pc:spChg>
        <pc:spChg chg="add del mod">
          <ac:chgData name="Yang, Chun-yu" userId="57c5ba99-e68a-448a-8f42-8e6ab6811b9f" providerId="ADAL" clId="{77A38673-4DE1-485E-BBC6-1D47039C1794}" dt="2021-10-14T17:24:27.311" v="5031" actId="478"/>
          <ac:spMkLst>
            <pc:docMk/>
            <pc:sldMk cId="798722602" sldId="418"/>
            <ac:spMk id="31" creationId="{BA06FBF0-8E14-4CCE-9D8E-B69104508CF0}"/>
          </ac:spMkLst>
        </pc:spChg>
        <pc:cxnChg chg="del">
          <ac:chgData name="Yang, Chun-yu" userId="57c5ba99-e68a-448a-8f42-8e6ab6811b9f" providerId="ADAL" clId="{77A38673-4DE1-485E-BBC6-1D47039C1794}" dt="2021-10-14T17:23:29.971" v="5017" actId="478"/>
          <ac:cxnSpMkLst>
            <pc:docMk/>
            <pc:sldMk cId="798722602" sldId="418"/>
            <ac:cxnSpMk id="23" creationId="{5AF15224-4E82-4B8B-9CC0-02D8775ACB0F}"/>
          </ac:cxnSpMkLst>
        </pc:cxnChg>
        <pc:cxnChg chg="del">
          <ac:chgData name="Yang, Chun-yu" userId="57c5ba99-e68a-448a-8f42-8e6ab6811b9f" providerId="ADAL" clId="{77A38673-4DE1-485E-BBC6-1D47039C1794}" dt="2021-10-14T17:23:31.659" v="5018" actId="478"/>
          <ac:cxnSpMkLst>
            <pc:docMk/>
            <pc:sldMk cId="798722602" sldId="418"/>
            <ac:cxnSpMk id="25" creationId="{A1EAD92C-0356-4ACE-BB2D-94F27B44B597}"/>
          </ac:cxnSpMkLst>
        </pc:cxnChg>
      </pc:sldChg>
      <pc:sldChg chg="addSp modSp add del mod modAnim">
        <pc:chgData name="Yang, Chun-yu" userId="57c5ba99-e68a-448a-8f42-8e6ab6811b9f" providerId="ADAL" clId="{77A38673-4DE1-485E-BBC6-1D47039C1794}" dt="2021-10-14T17:43:13.921" v="5259" actId="47"/>
        <pc:sldMkLst>
          <pc:docMk/>
          <pc:sldMk cId="3002745333" sldId="419"/>
        </pc:sldMkLst>
        <pc:spChg chg="add mod">
          <ac:chgData name="Yang, Chun-yu" userId="57c5ba99-e68a-448a-8f42-8e6ab6811b9f" providerId="ADAL" clId="{77A38673-4DE1-485E-BBC6-1D47039C1794}" dt="2021-10-14T17:26:50.461" v="5066" actId="1076"/>
          <ac:spMkLst>
            <pc:docMk/>
            <pc:sldMk cId="3002745333" sldId="419"/>
            <ac:spMk id="23" creationId="{ACBCDED9-831D-4743-B2F1-9A4191DBEDE2}"/>
          </ac:spMkLst>
        </pc:spChg>
        <pc:spChg chg="add mod">
          <ac:chgData name="Yang, Chun-yu" userId="57c5ba99-e68a-448a-8f42-8e6ab6811b9f" providerId="ADAL" clId="{77A38673-4DE1-485E-BBC6-1D47039C1794}" dt="2021-10-14T17:27:27.421" v="5068" actId="1076"/>
          <ac:spMkLst>
            <pc:docMk/>
            <pc:sldMk cId="3002745333" sldId="419"/>
            <ac:spMk id="25" creationId="{6CBAFA23-DBE9-4F15-BB94-C1C9B22D11C1}"/>
          </ac:spMkLst>
        </pc:spChg>
        <pc:spChg chg="add mod">
          <ac:chgData name="Yang, Chun-yu" userId="57c5ba99-e68a-448a-8f42-8e6ab6811b9f" providerId="ADAL" clId="{77A38673-4DE1-485E-BBC6-1D47039C1794}" dt="2021-10-14T17:27:35.493" v="5069" actId="1076"/>
          <ac:spMkLst>
            <pc:docMk/>
            <pc:sldMk cId="3002745333" sldId="419"/>
            <ac:spMk id="26" creationId="{1AB8B793-175D-4D53-A416-5962CDC4C987}"/>
          </ac:spMkLst>
        </pc:spChg>
        <pc:spChg chg="add mod">
          <ac:chgData name="Yang, Chun-yu" userId="57c5ba99-e68a-448a-8f42-8e6ab6811b9f" providerId="ADAL" clId="{77A38673-4DE1-485E-BBC6-1D47039C1794}" dt="2021-10-14T17:27:55.117" v="5070" actId="1076"/>
          <ac:spMkLst>
            <pc:docMk/>
            <pc:sldMk cId="3002745333" sldId="419"/>
            <ac:spMk id="27" creationId="{8CE10496-C7E7-4E1C-A2D9-E6DF53860AA4}"/>
          </ac:spMkLst>
        </pc:spChg>
      </pc:sldChg>
      <pc:sldChg chg="addSp modSp add mod ord modAnim">
        <pc:chgData name="Yang, Chun-yu" userId="57c5ba99-e68a-448a-8f42-8e6ab6811b9f" providerId="ADAL" clId="{77A38673-4DE1-485E-BBC6-1D47039C1794}" dt="2021-10-14T17:38:01.288" v="5257"/>
        <pc:sldMkLst>
          <pc:docMk/>
          <pc:sldMk cId="1170153982" sldId="420"/>
        </pc:sldMkLst>
        <pc:spChg chg="add mod">
          <ac:chgData name="Yang, Chun-yu" userId="57c5ba99-e68a-448a-8f42-8e6ab6811b9f" providerId="ADAL" clId="{77A38673-4DE1-485E-BBC6-1D47039C1794}" dt="2021-10-14T17:29:49.084" v="5082"/>
          <ac:spMkLst>
            <pc:docMk/>
            <pc:sldMk cId="1170153982" sldId="420"/>
            <ac:spMk id="22" creationId="{232AB3D6-FD4A-4919-81B1-3B72355730E7}"/>
          </ac:spMkLst>
        </pc:spChg>
        <pc:spChg chg="add mod">
          <ac:chgData name="Yang, Chun-yu" userId="57c5ba99-e68a-448a-8f42-8e6ab6811b9f" providerId="ADAL" clId="{77A38673-4DE1-485E-BBC6-1D47039C1794}" dt="2021-10-14T17:29:49.084" v="5082"/>
          <ac:spMkLst>
            <pc:docMk/>
            <pc:sldMk cId="1170153982" sldId="420"/>
            <ac:spMk id="23" creationId="{126A8EB1-760C-4A06-B0B7-179F2C06E84C}"/>
          </ac:spMkLst>
        </pc:spChg>
        <pc:spChg chg="add mod">
          <ac:chgData name="Yang, Chun-yu" userId="57c5ba99-e68a-448a-8f42-8e6ab6811b9f" providerId="ADAL" clId="{77A38673-4DE1-485E-BBC6-1D47039C1794}" dt="2021-10-14T17:30:07.433" v="5085"/>
          <ac:spMkLst>
            <pc:docMk/>
            <pc:sldMk cId="1170153982" sldId="420"/>
            <ac:spMk id="24" creationId="{448D1D7F-EFD9-4C72-9930-380689261ECA}"/>
          </ac:spMkLst>
        </pc:spChg>
        <pc:spChg chg="add mod">
          <ac:chgData name="Yang, Chun-yu" userId="57c5ba99-e68a-448a-8f42-8e6ab6811b9f" providerId="ADAL" clId="{77A38673-4DE1-485E-BBC6-1D47039C1794}" dt="2021-10-14T17:31:02.316" v="5111" actId="1036"/>
          <ac:spMkLst>
            <pc:docMk/>
            <pc:sldMk cId="1170153982" sldId="420"/>
            <ac:spMk id="25" creationId="{EB20C196-EF62-4BC9-B3E1-65EE5601680E}"/>
          </ac:spMkLst>
        </pc:spChg>
        <pc:spChg chg="add mod">
          <ac:chgData name="Yang, Chun-yu" userId="57c5ba99-e68a-448a-8f42-8e6ab6811b9f" providerId="ADAL" clId="{77A38673-4DE1-485E-BBC6-1D47039C1794}" dt="2021-10-14T17:31:15.493" v="5112" actId="1076"/>
          <ac:spMkLst>
            <pc:docMk/>
            <pc:sldMk cId="1170153982" sldId="420"/>
            <ac:spMk id="26" creationId="{34D8AF79-3F0E-4556-B5D8-3D7F59277551}"/>
          </ac:spMkLst>
        </pc:spChg>
        <pc:spChg chg="add mod">
          <ac:chgData name="Yang, Chun-yu" userId="57c5ba99-e68a-448a-8f42-8e6ab6811b9f" providerId="ADAL" clId="{77A38673-4DE1-485E-BBC6-1D47039C1794}" dt="2021-10-14T17:37:21.297" v="5255" actId="1076"/>
          <ac:spMkLst>
            <pc:docMk/>
            <pc:sldMk cId="1170153982" sldId="420"/>
            <ac:spMk id="27" creationId="{95C32298-4AC0-4536-8D11-F6B9873CE596}"/>
          </ac:spMkLst>
        </pc:spChg>
        <pc:spChg chg="add mod">
          <ac:chgData name="Yang, Chun-yu" userId="57c5ba99-e68a-448a-8f42-8e6ab6811b9f" providerId="ADAL" clId="{77A38673-4DE1-485E-BBC6-1D47039C1794}" dt="2021-10-14T17:37:08.485" v="5254" actId="20577"/>
          <ac:spMkLst>
            <pc:docMk/>
            <pc:sldMk cId="1170153982" sldId="420"/>
            <ac:spMk id="28" creationId="{123AB7E1-88DE-4435-B16C-66D8FE6D7A05}"/>
          </ac:spMkLst>
        </pc:spChg>
        <pc:spChg chg="add mod">
          <ac:chgData name="Yang, Chun-yu" userId="57c5ba99-e68a-448a-8f42-8e6ab6811b9f" providerId="ADAL" clId="{77A38673-4DE1-485E-BBC6-1D47039C1794}" dt="2021-10-14T17:36:56.047" v="5251" actId="1076"/>
          <ac:spMkLst>
            <pc:docMk/>
            <pc:sldMk cId="1170153982" sldId="420"/>
            <ac:spMk id="29" creationId="{1A78FB1F-C617-440E-81CA-0CC565742C6C}"/>
          </ac:spMkLst>
        </pc:spChg>
        <pc:spChg chg="add mod">
          <ac:chgData name="Yang, Chun-yu" userId="57c5ba99-e68a-448a-8f42-8e6ab6811b9f" providerId="ADAL" clId="{77A38673-4DE1-485E-BBC6-1D47039C1794}" dt="2021-10-14T17:36:39.802" v="5250" actId="20577"/>
          <ac:spMkLst>
            <pc:docMk/>
            <pc:sldMk cId="1170153982" sldId="420"/>
            <ac:spMk id="30" creationId="{7FD2CDA1-97BB-43B6-AC33-756E7C29E4E0}"/>
          </ac:spMkLst>
        </pc:spChg>
      </pc:sldChg>
      <pc:sldChg chg="addSp delSp modSp add mod modAnim">
        <pc:chgData name="Yang, Chun-yu" userId="57c5ba99-e68a-448a-8f42-8e6ab6811b9f" providerId="ADAL" clId="{77A38673-4DE1-485E-BBC6-1D47039C1794}" dt="2021-10-30T00:16:56.629" v="5361"/>
        <pc:sldMkLst>
          <pc:docMk/>
          <pc:sldMk cId="3559366155" sldId="421"/>
        </pc:sldMkLst>
        <pc:spChg chg="del">
          <ac:chgData name="Yang, Chun-yu" userId="57c5ba99-e68a-448a-8f42-8e6ab6811b9f" providerId="ADAL" clId="{77A38673-4DE1-485E-BBC6-1D47039C1794}" dt="2021-10-14T17:34:18.744" v="5237" actId="478"/>
          <ac:spMkLst>
            <pc:docMk/>
            <pc:sldMk cId="3559366155" sldId="421"/>
            <ac:spMk id="24" creationId="{448D1D7F-EFD9-4C72-9930-380689261ECA}"/>
          </ac:spMkLst>
        </pc:spChg>
        <pc:spChg chg="mod">
          <ac:chgData name="Yang, Chun-yu" userId="57c5ba99-e68a-448a-8f42-8e6ab6811b9f" providerId="ADAL" clId="{77A38673-4DE1-485E-BBC6-1D47039C1794}" dt="2021-10-14T17:35:11.044" v="5240" actId="1076"/>
          <ac:spMkLst>
            <pc:docMk/>
            <pc:sldMk cId="3559366155" sldId="421"/>
            <ac:spMk id="25" creationId="{EB20C196-EF62-4BC9-B3E1-65EE5601680E}"/>
          </ac:spMkLst>
        </pc:spChg>
        <pc:spChg chg="mod">
          <ac:chgData name="Yang, Chun-yu" userId="57c5ba99-e68a-448a-8f42-8e6ab6811b9f" providerId="ADAL" clId="{77A38673-4DE1-485E-BBC6-1D47039C1794}" dt="2021-10-14T17:34:51.123" v="5239" actId="1076"/>
          <ac:spMkLst>
            <pc:docMk/>
            <pc:sldMk cId="3559366155" sldId="421"/>
            <ac:spMk id="26" creationId="{34D8AF79-3F0E-4556-B5D8-3D7F59277551}"/>
          </ac:spMkLst>
        </pc:spChg>
        <pc:spChg chg="mod">
          <ac:chgData name="Yang, Chun-yu" userId="57c5ba99-e68a-448a-8f42-8e6ab6811b9f" providerId="ADAL" clId="{77A38673-4DE1-485E-BBC6-1D47039C1794}" dt="2021-10-14T17:34:38.404" v="5238" actId="1076"/>
          <ac:spMkLst>
            <pc:docMk/>
            <pc:sldMk cId="3559366155" sldId="421"/>
            <ac:spMk id="27" creationId="{95C32298-4AC0-4536-8D11-F6B9873CE596}"/>
          </ac:spMkLst>
        </pc:spChg>
        <pc:spChg chg="add mod">
          <ac:chgData name="Yang, Chun-yu" userId="57c5ba99-e68a-448a-8f42-8e6ab6811b9f" providerId="ADAL" clId="{77A38673-4DE1-485E-BBC6-1D47039C1794}" dt="2021-10-14T17:31:55.576" v="5117" actId="1076"/>
          <ac:spMkLst>
            <pc:docMk/>
            <pc:sldMk cId="3559366155" sldId="421"/>
            <ac:spMk id="28" creationId="{8D891347-A38C-4473-8D13-DB28654B4B45}"/>
          </ac:spMkLst>
        </pc:spChg>
        <pc:spChg chg="add del mod">
          <ac:chgData name="Yang, Chun-yu" userId="57c5ba99-e68a-448a-8f42-8e6ab6811b9f" providerId="ADAL" clId="{77A38673-4DE1-485E-BBC6-1D47039C1794}" dt="2021-10-14T17:32:42.780" v="5122"/>
          <ac:spMkLst>
            <pc:docMk/>
            <pc:sldMk cId="3559366155" sldId="421"/>
            <ac:spMk id="29" creationId="{49D32D21-F0FB-4731-B6ED-ECDC8332E931}"/>
          </ac:spMkLst>
        </pc:spChg>
        <pc:spChg chg="add del mod">
          <ac:chgData name="Yang, Chun-yu" userId="57c5ba99-e68a-448a-8f42-8e6ab6811b9f" providerId="ADAL" clId="{77A38673-4DE1-485E-BBC6-1D47039C1794}" dt="2021-10-14T17:32:42.780" v="5122"/>
          <ac:spMkLst>
            <pc:docMk/>
            <pc:sldMk cId="3559366155" sldId="421"/>
            <ac:spMk id="30" creationId="{184C12B9-99F0-46CC-8B86-C4AD344BC483}"/>
          </ac:spMkLst>
        </pc:spChg>
        <pc:spChg chg="add del mod">
          <ac:chgData name="Yang, Chun-yu" userId="57c5ba99-e68a-448a-8f42-8e6ab6811b9f" providerId="ADAL" clId="{77A38673-4DE1-485E-BBC6-1D47039C1794}" dt="2021-10-14T17:32:42.780" v="5122"/>
          <ac:spMkLst>
            <pc:docMk/>
            <pc:sldMk cId="3559366155" sldId="421"/>
            <ac:spMk id="31" creationId="{A3D5E035-1329-44A1-A6D3-2CDACB002574}"/>
          </ac:spMkLst>
        </pc:spChg>
        <pc:spChg chg="add mod">
          <ac:chgData name="Yang, Chun-yu" userId="57c5ba99-e68a-448a-8f42-8e6ab6811b9f" providerId="ADAL" clId="{77A38673-4DE1-485E-BBC6-1D47039C1794}" dt="2021-10-14T17:34:05.618" v="5236" actId="1035"/>
          <ac:spMkLst>
            <pc:docMk/>
            <pc:sldMk cId="3559366155" sldId="421"/>
            <ac:spMk id="32" creationId="{529A21F4-0E32-4584-85A3-9CC3993F07BD}"/>
          </ac:spMkLst>
        </pc:spChg>
        <pc:spChg chg="add mod">
          <ac:chgData name="Yang, Chun-yu" userId="57c5ba99-e68a-448a-8f42-8e6ab6811b9f" providerId="ADAL" clId="{77A38673-4DE1-485E-BBC6-1D47039C1794}" dt="2021-10-14T17:34:05.618" v="5236" actId="1035"/>
          <ac:spMkLst>
            <pc:docMk/>
            <pc:sldMk cId="3559366155" sldId="421"/>
            <ac:spMk id="33" creationId="{003CC010-4DD9-41FC-BF01-62E44773304F}"/>
          </ac:spMkLst>
        </pc:spChg>
        <pc:spChg chg="add mod">
          <ac:chgData name="Yang, Chun-yu" userId="57c5ba99-e68a-448a-8f42-8e6ab6811b9f" providerId="ADAL" clId="{77A38673-4DE1-485E-BBC6-1D47039C1794}" dt="2021-10-14T17:34:05.618" v="5236" actId="1035"/>
          <ac:spMkLst>
            <pc:docMk/>
            <pc:sldMk cId="3559366155" sldId="421"/>
            <ac:spMk id="34" creationId="{9E763CEE-B89B-4BDA-AFC3-BF8F7C1FED72}"/>
          </ac:spMkLst>
        </pc:spChg>
        <pc:inkChg chg="add">
          <ac:chgData name="Yang, Chun-yu" userId="57c5ba99-e68a-448a-8f42-8e6ab6811b9f" providerId="ADAL" clId="{77A38673-4DE1-485E-BBC6-1D47039C1794}" dt="2021-10-30T00:16:56.629" v="5361"/>
          <ac:inkMkLst>
            <pc:docMk/>
            <pc:sldMk cId="3559366155" sldId="421"/>
            <ac:inkMk id="2" creationId="{EB3531D3-BE13-4C28-B83C-3684D2A6E9E1}"/>
          </ac:inkMkLst>
        </pc:inkChg>
      </pc:sldChg>
      <pc:sldChg chg="addSp delSp modSp add mod addAnim delAnim modAnim">
        <pc:chgData name="Yang, Chun-yu" userId="57c5ba99-e68a-448a-8f42-8e6ab6811b9f" providerId="ADAL" clId="{77A38673-4DE1-485E-BBC6-1D47039C1794}" dt="2021-10-14T17:50:44.337" v="5350"/>
        <pc:sldMkLst>
          <pc:docMk/>
          <pc:sldMk cId="4006351933" sldId="422"/>
        </pc:sldMkLst>
        <pc:spChg chg="del">
          <ac:chgData name="Yang, Chun-yu" userId="57c5ba99-e68a-448a-8f42-8e6ab6811b9f" providerId="ADAL" clId="{77A38673-4DE1-485E-BBC6-1D47039C1794}" dt="2021-10-14T17:44:04.029" v="5269" actId="478"/>
          <ac:spMkLst>
            <pc:docMk/>
            <pc:sldMk cId="4006351933" sldId="422"/>
            <ac:spMk id="10" creationId="{7AB0CF33-CBD8-44B8-87AB-558E65BADB95}"/>
          </ac:spMkLst>
        </pc:spChg>
        <pc:spChg chg="del">
          <ac:chgData name="Yang, Chun-yu" userId="57c5ba99-e68a-448a-8f42-8e6ab6811b9f" providerId="ADAL" clId="{77A38673-4DE1-485E-BBC6-1D47039C1794}" dt="2021-10-14T17:44:03.091" v="5268" actId="478"/>
          <ac:spMkLst>
            <pc:docMk/>
            <pc:sldMk cId="4006351933" sldId="422"/>
            <ac:spMk id="11" creationId="{5EDA89F7-3D08-4B03-954D-0A5C150874F7}"/>
          </ac:spMkLst>
        </pc:spChg>
        <pc:spChg chg="mod">
          <ac:chgData name="Yang, Chun-yu" userId="57c5ba99-e68a-448a-8f42-8e6ab6811b9f" providerId="ADAL" clId="{77A38673-4DE1-485E-BBC6-1D47039C1794}" dt="2021-10-14T17:47:15.212" v="5304" actId="207"/>
          <ac:spMkLst>
            <pc:docMk/>
            <pc:sldMk cId="4006351933" sldId="422"/>
            <ac:spMk id="13" creationId="{F25F8201-0E8C-4B52-92AA-585FA09D210C}"/>
          </ac:spMkLst>
        </pc:spChg>
        <pc:spChg chg="mod">
          <ac:chgData name="Yang, Chun-yu" userId="57c5ba99-e68a-448a-8f42-8e6ab6811b9f" providerId="ADAL" clId="{77A38673-4DE1-485E-BBC6-1D47039C1794}" dt="2021-10-14T17:44:43.874" v="5277" actId="207"/>
          <ac:spMkLst>
            <pc:docMk/>
            <pc:sldMk cId="4006351933" sldId="422"/>
            <ac:spMk id="14" creationId="{C402152A-D7EC-425B-9BF4-C60C4F6C960C}"/>
          </ac:spMkLst>
        </pc:spChg>
        <pc:spChg chg="mod">
          <ac:chgData name="Yang, Chun-yu" userId="57c5ba99-e68a-448a-8f42-8e6ab6811b9f" providerId="ADAL" clId="{77A38673-4DE1-485E-BBC6-1D47039C1794}" dt="2021-10-14T17:47:11.247" v="5303" actId="207"/>
          <ac:spMkLst>
            <pc:docMk/>
            <pc:sldMk cId="4006351933" sldId="422"/>
            <ac:spMk id="15" creationId="{E2B3B3BF-490F-4E6B-AE7B-313C93EA4C16}"/>
          </ac:spMkLst>
        </pc:spChg>
        <pc:spChg chg="mod">
          <ac:chgData name="Yang, Chun-yu" userId="57c5ba99-e68a-448a-8f42-8e6ab6811b9f" providerId="ADAL" clId="{77A38673-4DE1-485E-BBC6-1D47039C1794}" dt="2021-10-14T17:46:59.245" v="5302" actId="207"/>
          <ac:spMkLst>
            <pc:docMk/>
            <pc:sldMk cId="4006351933" sldId="422"/>
            <ac:spMk id="16" creationId="{327B1B39-C25B-4347-8F9C-FA196491B4C4}"/>
          </ac:spMkLst>
        </pc:spChg>
        <pc:spChg chg="mod">
          <ac:chgData name="Yang, Chun-yu" userId="57c5ba99-e68a-448a-8f42-8e6ab6811b9f" providerId="ADAL" clId="{77A38673-4DE1-485E-BBC6-1D47039C1794}" dt="2021-10-14T17:46:33.626" v="5301" actId="207"/>
          <ac:spMkLst>
            <pc:docMk/>
            <pc:sldMk cId="4006351933" sldId="422"/>
            <ac:spMk id="18" creationId="{8E157C1B-D213-480C-88E8-01CC8162DD7B}"/>
          </ac:spMkLst>
        </pc:spChg>
        <pc:spChg chg="mod">
          <ac:chgData name="Yang, Chun-yu" userId="57c5ba99-e68a-448a-8f42-8e6ab6811b9f" providerId="ADAL" clId="{77A38673-4DE1-485E-BBC6-1D47039C1794}" dt="2021-10-14T17:45:23.727" v="5282" actId="20577"/>
          <ac:spMkLst>
            <pc:docMk/>
            <pc:sldMk cId="4006351933" sldId="422"/>
            <ac:spMk id="20" creationId="{0F24F897-FDF3-4310-A851-1A7AF457A873}"/>
          </ac:spMkLst>
        </pc:spChg>
        <pc:spChg chg="del">
          <ac:chgData name="Yang, Chun-yu" userId="57c5ba99-e68a-448a-8f42-8e6ab6811b9f" providerId="ADAL" clId="{77A38673-4DE1-485E-BBC6-1D47039C1794}" dt="2021-10-14T17:44:05.288" v="5270" actId="478"/>
          <ac:spMkLst>
            <pc:docMk/>
            <pc:sldMk cId="4006351933" sldId="422"/>
            <ac:spMk id="21" creationId="{3F301AA6-8EFD-4A1F-AD1B-72FC2AA14B9D}"/>
          </ac:spMkLst>
        </pc:spChg>
        <pc:spChg chg="del">
          <ac:chgData name="Yang, Chun-yu" userId="57c5ba99-e68a-448a-8f42-8e6ab6811b9f" providerId="ADAL" clId="{77A38673-4DE1-485E-BBC6-1D47039C1794}" dt="2021-10-14T17:43:40.632" v="5262" actId="478"/>
          <ac:spMkLst>
            <pc:docMk/>
            <pc:sldMk cId="4006351933" sldId="422"/>
            <ac:spMk id="22" creationId="{232AB3D6-FD4A-4919-81B1-3B72355730E7}"/>
          </ac:spMkLst>
        </pc:spChg>
        <pc:spChg chg="del">
          <ac:chgData name="Yang, Chun-yu" userId="57c5ba99-e68a-448a-8f42-8e6ab6811b9f" providerId="ADAL" clId="{77A38673-4DE1-485E-BBC6-1D47039C1794}" dt="2021-10-14T17:43:42.853" v="5263" actId="478"/>
          <ac:spMkLst>
            <pc:docMk/>
            <pc:sldMk cId="4006351933" sldId="422"/>
            <ac:spMk id="23" creationId="{126A8EB1-760C-4A06-B0B7-179F2C06E84C}"/>
          </ac:spMkLst>
        </pc:spChg>
        <pc:spChg chg="del">
          <ac:chgData name="Yang, Chun-yu" userId="57c5ba99-e68a-448a-8f42-8e6ab6811b9f" providerId="ADAL" clId="{77A38673-4DE1-485E-BBC6-1D47039C1794}" dt="2021-10-14T17:45:46.652" v="5284" actId="478"/>
          <ac:spMkLst>
            <pc:docMk/>
            <pc:sldMk cId="4006351933" sldId="422"/>
            <ac:spMk id="24" creationId="{448D1D7F-EFD9-4C72-9930-380689261ECA}"/>
          </ac:spMkLst>
        </pc:spChg>
        <pc:spChg chg="del mod">
          <ac:chgData name="Yang, Chun-yu" userId="57c5ba99-e68a-448a-8f42-8e6ab6811b9f" providerId="ADAL" clId="{77A38673-4DE1-485E-BBC6-1D47039C1794}" dt="2021-10-14T17:43:55.131" v="5265" actId="478"/>
          <ac:spMkLst>
            <pc:docMk/>
            <pc:sldMk cId="4006351933" sldId="422"/>
            <ac:spMk id="25" creationId="{EB20C196-EF62-4BC9-B3E1-65EE5601680E}"/>
          </ac:spMkLst>
        </pc:spChg>
        <pc:spChg chg="del">
          <ac:chgData name="Yang, Chun-yu" userId="57c5ba99-e68a-448a-8f42-8e6ab6811b9f" providerId="ADAL" clId="{77A38673-4DE1-485E-BBC6-1D47039C1794}" dt="2021-10-14T17:43:56.489" v="5266" actId="478"/>
          <ac:spMkLst>
            <pc:docMk/>
            <pc:sldMk cId="4006351933" sldId="422"/>
            <ac:spMk id="26" creationId="{34D8AF79-3F0E-4556-B5D8-3D7F59277551}"/>
          </ac:spMkLst>
        </pc:spChg>
        <pc:spChg chg="del">
          <ac:chgData name="Yang, Chun-yu" userId="57c5ba99-e68a-448a-8f42-8e6ab6811b9f" providerId="ADAL" clId="{77A38673-4DE1-485E-BBC6-1D47039C1794}" dt="2021-10-14T17:43:58.356" v="5267" actId="478"/>
          <ac:spMkLst>
            <pc:docMk/>
            <pc:sldMk cId="4006351933" sldId="422"/>
            <ac:spMk id="27" creationId="{95C32298-4AC0-4536-8D11-F6B9873CE596}"/>
          </ac:spMkLst>
        </pc:spChg>
        <pc:spChg chg="del">
          <ac:chgData name="Yang, Chun-yu" userId="57c5ba99-e68a-448a-8f42-8e6ab6811b9f" providerId="ADAL" clId="{77A38673-4DE1-485E-BBC6-1D47039C1794}" dt="2021-10-14T17:44:23.133" v="5274" actId="478"/>
          <ac:spMkLst>
            <pc:docMk/>
            <pc:sldMk cId="4006351933" sldId="422"/>
            <ac:spMk id="28" creationId="{123AB7E1-88DE-4435-B16C-66D8FE6D7A05}"/>
          </ac:spMkLst>
        </pc:spChg>
        <pc:spChg chg="del">
          <ac:chgData name="Yang, Chun-yu" userId="57c5ba99-e68a-448a-8f42-8e6ab6811b9f" providerId="ADAL" clId="{77A38673-4DE1-485E-BBC6-1D47039C1794}" dt="2021-10-14T17:44:20.729" v="5273" actId="478"/>
          <ac:spMkLst>
            <pc:docMk/>
            <pc:sldMk cId="4006351933" sldId="422"/>
            <ac:spMk id="29" creationId="{1A78FB1F-C617-440E-81CA-0CC565742C6C}"/>
          </ac:spMkLst>
        </pc:spChg>
        <pc:spChg chg="del mod">
          <ac:chgData name="Yang, Chun-yu" userId="57c5ba99-e68a-448a-8f42-8e6ab6811b9f" providerId="ADAL" clId="{77A38673-4DE1-485E-BBC6-1D47039C1794}" dt="2021-10-14T17:44:19.386" v="5272" actId="478"/>
          <ac:spMkLst>
            <pc:docMk/>
            <pc:sldMk cId="4006351933" sldId="422"/>
            <ac:spMk id="30" creationId="{7FD2CDA1-97BB-43B6-AC33-756E7C29E4E0}"/>
          </ac:spMkLst>
        </pc:spChg>
        <pc:spChg chg="add mod">
          <ac:chgData name="Yang, Chun-yu" userId="57c5ba99-e68a-448a-8f42-8e6ab6811b9f" providerId="ADAL" clId="{77A38673-4DE1-485E-BBC6-1D47039C1794}" dt="2021-10-14T17:49:44.372" v="5339" actId="6549"/>
          <ac:spMkLst>
            <pc:docMk/>
            <pc:sldMk cId="4006351933" sldId="422"/>
            <ac:spMk id="31" creationId="{EC4D7F74-0510-4F9A-9F3C-94F5872B265B}"/>
          </ac:spMkLst>
        </pc:spChg>
        <pc:spChg chg="add mod">
          <ac:chgData name="Yang, Chun-yu" userId="57c5ba99-e68a-448a-8f42-8e6ab6811b9f" providerId="ADAL" clId="{77A38673-4DE1-485E-BBC6-1D47039C1794}" dt="2021-10-14T17:50:16.468" v="5347" actId="1076"/>
          <ac:spMkLst>
            <pc:docMk/>
            <pc:sldMk cId="4006351933" sldId="422"/>
            <ac:spMk id="32" creationId="{57BBA297-FA3C-40A1-9A10-5AC392B7B612}"/>
          </ac:spMkLst>
        </pc:spChg>
        <pc:spChg chg="add del">
          <ac:chgData name="Yang, Chun-yu" userId="57c5ba99-e68a-448a-8f42-8e6ab6811b9f" providerId="ADAL" clId="{77A38673-4DE1-485E-BBC6-1D47039C1794}" dt="2021-10-14T17:49:36.478" v="5335" actId="22"/>
          <ac:spMkLst>
            <pc:docMk/>
            <pc:sldMk cId="4006351933" sldId="422"/>
            <ac:spMk id="33" creationId="{30BFE162-7B56-46C2-946D-68E9E67A6E41}"/>
          </ac:spMkLst>
        </pc:spChg>
        <pc:spChg chg="add mod">
          <ac:chgData name="Yang, Chun-yu" userId="57c5ba99-e68a-448a-8f42-8e6ab6811b9f" providerId="ADAL" clId="{77A38673-4DE1-485E-BBC6-1D47039C1794}" dt="2021-10-14T17:49:49.867" v="5340" actId="1076"/>
          <ac:spMkLst>
            <pc:docMk/>
            <pc:sldMk cId="4006351933" sldId="422"/>
            <ac:spMk id="34" creationId="{5EDCD57A-1669-4C12-B967-D02C7AF6FA06}"/>
          </ac:spMkLst>
        </pc:spChg>
        <pc:spChg chg="add mod">
          <ac:chgData name="Yang, Chun-yu" userId="57c5ba99-e68a-448a-8f42-8e6ab6811b9f" providerId="ADAL" clId="{77A38673-4DE1-485E-BBC6-1D47039C1794}" dt="2021-10-14T17:50:12.893" v="5346" actId="1076"/>
          <ac:spMkLst>
            <pc:docMk/>
            <pc:sldMk cId="4006351933" sldId="422"/>
            <ac:spMk id="35" creationId="{ECDAC58C-D760-49BC-8900-038B061DEAC3}"/>
          </ac:spMkLst>
        </pc:spChg>
      </pc:sldChg>
      <pc:sldChg chg="new del">
        <pc:chgData name="Yang, Chun-yu" userId="57c5ba99-e68a-448a-8f42-8e6ab6811b9f" providerId="ADAL" clId="{77A38673-4DE1-485E-BBC6-1D47039C1794}" dt="2021-11-10T19:16:01.560" v="5363" actId="47"/>
        <pc:sldMkLst>
          <pc:docMk/>
          <pc:sldMk cId="2219586470" sldId="423"/>
        </pc:sldMkLst>
      </pc:sldChg>
      <pc:sldChg chg="addSp delSp add del mod">
        <pc:chgData name="Yang, Chun-yu" userId="57c5ba99-e68a-448a-8f42-8e6ab6811b9f" providerId="ADAL" clId="{77A38673-4DE1-485E-BBC6-1D47039C1794}" dt="2021-11-10T19:27:52.609" v="5485" actId="47"/>
        <pc:sldMkLst>
          <pc:docMk/>
          <pc:sldMk cId="4209206559" sldId="423"/>
        </pc:sldMkLst>
        <pc:picChg chg="add del">
          <ac:chgData name="Yang, Chun-yu" userId="57c5ba99-e68a-448a-8f42-8e6ab6811b9f" providerId="ADAL" clId="{77A38673-4DE1-485E-BBC6-1D47039C1794}" dt="2021-11-10T19:16:42.814" v="5369" actId="478"/>
          <ac:picMkLst>
            <pc:docMk/>
            <pc:sldMk cId="4209206559" sldId="423"/>
            <ac:picMk id="83" creationId="{1E4AF8C0-D737-4FF8-94F3-63934B4E4198}"/>
          </ac:picMkLst>
        </pc:picChg>
        <pc:picChg chg="add del">
          <ac:chgData name="Yang, Chun-yu" userId="57c5ba99-e68a-448a-8f42-8e6ab6811b9f" providerId="ADAL" clId="{77A38673-4DE1-485E-BBC6-1D47039C1794}" dt="2021-11-10T19:16:43.153" v="5370" actId="478"/>
          <ac:picMkLst>
            <pc:docMk/>
            <pc:sldMk cId="4209206559" sldId="423"/>
            <ac:picMk id="88" creationId="{70ECD7B9-6F1F-4B13-BFDE-0FEDBBF385B5}"/>
          </ac:picMkLst>
        </pc:picChg>
        <pc:picChg chg="add del">
          <ac:chgData name="Yang, Chun-yu" userId="57c5ba99-e68a-448a-8f42-8e6ab6811b9f" providerId="ADAL" clId="{77A38673-4DE1-485E-BBC6-1D47039C1794}" dt="2021-11-10T19:16:42.497" v="5368" actId="478"/>
          <ac:picMkLst>
            <pc:docMk/>
            <pc:sldMk cId="4209206559" sldId="423"/>
            <ac:picMk id="107" creationId="{6F904DCF-09D3-471B-A0EF-D55FFF11E481}"/>
          </ac:picMkLst>
        </pc:picChg>
      </pc:sldChg>
      <pc:sldChg chg="add del">
        <pc:chgData name="Yang, Chun-yu" userId="57c5ba99-e68a-448a-8f42-8e6ab6811b9f" providerId="ADAL" clId="{77A38673-4DE1-485E-BBC6-1D47039C1794}" dt="2021-11-10T19:20:31.927" v="5386" actId="47"/>
        <pc:sldMkLst>
          <pc:docMk/>
          <pc:sldMk cId="2348241830" sldId="424"/>
        </pc:sldMkLst>
      </pc:sldChg>
      <pc:sldChg chg="addSp delSp new del mod">
        <pc:chgData name="Yang, Chun-yu" userId="57c5ba99-e68a-448a-8f42-8e6ab6811b9f" providerId="ADAL" clId="{77A38673-4DE1-485E-BBC6-1D47039C1794}" dt="2021-11-11T00:01:51.093" v="5656" actId="47"/>
        <pc:sldMkLst>
          <pc:docMk/>
          <pc:sldMk cId="3082500614" sldId="424"/>
        </pc:sldMkLst>
        <pc:spChg chg="add del">
          <ac:chgData name="Yang, Chun-yu" userId="57c5ba99-e68a-448a-8f42-8e6ab6811b9f" providerId="ADAL" clId="{77A38673-4DE1-485E-BBC6-1D47039C1794}" dt="2021-11-10T19:21:32.701" v="5392" actId="21"/>
          <ac:spMkLst>
            <pc:docMk/>
            <pc:sldMk cId="3082500614" sldId="424"/>
            <ac:spMk id="4" creationId="{FB1A1DDA-59E9-412C-AF0D-2B923A54FEE3}"/>
          </ac:spMkLst>
        </pc:spChg>
      </pc:sldChg>
      <pc:sldChg chg="new del">
        <pc:chgData name="Yang, Chun-yu" userId="57c5ba99-e68a-448a-8f42-8e6ab6811b9f" providerId="ADAL" clId="{77A38673-4DE1-485E-BBC6-1D47039C1794}" dt="2021-11-10T19:21:20.042" v="5389" actId="47"/>
        <pc:sldMkLst>
          <pc:docMk/>
          <pc:sldMk cId="1840473674" sldId="425"/>
        </pc:sldMkLst>
      </pc:sldChg>
      <pc:sldChg chg="addSp delSp modSp add mod delAnim modAnim">
        <pc:chgData name="Yang, Chun-yu" userId="57c5ba99-e68a-448a-8f42-8e6ab6811b9f" providerId="ADAL" clId="{77A38673-4DE1-485E-BBC6-1D47039C1794}" dt="2021-11-11T01:22:22.247" v="5665"/>
        <pc:sldMkLst>
          <pc:docMk/>
          <pc:sldMk cId="2426765683" sldId="425"/>
        </pc:sldMkLst>
        <pc:spChg chg="mod">
          <ac:chgData name="Yang, Chun-yu" userId="57c5ba99-e68a-448a-8f42-8e6ab6811b9f" providerId="ADAL" clId="{77A38673-4DE1-485E-BBC6-1D47039C1794}" dt="2021-11-10T23:31:30.542" v="5633" actId="20577"/>
          <ac:spMkLst>
            <pc:docMk/>
            <pc:sldMk cId="2426765683" sldId="425"/>
            <ac:spMk id="11" creationId="{5EDA89F7-3D08-4B03-954D-0A5C150874F7}"/>
          </ac:spMkLst>
        </pc:spChg>
        <pc:spChg chg="add mod">
          <ac:chgData name="Yang, Chun-yu" userId="57c5ba99-e68a-448a-8f42-8e6ab6811b9f" providerId="ADAL" clId="{77A38673-4DE1-485E-BBC6-1D47039C1794}" dt="2021-11-10T19:23:27.104" v="5424" actId="1076"/>
          <ac:spMkLst>
            <pc:docMk/>
            <pc:sldMk cId="2426765683" sldId="425"/>
            <ac:spMk id="12" creationId="{7F886EA1-7DD7-4367-A5C8-8D7C8EBF75F4}"/>
          </ac:spMkLst>
        </pc:spChg>
        <pc:spChg chg="mod">
          <ac:chgData name="Yang, Chun-yu" userId="57c5ba99-e68a-448a-8f42-8e6ab6811b9f" providerId="ADAL" clId="{77A38673-4DE1-485E-BBC6-1D47039C1794}" dt="2021-11-10T19:26:10.533" v="5451"/>
          <ac:spMkLst>
            <pc:docMk/>
            <pc:sldMk cId="2426765683" sldId="425"/>
            <ac:spMk id="13" creationId="{F25F8201-0E8C-4B52-92AA-585FA09D210C}"/>
          </ac:spMkLst>
        </pc:spChg>
        <pc:spChg chg="mod">
          <ac:chgData name="Yang, Chun-yu" userId="57c5ba99-e68a-448a-8f42-8e6ab6811b9f" providerId="ADAL" clId="{77A38673-4DE1-485E-BBC6-1D47039C1794}" dt="2021-11-10T19:24:06.261" v="5429" actId="20577"/>
          <ac:spMkLst>
            <pc:docMk/>
            <pc:sldMk cId="2426765683" sldId="425"/>
            <ac:spMk id="14" creationId="{C402152A-D7EC-425B-9BF4-C60C4F6C960C}"/>
          </ac:spMkLst>
        </pc:spChg>
        <pc:spChg chg="mod">
          <ac:chgData name="Yang, Chun-yu" userId="57c5ba99-e68a-448a-8f42-8e6ab6811b9f" providerId="ADAL" clId="{77A38673-4DE1-485E-BBC6-1D47039C1794}" dt="2021-11-10T19:25:34.520" v="5447" actId="20577"/>
          <ac:spMkLst>
            <pc:docMk/>
            <pc:sldMk cId="2426765683" sldId="425"/>
            <ac:spMk id="16" creationId="{327B1B39-C25B-4347-8F9C-FA196491B4C4}"/>
          </ac:spMkLst>
        </pc:spChg>
        <pc:spChg chg="mod">
          <ac:chgData name="Yang, Chun-yu" userId="57c5ba99-e68a-448a-8f42-8e6ab6811b9f" providerId="ADAL" clId="{77A38673-4DE1-485E-BBC6-1D47039C1794}" dt="2021-11-10T23:30:55.937" v="5616" actId="20577"/>
          <ac:spMkLst>
            <pc:docMk/>
            <pc:sldMk cId="2426765683" sldId="425"/>
            <ac:spMk id="17" creationId="{2D0B66E9-B0C0-4EE7-83CB-00CAB3080597}"/>
          </ac:spMkLst>
        </pc:spChg>
        <pc:spChg chg="mod">
          <ac:chgData name="Yang, Chun-yu" userId="57c5ba99-e68a-448a-8f42-8e6ab6811b9f" providerId="ADAL" clId="{77A38673-4DE1-485E-BBC6-1D47039C1794}" dt="2021-11-10T23:31:27.448" v="5629" actId="20577"/>
          <ac:spMkLst>
            <pc:docMk/>
            <pc:sldMk cId="2426765683" sldId="425"/>
            <ac:spMk id="19" creationId="{20CED288-2B8B-4724-A64E-1ADA72D95728}"/>
          </ac:spMkLst>
        </pc:spChg>
        <pc:spChg chg="mod">
          <ac:chgData name="Yang, Chun-yu" userId="57c5ba99-e68a-448a-8f42-8e6ab6811b9f" providerId="ADAL" clId="{77A38673-4DE1-485E-BBC6-1D47039C1794}" dt="2021-11-10T23:31:23.546" v="5627" actId="20577"/>
          <ac:spMkLst>
            <pc:docMk/>
            <pc:sldMk cId="2426765683" sldId="425"/>
            <ac:spMk id="20" creationId="{0F24F897-FDF3-4310-A851-1A7AF457A873}"/>
          </ac:spMkLst>
        </pc:spChg>
        <pc:spChg chg="del">
          <ac:chgData name="Yang, Chun-yu" userId="57c5ba99-e68a-448a-8f42-8e6ab6811b9f" providerId="ADAL" clId="{77A38673-4DE1-485E-BBC6-1D47039C1794}" dt="2021-11-10T19:24:09.981" v="5430" actId="478"/>
          <ac:spMkLst>
            <pc:docMk/>
            <pc:sldMk cId="2426765683" sldId="425"/>
            <ac:spMk id="21" creationId="{3F301AA6-8EFD-4A1F-AD1B-72FC2AA14B9D}"/>
          </ac:spMkLst>
        </pc:spChg>
        <pc:spChg chg="mod">
          <ac:chgData name="Yang, Chun-yu" userId="57c5ba99-e68a-448a-8f42-8e6ab6811b9f" providerId="ADAL" clId="{77A38673-4DE1-485E-BBC6-1D47039C1794}" dt="2021-11-10T19:29:39.727" v="5507" actId="1076"/>
          <ac:spMkLst>
            <pc:docMk/>
            <pc:sldMk cId="2426765683" sldId="425"/>
            <ac:spMk id="22" creationId="{232AB3D6-FD4A-4919-81B1-3B72355730E7}"/>
          </ac:spMkLst>
        </pc:spChg>
        <pc:spChg chg="mod">
          <ac:chgData name="Yang, Chun-yu" userId="57c5ba99-e68a-448a-8f42-8e6ab6811b9f" providerId="ADAL" clId="{77A38673-4DE1-485E-BBC6-1D47039C1794}" dt="2021-11-10T19:22:38.086" v="5412" actId="1076"/>
          <ac:spMkLst>
            <pc:docMk/>
            <pc:sldMk cId="2426765683" sldId="425"/>
            <ac:spMk id="23" creationId="{126A8EB1-760C-4A06-B0B7-179F2C06E84C}"/>
          </ac:spMkLst>
        </pc:spChg>
        <pc:spChg chg="del">
          <ac:chgData name="Yang, Chun-yu" userId="57c5ba99-e68a-448a-8f42-8e6ab6811b9f" providerId="ADAL" clId="{77A38673-4DE1-485E-BBC6-1D47039C1794}" dt="2021-11-10T19:22:01.056" v="5402" actId="478"/>
          <ac:spMkLst>
            <pc:docMk/>
            <pc:sldMk cId="2426765683" sldId="425"/>
            <ac:spMk id="25" creationId="{EB20C196-EF62-4BC9-B3E1-65EE5601680E}"/>
          </ac:spMkLst>
        </pc:spChg>
        <pc:spChg chg="del">
          <ac:chgData name="Yang, Chun-yu" userId="57c5ba99-e68a-448a-8f42-8e6ab6811b9f" providerId="ADAL" clId="{77A38673-4DE1-485E-BBC6-1D47039C1794}" dt="2021-11-10T19:22:02.905" v="5404" actId="478"/>
          <ac:spMkLst>
            <pc:docMk/>
            <pc:sldMk cId="2426765683" sldId="425"/>
            <ac:spMk id="26" creationId="{34D8AF79-3F0E-4556-B5D8-3D7F59277551}"/>
          </ac:spMkLst>
        </pc:spChg>
        <pc:spChg chg="del">
          <ac:chgData name="Yang, Chun-yu" userId="57c5ba99-e68a-448a-8f42-8e6ab6811b9f" providerId="ADAL" clId="{77A38673-4DE1-485E-BBC6-1D47039C1794}" dt="2021-11-10T19:22:01.981" v="5403" actId="478"/>
          <ac:spMkLst>
            <pc:docMk/>
            <pc:sldMk cId="2426765683" sldId="425"/>
            <ac:spMk id="27" creationId="{95C32298-4AC0-4536-8D11-F6B9873CE596}"/>
          </ac:spMkLst>
        </pc:spChg>
        <pc:spChg chg="del">
          <ac:chgData name="Yang, Chun-yu" userId="57c5ba99-e68a-448a-8f42-8e6ab6811b9f" providerId="ADAL" clId="{77A38673-4DE1-485E-BBC6-1D47039C1794}" dt="2021-11-10T19:24:10.854" v="5431" actId="478"/>
          <ac:spMkLst>
            <pc:docMk/>
            <pc:sldMk cId="2426765683" sldId="425"/>
            <ac:spMk id="28" creationId="{8D891347-A38C-4473-8D13-DB28654B4B45}"/>
          </ac:spMkLst>
        </pc:spChg>
        <pc:spChg chg="add mod">
          <ac:chgData name="Yang, Chun-yu" userId="57c5ba99-e68a-448a-8f42-8e6ab6811b9f" providerId="ADAL" clId="{77A38673-4DE1-485E-BBC6-1D47039C1794}" dt="2021-11-10T23:31:35.346" v="5637" actId="20577"/>
          <ac:spMkLst>
            <pc:docMk/>
            <pc:sldMk cId="2426765683" sldId="425"/>
            <ac:spMk id="29" creationId="{663AD105-2A38-4639-ACDC-76C69DD0A8F5}"/>
          </ac:spMkLst>
        </pc:spChg>
        <pc:spChg chg="del mod">
          <ac:chgData name="Yang, Chun-yu" userId="57c5ba99-e68a-448a-8f42-8e6ab6811b9f" providerId="ADAL" clId="{77A38673-4DE1-485E-BBC6-1D47039C1794}" dt="2021-11-10T19:24:02.516" v="5427" actId="478"/>
          <ac:spMkLst>
            <pc:docMk/>
            <pc:sldMk cId="2426765683" sldId="425"/>
            <ac:spMk id="32" creationId="{529A21F4-0E32-4584-85A3-9CC3993F07BD}"/>
          </ac:spMkLst>
        </pc:spChg>
        <pc:spChg chg="del">
          <ac:chgData name="Yang, Chun-yu" userId="57c5ba99-e68a-448a-8f42-8e6ab6811b9f" providerId="ADAL" clId="{77A38673-4DE1-485E-BBC6-1D47039C1794}" dt="2021-11-10T19:25:27.251" v="5445" actId="478"/>
          <ac:spMkLst>
            <pc:docMk/>
            <pc:sldMk cId="2426765683" sldId="425"/>
            <ac:spMk id="33" creationId="{003CC010-4DD9-41FC-BF01-62E44773304F}"/>
          </ac:spMkLst>
        </pc:spChg>
        <pc:spChg chg="del">
          <ac:chgData name="Yang, Chun-yu" userId="57c5ba99-e68a-448a-8f42-8e6ab6811b9f" providerId="ADAL" clId="{77A38673-4DE1-485E-BBC6-1D47039C1794}" dt="2021-11-10T19:25:29.477" v="5446" actId="478"/>
          <ac:spMkLst>
            <pc:docMk/>
            <pc:sldMk cId="2426765683" sldId="425"/>
            <ac:spMk id="34" creationId="{9E763CEE-B89B-4BDA-AFC3-BF8F7C1FED72}"/>
          </ac:spMkLst>
        </pc:spChg>
        <pc:spChg chg="add mod">
          <ac:chgData name="Yang, Chun-yu" userId="57c5ba99-e68a-448a-8f42-8e6ab6811b9f" providerId="ADAL" clId="{77A38673-4DE1-485E-BBC6-1D47039C1794}" dt="2021-11-10T19:23:22.541" v="5423" actId="207"/>
          <ac:spMkLst>
            <pc:docMk/>
            <pc:sldMk cId="2426765683" sldId="425"/>
            <ac:spMk id="35" creationId="{990BBA74-2F45-4E17-AFA7-7CF6D0BA7D6C}"/>
          </ac:spMkLst>
        </pc:spChg>
        <pc:spChg chg="add mod">
          <ac:chgData name="Yang, Chun-yu" userId="57c5ba99-e68a-448a-8f42-8e6ab6811b9f" providerId="ADAL" clId="{77A38673-4DE1-485E-BBC6-1D47039C1794}" dt="2021-11-10T19:23:29.725" v="5425" actId="1076"/>
          <ac:spMkLst>
            <pc:docMk/>
            <pc:sldMk cId="2426765683" sldId="425"/>
            <ac:spMk id="36" creationId="{7954AA10-757B-4791-9AEC-80E852A32FB2}"/>
          </ac:spMkLst>
        </pc:spChg>
        <pc:spChg chg="add mod">
          <ac:chgData name="Yang, Chun-yu" userId="57c5ba99-e68a-448a-8f42-8e6ab6811b9f" providerId="ADAL" clId="{77A38673-4DE1-485E-BBC6-1D47039C1794}" dt="2021-11-10T19:29:37.863" v="5506" actId="1076"/>
          <ac:spMkLst>
            <pc:docMk/>
            <pc:sldMk cId="2426765683" sldId="425"/>
            <ac:spMk id="42" creationId="{2CB63864-8F69-4E67-8C05-0E4A9A347020}"/>
          </ac:spMkLst>
        </pc:spChg>
        <pc:spChg chg="add mod">
          <ac:chgData name="Yang, Chun-yu" userId="57c5ba99-e68a-448a-8f42-8e6ab6811b9f" providerId="ADAL" clId="{77A38673-4DE1-485E-BBC6-1D47039C1794}" dt="2021-11-10T19:30:01.414" v="5512" actId="571"/>
          <ac:spMkLst>
            <pc:docMk/>
            <pc:sldMk cId="2426765683" sldId="425"/>
            <ac:spMk id="46" creationId="{1CC0D145-2A6C-4F9E-BD52-ECDAB4906654}"/>
          </ac:spMkLst>
        </pc:spChg>
        <pc:spChg chg="add mod">
          <ac:chgData name="Yang, Chun-yu" userId="57c5ba99-e68a-448a-8f42-8e6ab6811b9f" providerId="ADAL" clId="{77A38673-4DE1-485E-BBC6-1D47039C1794}" dt="2021-11-10T19:30:05.110" v="5514" actId="571"/>
          <ac:spMkLst>
            <pc:docMk/>
            <pc:sldMk cId="2426765683" sldId="425"/>
            <ac:spMk id="47" creationId="{82805B1E-B228-48C0-8387-FCD8D4F6C60A}"/>
          </ac:spMkLst>
        </pc:spChg>
        <pc:spChg chg="add mod">
          <ac:chgData name="Yang, Chun-yu" userId="57c5ba99-e68a-448a-8f42-8e6ab6811b9f" providerId="ADAL" clId="{77A38673-4DE1-485E-BBC6-1D47039C1794}" dt="2021-11-10T19:30:13.797" v="5521" actId="20577"/>
          <ac:spMkLst>
            <pc:docMk/>
            <pc:sldMk cId="2426765683" sldId="425"/>
            <ac:spMk id="48" creationId="{DB363561-53FF-4240-87DB-37B29E2178B2}"/>
          </ac:spMkLst>
        </pc:spChg>
        <pc:spChg chg="add mod">
          <ac:chgData name="Yang, Chun-yu" userId="57c5ba99-e68a-448a-8f42-8e6ab6811b9f" providerId="ADAL" clId="{77A38673-4DE1-485E-BBC6-1D47039C1794}" dt="2021-11-10T21:26:33.520" v="5583" actId="1076"/>
          <ac:spMkLst>
            <pc:docMk/>
            <pc:sldMk cId="2426765683" sldId="425"/>
            <ac:spMk id="49" creationId="{D3CA5095-3D10-482D-A5CB-A85B6DBD63D3}"/>
          </ac:spMkLst>
        </pc:spChg>
        <pc:inkChg chg="del">
          <ac:chgData name="Yang, Chun-yu" userId="57c5ba99-e68a-448a-8f42-8e6ab6811b9f" providerId="ADAL" clId="{77A38673-4DE1-485E-BBC6-1D47039C1794}" dt="2021-11-10T19:21:57.265" v="5401" actId="478"/>
          <ac:inkMkLst>
            <pc:docMk/>
            <pc:sldMk cId="2426765683" sldId="425"/>
            <ac:inkMk id="2" creationId="{EB3531D3-BE13-4C28-B83C-3684D2A6E9E1}"/>
          </ac:inkMkLst>
        </pc:inkChg>
        <pc:inkChg chg="add">
          <ac:chgData name="Yang, Chun-yu" userId="57c5ba99-e68a-448a-8f42-8e6ab6811b9f" providerId="ADAL" clId="{77A38673-4DE1-485E-BBC6-1D47039C1794}" dt="2021-11-11T01:22:22.247" v="5665"/>
          <ac:inkMkLst>
            <pc:docMk/>
            <pc:sldMk cId="2426765683" sldId="425"/>
            <ac:inkMk id="50" creationId="{58FE4C2B-F48F-40E2-B9C2-4B13D7069D0F}"/>
          </ac:inkMkLst>
        </pc:inkChg>
        <pc:inkChg chg="add">
          <ac:chgData name="Yang, Chun-yu" userId="57c5ba99-e68a-448a-8f42-8e6ab6811b9f" providerId="ADAL" clId="{77A38673-4DE1-485E-BBC6-1D47039C1794}" dt="2021-11-11T01:22:22.247" v="5665"/>
          <ac:inkMkLst>
            <pc:docMk/>
            <pc:sldMk cId="2426765683" sldId="425"/>
            <ac:inkMk id="51" creationId="{BBF968EC-EA61-4312-882E-78DF65E03731}"/>
          </ac:inkMkLst>
        </pc:inkChg>
        <pc:cxnChg chg="add del mod">
          <ac:chgData name="Yang, Chun-yu" userId="57c5ba99-e68a-448a-8f42-8e6ab6811b9f" providerId="ADAL" clId="{77A38673-4DE1-485E-BBC6-1D47039C1794}" dt="2021-11-10T19:22:56.557" v="5415" actId="478"/>
          <ac:cxnSpMkLst>
            <pc:docMk/>
            <pc:sldMk cId="2426765683" sldId="425"/>
            <ac:cxnSpMk id="7" creationId="{650A6EAD-99CD-4C2C-966B-A2076A274772}"/>
          </ac:cxnSpMkLst>
        </pc:cxnChg>
        <pc:cxnChg chg="add mod">
          <ac:chgData name="Yang, Chun-yu" userId="57c5ba99-e68a-448a-8f42-8e6ab6811b9f" providerId="ADAL" clId="{77A38673-4DE1-485E-BBC6-1D47039C1794}" dt="2021-11-10T19:28:42.713" v="5487" actId="14100"/>
          <ac:cxnSpMkLst>
            <pc:docMk/>
            <pc:sldMk cId="2426765683" sldId="425"/>
            <ac:cxnSpMk id="30" creationId="{5B6FA28D-5E38-4F05-9763-E25EB8EEF0B3}"/>
          </ac:cxnSpMkLst>
        </pc:cxnChg>
        <pc:cxnChg chg="add mod">
          <ac:chgData name="Yang, Chun-yu" userId="57c5ba99-e68a-448a-8f42-8e6ab6811b9f" providerId="ADAL" clId="{77A38673-4DE1-485E-BBC6-1D47039C1794}" dt="2021-11-10T19:28:57.933" v="5493" actId="14100"/>
          <ac:cxnSpMkLst>
            <pc:docMk/>
            <pc:sldMk cId="2426765683" sldId="425"/>
            <ac:cxnSpMk id="37" creationId="{CBB53A3F-46E7-483F-A737-39C74A0CB9CF}"/>
          </ac:cxnSpMkLst>
        </pc:cxnChg>
        <pc:cxnChg chg="add mod">
          <ac:chgData name="Yang, Chun-yu" userId="57c5ba99-e68a-448a-8f42-8e6ab6811b9f" providerId="ADAL" clId="{77A38673-4DE1-485E-BBC6-1D47039C1794}" dt="2021-11-10T19:29:53.607" v="5508" actId="14100"/>
          <ac:cxnSpMkLst>
            <pc:docMk/>
            <pc:sldMk cId="2426765683" sldId="425"/>
            <ac:cxnSpMk id="38" creationId="{0EA652F4-097E-4767-8F2B-31783EE31485}"/>
          </ac:cxnSpMkLst>
        </pc:cxnChg>
        <pc:cxnChg chg="add mod">
          <ac:chgData name="Yang, Chun-yu" userId="57c5ba99-e68a-448a-8f42-8e6ab6811b9f" providerId="ADAL" clId="{77A38673-4DE1-485E-BBC6-1D47039C1794}" dt="2021-11-10T19:29:58.153" v="5510" actId="14100"/>
          <ac:cxnSpMkLst>
            <pc:docMk/>
            <pc:sldMk cId="2426765683" sldId="425"/>
            <ac:cxnSpMk id="44" creationId="{9191B4FA-D69F-47F5-8E4F-B0665816622B}"/>
          </ac:cxnSpMkLst>
        </pc:cxnChg>
      </pc:sldChg>
      <pc:sldChg chg="addSp delSp modSp add mod modAnim">
        <pc:chgData name="Yang, Chun-yu" userId="57c5ba99-e68a-448a-8f42-8e6ab6811b9f" providerId="ADAL" clId="{77A38673-4DE1-485E-BBC6-1D47039C1794}" dt="2021-11-11T00:27:15.207" v="5664"/>
        <pc:sldMkLst>
          <pc:docMk/>
          <pc:sldMk cId="1337073389" sldId="426"/>
        </pc:sldMkLst>
        <pc:spChg chg="del">
          <ac:chgData name="Yang, Chun-yu" userId="57c5ba99-e68a-448a-8f42-8e6ab6811b9f" providerId="ADAL" clId="{77A38673-4DE1-485E-BBC6-1D47039C1794}" dt="2021-11-11T00:27:05.039" v="5661" actId="478"/>
          <ac:spMkLst>
            <pc:docMk/>
            <pc:sldMk cId="1337073389" sldId="426"/>
            <ac:spMk id="10" creationId="{7AB0CF33-CBD8-44B8-87AB-558E65BADB95}"/>
          </ac:spMkLst>
        </pc:spChg>
        <pc:spChg chg="del mod">
          <ac:chgData name="Yang, Chun-yu" userId="57c5ba99-e68a-448a-8f42-8e6ab6811b9f" providerId="ADAL" clId="{77A38673-4DE1-485E-BBC6-1D47039C1794}" dt="2021-11-11T00:27:05.039" v="5661" actId="478"/>
          <ac:spMkLst>
            <pc:docMk/>
            <pc:sldMk cId="1337073389" sldId="426"/>
            <ac:spMk id="11" creationId="{5EDA89F7-3D08-4B03-954D-0A5C150874F7}"/>
          </ac:spMkLst>
        </pc:spChg>
        <pc:spChg chg="mod">
          <ac:chgData name="Yang, Chun-yu" userId="57c5ba99-e68a-448a-8f42-8e6ab6811b9f" providerId="ADAL" clId="{77A38673-4DE1-485E-BBC6-1D47039C1794}" dt="2021-11-10T23:30:09.949" v="5599" actId="20577"/>
          <ac:spMkLst>
            <pc:docMk/>
            <pc:sldMk cId="1337073389" sldId="426"/>
            <ac:spMk id="12" creationId="{7F886EA1-7DD7-4367-A5C8-8D7C8EBF75F4}"/>
          </ac:spMkLst>
        </pc:spChg>
        <pc:spChg chg="mod">
          <ac:chgData name="Yang, Chun-yu" userId="57c5ba99-e68a-448a-8f42-8e6ab6811b9f" providerId="ADAL" clId="{77A38673-4DE1-485E-BBC6-1D47039C1794}" dt="2021-11-10T23:30:35.126" v="5610" actId="20577"/>
          <ac:spMkLst>
            <pc:docMk/>
            <pc:sldMk cId="1337073389" sldId="426"/>
            <ac:spMk id="17" creationId="{2D0B66E9-B0C0-4EE7-83CB-00CAB3080597}"/>
          </ac:spMkLst>
        </pc:spChg>
        <pc:spChg chg="mod">
          <ac:chgData name="Yang, Chun-yu" userId="57c5ba99-e68a-448a-8f42-8e6ab6811b9f" providerId="ADAL" clId="{77A38673-4DE1-485E-BBC6-1D47039C1794}" dt="2021-11-10T23:31:12.196" v="5623" actId="20577"/>
          <ac:spMkLst>
            <pc:docMk/>
            <pc:sldMk cId="1337073389" sldId="426"/>
            <ac:spMk id="19" creationId="{20CED288-2B8B-4724-A64E-1ADA72D95728}"/>
          </ac:spMkLst>
        </pc:spChg>
        <pc:spChg chg="mod">
          <ac:chgData name="Yang, Chun-yu" userId="57c5ba99-e68a-448a-8f42-8e6ab6811b9f" providerId="ADAL" clId="{77A38673-4DE1-485E-BBC6-1D47039C1794}" dt="2021-11-10T23:31:18.677" v="5625" actId="20577"/>
          <ac:spMkLst>
            <pc:docMk/>
            <pc:sldMk cId="1337073389" sldId="426"/>
            <ac:spMk id="20" creationId="{0F24F897-FDF3-4310-A851-1A7AF457A873}"/>
          </ac:spMkLst>
        </pc:spChg>
        <pc:spChg chg="mod">
          <ac:chgData name="Yang, Chun-yu" userId="57c5ba99-e68a-448a-8f42-8e6ab6811b9f" providerId="ADAL" clId="{77A38673-4DE1-485E-BBC6-1D47039C1794}" dt="2021-11-11T00:01:26.018" v="5655" actId="20577"/>
          <ac:spMkLst>
            <pc:docMk/>
            <pc:sldMk cId="1337073389" sldId="426"/>
            <ac:spMk id="22" creationId="{232AB3D6-FD4A-4919-81B1-3B72355730E7}"/>
          </ac:spMkLst>
        </pc:spChg>
        <pc:spChg chg="mod">
          <ac:chgData name="Yang, Chun-yu" userId="57c5ba99-e68a-448a-8f42-8e6ab6811b9f" providerId="ADAL" clId="{77A38673-4DE1-485E-BBC6-1D47039C1794}" dt="2021-11-11T00:01:14.971" v="5651" actId="20577"/>
          <ac:spMkLst>
            <pc:docMk/>
            <pc:sldMk cId="1337073389" sldId="426"/>
            <ac:spMk id="23" creationId="{126A8EB1-760C-4A06-B0B7-179F2C06E84C}"/>
          </ac:spMkLst>
        </pc:spChg>
        <pc:spChg chg="del mod">
          <ac:chgData name="Yang, Chun-yu" userId="57c5ba99-e68a-448a-8f42-8e6ab6811b9f" providerId="ADAL" clId="{77A38673-4DE1-485E-BBC6-1D47039C1794}" dt="2021-11-11T00:27:07.069" v="5662" actId="478"/>
          <ac:spMkLst>
            <pc:docMk/>
            <pc:sldMk cId="1337073389" sldId="426"/>
            <ac:spMk id="29" creationId="{663AD105-2A38-4639-ACDC-76C69DD0A8F5}"/>
          </ac:spMkLst>
        </pc:spChg>
        <pc:spChg chg="add mod">
          <ac:chgData name="Yang, Chun-yu" userId="57c5ba99-e68a-448a-8f42-8e6ab6811b9f" providerId="ADAL" clId="{77A38673-4DE1-485E-BBC6-1D47039C1794}" dt="2021-11-11T00:27:08.106" v="5663"/>
          <ac:spMkLst>
            <pc:docMk/>
            <pc:sldMk cId="1337073389" sldId="426"/>
            <ac:spMk id="34" creationId="{FD90874E-DD79-49BD-98B0-B584A3C05136}"/>
          </ac:spMkLst>
        </pc:spChg>
        <pc:spChg chg="mod">
          <ac:chgData name="Yang, Chun-yu" userId="57c5ba99-e68a-448a-8f42-8e6ab6811b9f" providerId="ADAL" clId="{77A38673-4DE1-485E-BBC6-1D47039C1794}" dt="2021-11-10T23:30:14.108" v="5601" actId="20577"/>
          <ac:spMkLst>
            <pc:docMk/>
            <pc:sldMk cId="1337073389" sldId="426"/>
            <ac:spMk id="35" creationId="{990BBA74-2F45-4E17-AFA7-7CF6D0BA7D6C}"/>
          </ac:spMkLst>
        </pc:spChg>
        <pc:spChg chg="mod">
          <ac:chgData name="Yang, Chun-yu" userId="57c5ba99-e68a-448a-8f42-8e6ab6811b9f" providerId="ADAL" clId="{77A38673-4DE1-485E-BBC6-1D47039C1794}" dt="2021-11-10T23:30:17.492" v="5603" actId="20577"/>
          <ac:spMkLst>
            <pc:docMk/>
            <pc:sldMk cId="1337073389" sldId="426"/>
            <ac:spMk id="36" creationId="{7954AA10-757B-4791-9AEC-80E852A32FB2}"/>
          </ac:spMkLst>
        </pc:spChg>
        <pc:spChg chg="add mod">
          <ac:chgData name="Yang, Chun-yu" userId="57c5ba99-e68a-448a-8f42-8e6ab6811b9f" providerId="ADAL" clId="{77A38673-4DE1-485E-BBC6-1D47039C1794}" dt="2021-11-11T00:27:08.106" v="5663"/>
          <ac:spMkLst>
            <pc:docMk/>
            <pc:sldMk cId="1337073389" sldId="426"/>
            <ac:spMk id="39" creationId="{7AA5B883-2D94-4CF1-A154-273EB88427CD}"/>
          </ac:spMkLst>
        </pc:spChg>
        <pc:spChg chg="add mod">
          <ac:chgData name="Yang, Chun-yu" userId="57c5ba99-e68a-448a-8f42-8e6ab6811b9f" providerId="ADAL" clId="{77A38673-4DE1-485E-BBC6-1D47039C1794}" dt="2021-11-11T00:27:08.106" v="5663"/>
          <ac:spMkLst>
            <pc:docMk/>
            <pc:sldMk cId="1337073389" sldId="426"/>
            <ac:spMk id="40" creationId="{4A299815-7092-4196-9E8B-CDBFD2D6471C}"/>
          </ac:spMkLst>
        </pc:spChg>
        <pc:spChg chg="add mod">
          <ac:chgData name="Yang, Chun-yu" userId="57c5ba99-e68a-448a-8f42-8e6ab6811b9f" providerId="ADAL" clId="{77A38673-4DE1-485E-BBC6-1D47039C1794}" dt="2021-11-11T00:27:15.207" v="5664"/>
          <ac:spMkLst>
            <pc:docMk/>
            <pc:sldMk cId="1337073389" sldId="426"/>
            <ac:spMk id="41" creationId="{29C2B52E-604C-4AB2-A667-97B33C69D573}"/>
          </ac:spMkLst>
        </pc:spChg>
        <pc:spChg chg="mod">
          <ac:chgData name="Yang, Chun-yu" userId="57c5ba99-e68a-448a-8f42-8e6ab6811b9f" providerId="ADAL" clId="{77A38673-4DE1-485E-BBC6-1D47039C1794}" dt="2021-11-10T23:32:08.688" v="5647" actId="20577"/>
          <ac:spMkLst>
            <pc:docMk/>
            <pc:sldMk cId="1337073389" sldId="426"/>
            <ac:spMk id="48" creationId="{DB363561-53FF-4240-87DB-37B29E2178B2}"/>
          </ac:spMkLst>
        </pc:spChg>
        <pc:spChg chg="del">
          <ac:chgData name="Yang, Chun-yu" userId="57c5ba99-e68a-448a-8f42-8e6ab6811b9f" providerId="ADAL" clId="{77A38673-4DE1-485E-BBC6-1D47039C1794}" dt="2021-11-11T00:27:05.039" v="5661" actId="478"/>
          <ac:spMkLst>
            <pc:docMk/>
            <pc:sldMk cId="1337073389" sldId="426"/>
            <ac:spMk id="49" creationId="{D3CA5095-3D10-482D-A5CB-A85B6DBD63D3}"/>
          </ac:spMkLst>
        </pc:spChg>
        <pc:cxnChg chg="mod">
          <ac:chgData name="Yang, Chun-yu" userId="57c5ba99-e68a-448a-8f42-8e6ab6811b9f" providerId="ADAL" clId="{77A38673-4DE1-485E-BBC6-1D47039C1794}" dt="2021-11-10T23:30:25.297" v="5606" actId="14100"/>
          <ac:cxnSpMkLst>
            <pc:docMk/>
            <pc:sldMk cId="1337073389" sldId="426"/>
            <ac:cxnSpMk id="30" creationId="{5B6FA28D-5E38-4F05-9763-E25EB8EEF0B3}"/>
          </ac:cxnSpMkLst>
        </pc:cxnChg>
        <pc:cxnChg chg="mod">
          <ac:chgData name="Yang, Chun-yu" userId="57c5ba99-e68a-448a-8f42-8e6ab6811b9f" providerId="ADAL" clId="{77A38673-4DE1-485E-BBC6-1D47039C1794}" dt="2021-11-10T23:30:28.325" v="5607" actId="14100"/>
          <ac:cxnSpMkLst>
            <pc:docMk/>
            <pc:sldMk cId="1337073389" sldId="426"/>
            <ac:cxnSpMk id="37" creationId="{CBB53A3F-46E7-483F-A737-39C74A0CB9CF}"/>
          </ac:cxnSpMkLst>
        </pc:cxnChg>
        <pc:cxnChg chg="mod">
          <ac:chgData name="Yang, Chun-yu" userId="57c5ba99-e68a-448a-8f42-8e6ab6811b9f" providerId="ADAL" clId="{77A38673-4DE1-485E-BBC6-1D47039C1794}" dt="2021-11-10T23:30:31.892" v="5608" actId="14100"/>
          <ac:cxnSpMkLst>
            <pc:docMk/>
            <pc:sldMk cId="1337073389" sldId="426"/>
            <ac:cxnSpMk id="38" creationId="{0EA652F4-097E-4767-8F2B-31783EE31485}"/>
          </ac:cxnSpMkLst>
        </pc:cxnChg>
        <pc:cxnChg chg="mod">
          <ac:chgData name="Yang, Chun-yu" userId="57c5ba99-e68a-448a-8f42-8e6ab6811b9f" providerId="ADAL" clId="{77A38673-4DE1-485E-BBC6-1D47039C1794}" dt="2021-11-10T23:31:09.004" v="5621" actId="14100"/>
          <ac:cxnSpMkLst>
            <pc:docMk/>
            <pc:sldMk cId="1337073389" sldId="426"/>
            <ac:cxnSpMk id="44" creationId="{9191B4FA-D69F-47F5-8E4F-B0665816622B}"/>
          </ac:cxnSpMkLst>
        </pc:cxnChg>
      </pc:sldChg>
      <pc:sldChg chg="addSp modSp add modAnim">
        <pc:chgData name="Yang, Chun-yu" userId="57c5ba99-e68a-448a-8f42-8e6ab6811b9f" providerId="ADAL" clId="{77A38673-4DE1-485E-BBC6-1D47039C1794}" dt="2021-11-12T00:50:42.409" v="5969"/>
        <pc:sldMkLst>
          <pc:docMk/>
          <pc:sldMk cId="3240613433" sldId="427"/>
        </pc:sldMkLst>
        <pc:picChg chg="add mod">
          <ac:chgData name="Yang, Chun-yu" userId="57c5ba99-e68a-448a-8f42-8e6ab6811b9f" providerId="ADAL" clId="{77A38673-4DE1-485E-BBC6-1D47039C1794}" dt="2021-11-12T00:50:42.409" v="5969"/>
          <ac:picMkLst>
            <pc:docMk/>
            <pc:sldMk cId="3240613433" sldId="427"/>
            <ac:picMk id="50" creationId="{83C0B6EA-1627-4922-9AE0-73008A005067}"/>
          </ac:picMkLst>
        </pc:picChg>
        <pc:picChg chg="add mod">
          <ac:chgData name="Yang, Chun-yu" userId="57c5ba99-e68a-448a-8f42-8e6ab6811b9f" providerId="ADAL" clId="{77A38673-4DE1-485E-BBC6-1D47039C1794}" dt="2021-11-12T00:50:42.409" v="5969"/>
          <ac:picMkLst>
            <pc:docMk/>
            <pc:sldMk cId="3240613433" sldId="427"/>
            <ac:picMk id="51" creationId="{7B802207-2330-45C7-88E0-D890EDCCD9E8}"/>
          </ac:picMkLst>
        </pc:picChg>
        <pc:picChg chg="add mod">
          <ac:chgData name="Yang, Chun-yu" userId="57c5ba99-e68a-448a-8f42-8e6ab6811b9f" providerId="ADAL" clId="{77A38673-4DE1-485E-BBC6-1D47039C1794}" dt="2021-11-12T00:50:42.409" v="5969"/>
          <ac:picMkLst>
            <pc:docMk/>
            <pc:sldMk cId="3240613433" sldId="427"/>
            <ac:picMk id="53" creationId="{A5552727-F398-42E1-9E0C-F1FAE67C63B0}"/>
          </ac:picMkLst>
        </pc:picChg>
        <pc:picChg chg="add mod">
          <ac:chgData name="Yang, Chun-yu" userId="57c5ba99-e68a-448a-8f42-8e6ab6811b9f" providerId="ADAL" clId="{77A38673-4DE1-485E-BBC6-1D47039C1794}" dt="2021-11-12T00:50:42.409" v="5969"/>
          <ac:picMkLst>
            <pc:docMk/>
            <pc:sldMk cId="3240613433" sldId="427"/>
            <ac:picMk id="55" creationId="{E47B7AFB-0217-40AE-9FB3-2158C9DEC22A}"/>
          </ac:picMkLst>
        </pc:picChg>
        <pc:picChg chg="add mod">
          <ac:chgData name="Yang, Chun-yu" userId="57c5ba99-e68a-448a-8f42-8e6ab6811b9f" providerId="ADAL" clId="{77A38673-4DE1-485E-BBC6-1D47039C1794}" dt="2021-11-12T00:50:42.409" v="5969"/>
          <ac:picMkLst>
            <pc:docMk/>
            <pc:sldMk cId="3240613433" sldId="427"/>
            <ac:picMk id="56" creationId="{F678B6F8-2D8B-40C8-AF80-EC129132906F}"/>
          </ac:picMkLst>
        </pc:picChg>
        <pc:picChg chg="add mod">
          <ac:chgData name="Yang, Chun-yu" userId="57c5ba99-e68a-448a-8f42-8e6ab6811b9f" providerId="ADAL" clId="{77A38673-4DE1-485E-BBC6-1D47039C1794}" dt="2021-11-12T00:50:42.409" v="5969"/>
          <ac:picMkLst>
            <pc:docMk/>
            <pc:sldMk cId="3240613433" sldId="427"/>
            <ac:picMk id="57" creationId="{B24F2A85-2CE4-42ED-B1FC-1940F42C98C1}"/>
          </ac:picMkLst>
        </pc:picChg>
      </pc:sldChg>
      <pc:sldChg chg="addSp delSp modSp add mod delAnim modAnim">
        <pc:chgData name="Yang, Chun-yu" userId="57c5ba99-e68a-448a-8f42-8e6ab6811b9f" providerId="ADAL" clId="{77A38673-4DE1-485E-BBC6-1D47039C1794}" dt="2021-11-24T01:11:23.966" v="6369" actId="1035"/>
        <pc:sldMkLst>
          <pc:docMk/>
          <pc:sldMk cId="484054876" sldId="428"/>
        </pc:sldMkLst>
        <pc:spChg chg="add mod">
          <ac:chgData name="Yang, Chun-yu" userId="57c5ba99-e68a-448a-8f42-8e6ab6811b9f" providerId="ADAL" clId="{77A38673-4DE1-485E-BBC6-1D47039C1794}" dt="2021-11-17T22:49:18.306" v="6137" actId="554"/>
          <ac:spMkLst>
            <pc:docMk/>
            <pc:sldMk cId="484054876" sldId="428"/>
            <ac:spMk id="4" creationId="{228AC882-428D-4B77-ADED-CE31DE3F4393}"/>
          </ac:spMkLst>
        </pc:spChg>
        <pc:spChg chg="del">
          <ac:chgData name="Yang, Chun-yu" userId="57c5ba99-e68a-448a-8f42-8e6ab6811b9f" providerId="ADAL" clId="{77A38673-4DE1-485E-BBC6-1D47039C1794}" dt="2021-11-17T19:30:18.894" v="5974" actId="478"/>
          <ac:spMkLst>
            <pc:docMk/>
            <pc:sldMk cId="484054876" sldId="428"/>
            <ac:spMk id="20" creationId="{A624CC02-417E-49AC-AE8E-28DEACE4C061}"/>
          </ac:spMkLst>
        </pc:spChg>
        <pc:spChg chg="mod">
          <ac:chgData name="Yang, Chun-yu" userId="57c5ba99-e68a-448a-8f42-8e6ab6811b9f" providerId="ADAL" clId="{77A38673-4DE1-485E-BBC6-1D47039C1794}" dt="2021-11-17T19:53:28.716" v="6122" actId="552"/>
          <ac:spMkLst>
            <pc:docMk/>
            <pc:sldMk cId="484054876" sldId="428"/>
            <ac:spMk id="53" creationId="{1F6857EE-CED8-4917-AD86-B4CC59249A00}"/>
          </ac:spMkLst>
        </pc:spChg>
        <pc:spChg chg="mod">
          <ac:chgData name="Yang, Chun-yu" userId="57c5ba99-e68a-448a-8f42-8e6ab6811b9f" providerId="ADAL" clId="{77A38673-4DE1-485E-BBC6-1D47039C1794}" dt="2021-11-24T01:09:51.565" v="6326" actId="555"/>
          <ac:spMkLst>
            <pc:docMk/>
            <pc:sldMk cId="484054876" sldId="428"/>
            <ac:spMk id="55" creationId="{2F64430A-3DDE-4D25-BFDB-9CBDA03BA299}"/>
          </ac:spMkLst>
        </pc:spChg>
        <pc:spChg chg="mod">
          <ac:chgData name="Yang, Chun-yu" userId="57c5ba99-e68a-448a-8f42-8e6ab6811b9f" providerId="ADAL" clId="{77A38673-4DE1-485E-BBC6-1D47039C1794}" dt="2021-11-17T22:51:20.457" v="6175" actId="20577"/>
          <ac:spMkLst>
            <pc:docMk/>
            <pc:sldMk cId="484054876" sldId="428"/>
            <ac:spMk id="64" creationId="{8AE4D27B-8666-466D-8AAF-383D49B49578}"/>
          </ac:spMkLst>
        </pc:spChg>
        <pc:spChg chg="add mod">
          <ac:chgData name="Yang, Chun-yu" userId="57c5ba99-e68a-448a-8f42-8e6ab6811b9f" providerId="ADAL" clId="{77A38673-4DE1-485E-BBC6-1D47039C1794}" dt="2021-11-17T22:49:24.866" v="6139" actId="20577"/>
          <ac:spMkLst>
            <pc:docMk/>
            <pc:sldMk cId="484054876" sldId="428"/>
            <ac:spMk id="68" creationId="{45B475EA-AA31-45C9-A351-95D220EEA05C}"/>
          </ac:spMkLst>
        </pc:spChg>
        <pc:spChg chg="add mod">
          <ac:chgData name="Yang, Chun-yu" userId="57c5ba99-e68a-448a-8f42-8e6ab6811b9f" providerId="ADAL" clId="{77A38673-4DE1-485E-BBC6-1D47039C1794}" dt="2021-11-17T22:49:36.072" v="6141" actId="20577"/>
          <ac:spMkLst>
            <pc:docMk/>
            <pc:sldMk cId="484054876" sldId="428"/>
            <ac:spMk id="69" creationId="{2FE8EDD8-7DA0-4E6C-8462-DEDA0F870761}"/>
          </ac:spMkLst>
        </pc:spChg>
        <pc:spChg chg="add mod">
          <ac:chgData name="Yang, Chun-yu" userId="57c5ba99-e68a-448a-8f42-8e6ab6811b9f" providerId="ADAL" clId="{77A38673-4DE1-485E-BBC6-1D47039C1794}" dt="2021-11-17T22:49:40.406" v="6143" actId="20577"/>
          <ac:spMkLst>
            <pc:docMk/>
            <pc:sldMk cId="484054876" sldId="428"/>
            <ac:spMk id="70" creationId="{4F27CEF9-E322-4575-873A-F0058EB1AEAF}"/>
          </ac:spMkLst>
        </pc:spChg>
        <pc:spChg chg="mod">
          <ac:chgData name="Yang, Chun-yu" userId="57c5ba99-e68a-448a-8f42-8e6ab6811b9f" providerId="ADAL" clId="{77A38673-4DE1-485E-BBC6-1D47039C1794}" dt="2021-11-17T19:53:28.716" v="6122" actId="552"/>
          <ac:spMkLst>
            <pc:docMk/>
            <pc:sldMk cId="484054876" sldId="428"/>
            <ac:spMk id="71" creationId="{90DEFB33-9935-41A5-B006-F4173C9AD385}"/>
          </ac:spMkLst>
        </pc:spChg>
        <pc:spChg chg="add mod">
          <ac:chgData name="Yang, Chun-yu" userId="57c5ba99-e68a-448a-8f42-8e6ab6811b9f" providerId="ADAL" clId="{77A38673-4DE1-485E-BBC6-1D47039C1794}" dt="2021-11-17T22:49:59.733" v="6166" actId="1037"/>
          <ac:spMkLst>
            <pc:docMk/>
            <pc:sldMk cId="484054876" sldId="428"/>
            <ac:spMk id="76" creationId="{B4920C4E-218C-4163-8EBB-02B6F4AA9B1A}"/>
          </ac:spMkLst>
        </pc:spChg>
        <pc:spChg chg="mod">
          <ac:chgData name="Yang, Chun-yu" userId="57c5ba99-e68a-448a-8f42-8e6ab6811b9f" providerId="ADAL" clId="{77A38673-4DE1-485E-BBC6-1D47039C1794}" dt="2021-11-17T19:53:28.716" v="6122" actId="552"/>
          <ac:spMkLst>
            <pc:docMk/>
            <pc:sldMk cId="484054876" sldId="428"/>
            <ac:spMk id="77" creationId="{D779C2C2-8D6E-46D5-AFBC-A42902773619}"/>
          </ac:spMkLst>
        </pc:spChg>
        <pc:spChg chg="add mod">
          <ac:chgData name="Yang, Chun-yu" userId="57c5ba99-e68a-448a-8f42-8e6ab6811b9f" providerId="ADAL" clId="{77A38673-4DE1-485E-BBC6-1D47039C1794}" dt="2021-11-17T22:49:52.999" v="6157" actId="1037"/>
          <ac:spMkLst>
            <pc:docMk/>
            <pc:sldMk cId="484054876" sldId="428"/>
            <ac:spMk id="78" creationId="{F845F8A5-451E-4E74-89A7-D43AF6F378D5}"/>
          </ac:spMkLst>
        </pc:spChg>
        <pc:spChg chg="mod">
          <ac:chgData name="Yang, Chun-yu" userId="57c5ba99-e68a-448a-8f42-8e6ab6811b9f" providerId="ADAL" clId="{77A38673-4DE1-485E-BBC6-1D47039C1794}" dt="2021-11-17T19:53:28.716" v="6122" actId="552"/>
          <ac:spMkLst>
            <pc:docMk/>
            <pc:sldMk cId="484054876" sldId="428"/>
            <ac:spMk id="79" creationId="{2D4F8019-9A67-4407-885E-1B520F45BA21}"/>
          </ac:spMkLst>
        </pc:spChg>
        <pc:spChg chg="add mod">
          <ac:chgData name="Yang, Chun-yu" userId="57c5ba99-e68a-448a-8f42-8e6ab6811b9f" providerId="ADAL" clId="{77A38673-4DE1-485E-BBC6-1D47039C1794}" dt="2021-11-17T22:54:07.124" v="6199" actId="20577"/>
          <ac:spMkLst>
            <pc:docMk/>
            <pc:sldMk cId="484054876" sldId="428"/>
            <ac:spMk id="80" creationId="{9B60DB30-BE02-40BD-85DC-ADECDF882DA3}"/>
          </ac:spMkLst>
        </pc:spChg>
        <pc:spChg chg="add mod">
          <ac:chgData name="Yang, Chun-yu" userId="57c5ba99-e68a-448a-8f42-8e6ab6811b9f" providerId="ADAL" clId="{77A38673-4DE1-485E-BBC6-1D47039C1794}" dt="2021-11-24T01:10:41.809" v="6356" actId="20577"/>
          <ac:spMkLst>
            <pc:docMk/>
            <pc:sldMk cId="484054876" sldId="428"/>
            <ac:spMk id="81" creationId="{A2BB8E5F-3B17-489F-AE2D-EC008E9A7206}"/>
          </ac:spMkLst>
        </pc:spChg>
        <pc:spChg chg="add mod">
          <ac:chgData name="Yang, Chun-yu" userId="57c5ba99-e68a-448a-8f42-8e6ab6811b9f" providerId="ADAL" clId="{77A38673-4DE1-485E-BBC6-1D47039C1794}" dt="2021-11-24T01:10:45.308" v="6358" actId="20577"/>
          <ac:spMkLst>
            <pc:docMk/>
            <pc:sldMk cId="484054876" sldId="428"/>
            <ac:spMk id="82" creationId="{3ACCA1A3-A6C6-4CB0-B4B5-38485693DCBF}"/>
          </ac:spMkLst>
        </pc:spChg>
        <pc:spChg chg="mod ord">
          <ac:chgData name="Yang, Chun-yu" userId="57c5ba99-e68a-448a-8f42-8e6ab6811b9f" providerId="ADAL" clId="{77A38673-4DE1-485E-BBC6-1D47039C1794}" dt="2021-11-24T01:09:51.565" v="6326" actId="555"/>
          <ac:spMkLst>
            <pc:docMk/>
            <pc:sldMk cId="484054876" sldId="428"/>
            <ac:spMk id="84" creationId="{A53D8517-2544-4859-A15F-9DB5073248BA}"/>
          </ac:spMkLst>
        </pc:spChg>
        <pc:spChg chg="mod">
          <ac:chgData name="Yang, Chun-yu" userId="57c5ba99-e68a-448a-8f42-8e6ab6811b9f" providerId="ADAL" clId="{77A38673-4DE1-485E-BBC6-1D47039C1794}" dt="2021-11-24T01:09:51.565" v="6326" actId="555"/>
          <ac:spMkLst>
            <pc:docMk/>
            <pc:sldMk cId="484054876" sldId="428"/>
            <ac:spMk id="85" creationId="{53D587E1-A5C7-43F2-B609-B58285E3FFF7}"/>
          </ac:spMkLst>
        </pc:spChg>
        <pc:spChg chg="mod ord">
          <ac:chgData name="Yang, Chun-yu" userId="57c5ba99-e68a-448a-8f42-8e6ab6811b9f" providerId="ADAL" clId="{77A38673-4DE1-485E-BBC6-1D47039C1794}" dt="2021-11-24T01:09:51.565" v="6326" actId="555"/>
          <ac:spMkLst>
            <pc:docMk/>
            <pc:sldMk cId="484054876" sldId="428"/>
            <ac:spMk id="86" creationId="{6B0972B8-3973-4F68-9086-CE1F26841C02}"/>
          </ac:spMkLst>
        </pc:spChg>
        <pc:spChg chg="add mod">
          <ac:chgData name="Yang, Chun-yu" userId="57c5ba99-e68a-448a-8f42-8e6ab6811b9f" providerId="ADAL" clId="{77A38673-4DE1-485E-BBC6-1D47039C1794}" dt="2021-11-24T01:10:51.916" v="6360" actId="20577"/>
          <ac:spMkLst>
            <pc:docMk/>
            <pc:sldMk cId="484054876" sldId="428"/>
            <ac:spMk id="88" creationId="{D7AFEFB9-8D89-46D0-8AFD-7B6192A7A91C}"/>
          </ac:spMkLst>
        </pc:spChg>
        <pc:spChg chg="add mod">
          <ac:chgData name="Yang, Chun-yu" userId="57c5ba99-e68a-448a-8f42-8e6ab6811b9f" providerId="ADAL" clId="{77A38673-4DE1-485E-BBC6-1D47039C1794}" dt="2021-11-24T01:11:23.966" v="6369" actId="1035"/>
          <ac:spMkLst>
            <pc:docMk/>
            <pc:sldMk cId="484054876" sldId="428"/>
            <ac:spMk id="89" creationId="{479013F2-DB56-4A15-8ED1-E95D0162FE73}"/>
          </ac:spMkLst>
        </pc:spChg>
        <pc:spChg chg="add mod">
          <ac:chgData name="Yang, Chun-yu" userId="57c5ba99-e68a-448a-8f42-8e6ab6811b9f" providerId="ADAL" clId="{77A38673-4DE1-485E-BBC6-1D47039C1794}" dt="2021-11-24T01:11:06.652" v="6365" actId="20577"/>
          <ac:spMkLst>
            <pc:docMk/>
            <pc:sldMk cId="484054876" sldId="428"/>
            <ac:spMk id="90" creationId="{7919417F-5419-4B94-853C-24F2F8D48A72}"/>
          </ac:spMkLst>
        </pc:spChg>
        <pc:spChg chg="add mod">
          <ac:chgData name="Yang, Chun-yu" userId="57c5ba99-e68a-448a-8f42-8e6ab6811b9f" providerId="ADAL" clId="{77A38673-4DE1-485E-BBC6-1D47039C1794}" dt="2021-11-24T01:11:11.338" v="6367" actId="20577"/>
          <ac:spMkLst>
            <pc:docMk/>
            <pc:sldMk cId="484054876" sldId="428"/>
            <ac:spMk id="91" creationId="{70478B04-B3E8-48A7-A34F-BA2C7B1B78F6}"/>
          </ac:spMkLst>
        </pc:spChg>
        <pc:spChg chg="del">
          <ac:chgData name="Yang, Chun-yu" userId="57c5ba99-e68a-448a-8f42-8e6ab6811b9f" providerId="ADAL" clId="{77A38673-4DE1-485E-BBC6-1D47039C1794}" dt="2021-11-17T19:30:47.774" v="5977" actId="478"/>
          <ac:spMkLst>
            <pc:docMk/>
            <pc:sldMk cId="484054876" sldId="428"/>
            <ac:spMk id="91" creationId="{E8D4F714-C000-4442-AE70-4CC94A523451}"/>
          </ac:spMkLst>
        </pc:spChg>
        <pc:spChg chg="mod">
          <ac:chgData name="Yang, Chun-yu" userId="57c5ba99-e68a-448a-8f42-8e6ab6811b9f" providerId="ADAL" clId="{77A38673-4DE1-485E-BBC6-1D47039C1794}" dt="2021-11-24T01:00:29.157" v="6260" actId="1076"/>
          <ac:spMkLst>
            <pc:docMk/>
            <pc:sldMk cId="484054876" sldId="428"/>
            <ac:spMk id="92" creationId="{F496C99D-0AA5-4404-9EEB-33752909FC07}"/>
          </ac:spMkLst>
        </pc:spChg>
        <pc:spChg chg="mod">
          <ac:chgData name="Yang, Chun-yu" userId="57c5ba99-e68a-448a-8f42-8e6ab6811b9f" providerId="ADAL" clId="{77A38673-4DE1-485E-BBC6-1D47039C1794}" dt="2021-11-24T01:02:05.350" v="6274" actId="1076"/>
          <ac:spMkLst>
            <pc:docMk/>
            <pc:sldMk cId="484054876" sldId="428"/>
            <ac:spMk id="94" creationId="{744F6AE4-51A7-4202-9653-FE6E59D75FB3}"/>
          </ac:spMkLst>
        </pc:spChg>
        <pc:cxnChg chg="del mod">
          <ac:chgData name="Yang, Chun-yu" userId="57c5ba99-e68a-448a-8f42-8e6ab6811b9f" providerId="ADAL" clId="{77A38673-4DE1-485E-BBC6-1D47039C1794}" dt="2021-11-17T19:30:20.261" v="5975" actId="478"/>
          <ac:cxnSpMkLst>
            <pc:docMk/>
            <pc:sldMk cId="484054876" sldId="428"/>
            <ac:cxnSpMk id="12" creationId="{5AB87D77-725C-4421-9A59-2A2C96448D91}"/>
          </ac:cxnSpMkLst>
        </pc:cxnChg>
        <pc:cxnChg chg="del mod">
          <ac:chgData name="Yang, Chun-yu" userId="57c5ba99-e68a-448a-8f42-8e6ab6811b9f" providerId="ADAL" clId="{77A38673-4DE1-485E-BBC6-1D47039C1794}" dt="2021-11-17T19:30:21.703" v="5976" actId="478"/>
          <ac:cxnSpMkLst>
            <pc:docMk/>
            <pc:sldMk cId="484054876" sldId="428"/>
            <ac:cxnSpMk id="76" creationId="{3B3CDA45-F128-4428-B322-4A0EB89F6859}"/>
          </ac:cxnSpMkLst>
        </pc:cxnChg>
        <pc:cxnChg chg="del mod">
          <ac:chgData name="Yang, Chun-yu" userId="57c5ba99-e68a-448a-8f42-8e6ab6811b9f" providerId="ADAL" clId="{77A38673-4DE1-485E-BBC6-1D47039C1794}" dt="2021-11-17T19:30:49.090" v="5978" actId="478"/>
          <ac:cxnSpMkLst>
            <pc:docMk/>
            <pc:sldMk cId="484054876" sldId="428"/>
            <ac:cxnSpMk id="80" creationId="{F6B8FF0F-81A6-46DE-BEEC-D4F733F1DC80}"/>
          </ac:cxnSpMkLst>
        </pc:cxnChg>
        <pc:cxnChg chg="del mod">
          <ac:chgData name="Yang, Chun-yu" userId="57c5ba99-e68a-448a-8f42-8e6ab6811b9f" providerId="ADAL" clId="{77A38673-4DE1-485E-BBC6-1D47039C1794}" dt="2021-11-17T19:30:49.980" v="5979" actId="478"/>
          <ac:cxnSpMkLst>
            <pc:docMk/>
            <pc:sldMk cId="484054876" sldId="428"/>
            <ac:cxnSpMk id="81" creationId="{FBC4481E-84C8-4CA2-8348-C308E4F4E1C1}"/>
          </ac:cxnSpMkLst>
        </pc:cxnChg>
      </pc:sldChg>
      <pc:sldChg chg="add del">
        <pc:chgData name="Yang, Chun-yu" userId="57c5ba99-e68a-448a-8f42-8e6ab6811b9f" providerId="ADAL" clId="{77A38673-4DE1-485E-BBC6-1D47039C1794}" dt="2021-11-17T19:30:11.523" v="5972" actId="47"/>
        <pc:sldMkLst>
          <pc:docMk/>
          <pc:sldMk cId="1333285871" sldId="428"/>
        </pc:sldMkLst>
      </pc:sldChg>
      <pc:sldChg chg="add del">
        <pc:chgData name="Yang, Chun-yu" userId="57c5ba99-e68a-448a-8f42-8e6ab6811b9f" providerId="ADAL" clId="{77A38673-4DE1-485E-BBC6-1D47039C1794}" dt="2021-11-12T00:50:28.118" v="5968"/>
        <pc:sldMkLst>
          <pc:docMk/>
          <pc:sldMk cId="3332648669" sldId="428"/>
        </pc:sldMkLst>
      </pc:sldChg>
      <pc:sldChg chg="modSp add mod modAnim">
        <pc:chgData name="Yang, Chun-yu" userId="57c5ba99-e68a-448a-8f42-8e6ab6811b9f" providerId="ADAL" clId="{77A38673-4DE1-485E-BBC6-1D47039C1794}" dt="2021-11-26T23:13:57.120" v="6681" actId="400"/>
        <pc:sldMkLst>
          <pc:docMk/>
          <pc:sldMk cId="3299073007" sldId="429"/>
        </pc:sldMkLst>
        <pc:spChg chg="mod ord">
          <ac:chgData name="Yang, Chun-yu" userId="57c5ba99-e68a-448a-8f42-8e6ab6811b9f" providerId="ADAL" clId="{77A38673-4DE1-485E-BBC6-1D47039C1794}" dt="2021-11-26T23:09:07.060" v="6643" actId="1076"/>
          <ac:spMkLst>
            <pc:docMk/>
            <pc:sldMk cId="3299073007" sldId="429"/>
            <ac:spMk id="94" creationId="{744F6AE4-51A7-4202-9653-FE6E59D75FB3}"/>
          </ac:spMkLst>
        </pc:spChg>
        <pc:spChg chg="mod">
          <ac:chgData name="Yang, Chun-yu" userId="57c5ba99-e68a-448a-8f42-8e6ab6811b9f" providerId="ADAL" clId="{77A38673-4DE1-485E-BBC6-1D47039C1794}" dt="2021-11-26T23:09:49.201" v="6649"/>
          <ac:spMkLst>
            <pc:docMk/>
            <pc:sldMk cId="3299073007" sldId="429"/>
            <ac:spMk id="96" creationId="{586CEBE9-2DD8-4D39-9059-5AFDD041BC6D}"/>
          </ac:spMkLst>
        </pc:spChg>
        <pc:spChg chg="mod">
          <ac:chgData name="Yang, Chun-yu" userId="57c5ba99-e68a-448a-8f42-8e6ab6811b9f" providerId="ADAL" clId="{77A38673-4DE1-485E-BBC6-1D47039C1794}" dt="2021-11-26T23:13:57.120" v="6681" actId="400"/>
          <ac:spMkLst>
            <pc:docMk/>
            <pc:sldMk cId="3299073007" sldId="429"/>
            <ac:spMk id="100" creationId="{7C02A6C3-BDD4-469E-AD7A-91693714CFC6}"/>
          </ac:spMkLst>
        </pc:spChg>
        <pc:spChg chg="mod">
          <ac:chgData name="Yang, Chun-yu" userId="57c5ba99-e68a-448a-8f42-8e6ab6811b9f" providerId="ADAL" clId="{77A38673-4DE1-485E-BBC6-1D47039C1794}" dt="2021-11-26T23:12:32.803" v="6680" actId="1076"/>
          <ac:spMkLst>
            <pc:docMk/>
            <pc:sldMk cId="3299073007" sldId="429"/>
            <ac:spMk id="101" creationId="{B92F0127-C171-4E4C-9F98-5700121F8C60}"/>
          </ac:spMkLst>
        </pc:spChg>
        <pc:spChg chg="mod">
          <ac:chgData name="Yang, Chun-yu" userId="57c5ba99-e68a-448a-8f42-8e6ab6811b9f" providerId="ADAL" clId="{77A38673-4DE1-485E-BBC6-1D47039C1794}" dt="2021-11-26T23:09:59.502" v="6659" actId="6549"/>
          <ac:spMkLst>
            <pc:docMk/>
            <pc:sldMk cId="3299073007" sldId="429"/>
            <ac:spMk id="112" creationId="{517C614D-983E-438F-A5D4-421CDDF0731B}"/>
          </ac:spMkLst>
        </pc:spChg>
        <pc:cxnChg chg="mod">
          <ac:chgData name="Yang, Chun-yu" userId="57c5ba99-e68a-448a-8f42-8e6ab6811b9f" providerId="ADAL" clId="{77A38673-4DE1-485E-BBC6-1D47039C1794}" dt="2021-11-26T23:11:03.890" v="6666" actId="14100"/>
          <ac:cxnSpMkLst>
            <pc:docMk/>
            <pc:sldMk cId="3299073007" sldId="429"/>
            <ac:cxnSpMk id="114" creationId="{55750281-EE23-432B-B756-8D3D8C347AF7}"/>
          </ac:cxnSpMkLst>
        </pc:cxnChg>
        <pc:cxnChg chg="mod">
          <ac:chgData name="Yang, Chun-yu" userId="57c5ba99-e68a-448a-8f42-8e6ab6811b9f" providerId="ADAL" clId="{77A38673-4DE1-485E-BBC6-1D47039C1794}" dt="2021-11-26T23:10:54.777" v="6665" actId="14100"/>
          <ac:cxnSpMkLst>
            <pc:docMk/>
            <pc:sldMk cId="3299073007" sldId="429"/>
            <ac:cxnSpMk id="116" creationId="{E9BCAB4D-BF20-425A-B31F-2306205EF0B7}"/>
          </ac:cxnSpMkLst>
        </pc:cxnChg>
        <pc:cxnChg chg="mod">
          <ac:chgData name="Yang, Chun-yu" userId="57c5ba99-e68a-448a-8f42-8e6ab6811b9f" providerId="ADAL" clId="{77A38673-4DE1-485E-BBC6-1D47039C1794}" dt="2021-11-26T23:10:46.387" v="6664" actId="14100"/>
          <ac:cxnSpMkLst>
            <pc:docMk/>
            <pc:sldMk cId="3299073007" sldId="429"/>
            <ac:cxnSpMk id="119" creationId="{56664E8C-3F3E-48D5-8567-A6F70238C816}"/>
          </ac:cxnSpMkLst>
        </pc:cxnChg>
        <pc:cxnChg chg="mod">
          <ac:chgData name="Yang, Chun-yu" userId="57c5ba99-e68a-448a-8f42-8e6ab6811b9f" providerId="ADAL" clId="{77A38673-4DE1-485E-BBC6-1D47039C1794}" dt="2021-11-26T23:10:34.719" v="6663" actId="14100"/>
          <ac:cxnSpMkLst>
            <pc:docMk/>
            <pc:sldMk cId="3299073007" sldId="429"/>
            <ac:cxnSpMk id="122" creationId="{BF99E08B-9787-4563-B4BB-B5F1CC78F736}"/>
          </ac:cxnSpMkLst>
        </pc:cxnChg>
        <pc:cxnChg chg="mod">
          <ac:chgData name="Yang, Chun-yu" userId="57c5ba99-e68a-448a-8f42-8e6ab6811b9f" providerId="ADAL" clId="{77A38673-4DE1-485E-BBC6-1D47039C1794}" dt="2021-11-26T23:10:26.860" v="6662" actId="14100"/>
          <ac:cxnSpMkLst>
            <pc:docMk/>
            <pc:sldMk cId="3299073007" sldId="429"/>
            <ac:cxnSpMk id="125" creationId="{F020B0E6-CBA4-4AEE-A00F-D79D7CDF5A38}"/>
          </ac:cxnSpMkLst>
        </pc:cxnChg>
      </pc:sldChg>
      <pc:sldChg chg="modSp add mod">
        <pc:chgData name="Yang, Chun-yu" userId="57c5ba99-e68a-448a-8f42-8e6ab6811b9f" providerId="ADAL" clId="{77A38673-4DE1-485E-BBC6-1D47039C1794}" dt="2021-11-26T22:18:06.043" v="6511" actId="20577"/>
        <pc:sldMkLst>
          <pc:docMk/>
          <pc:sldMk cId="901592033" sldId="430"/>
        </pc:sldMkLst>
        <pc:spChg chg="mod">
          <ac:chgData name="Yang, Chun-yu" userId="57c5ba99-e68a-448a-8f42-8e6ab6811b9f" providerId="ADAL" clId="{77A38673-4DE1-485E-BBC6-1D47039C1794}" dt="2021-11-26T22:17:33.005" v="6503" actId="6549"/>
          <ac:spMkLst>
            <pc:docMk/>
            <pc:sldMk cId="901592033" sldId="430"/>
            <ac:spMk id="11" creationId="{5EDA89F7-3D08-4B03-954D-0A5C150874F7}"/>
          </ac:spMkLst>
        </pc:spChg>
        <pc:spChg chg="mod">
          <ac:chgData name="Yang, Chun-yu" userId="57c5ba99-e68a-448a-8f42-8e6ab6811b9f" providerId="ADAL" clId="{77A38673-4DE1-485E-BBC6-1D47039C1794}" dt="2021-11-26T22:17:53.967" v="6506" actId="207"/>
          <ac:spMkLst>
            <pc:docMk/>
            <pc:sldMk cId="901592033" sldId="430"/>
            <ac:spMk id="18" creationId="{8E157C1B-D213-480C-88E8-01CC8162DD7B}"/>
          </ac:spMkLst>
        </pc:spChg>
        <pc:spChg chg="mod">
          <ac:chgData name="Yang, Chun-yu" userId="57c5ba99-e68a-448a-8f42-8e6ab6811b9f" providerId="ADAL" clId="{77A38673-4DE1-485E-BBC6-1D47039C1794}" dt="2021-11-26T22:18:03.286" v="6509" actId="207"/>
          <ac:spMkLst>
            <pc:docMk/>
            <pc:sldMk cId="901592033" sldId="430"/>
            <ac:spMk id="19" creationId="{20CED288-2B8B-4724-A64E-1ADA72D95728}"/>
          </ac:spMkLst>
        </pc:spChg>
        <pc:spChg chg="mod">
          <ac:chgData name="Yang, Chun-yu" userId="57c5ba99-e68a-448a-8f42-8e6ab6811b9f" providerId="ADAL" clId="{77A38673-4DE1-485E-BBC6-1D47039C1794}" dt="2021-11-26T22:18:06.043" v="6511" actId="20577"/>
          <ac:spMkLst>
            <pc:docMk/>
            <pc:sldMk cId="901592033" sldId="430"/>
            <ac:spMk id="22" creationId="{D902364F-9458-4724-A307-D971F22641DA}"/>
          </ac:spMkLst>
        </pc:spChg>
      </pc:sldChg>
      <pc:sldChg chg="modSp add mod modAnim">
        <pc:chgData name="Yang, Chun-yu" userId="57c5ba99-e68a-448a-8f42-8e6ab6811b9f" providerId="ADAL" clId="{77A38673-4DE1-485E-BBC6-1D47039C1794}" dt="2021-11-26T22:18:53.955" v="6519" actId="1076"/>
        <pc:sldMkLst>
          <pc:docMk/>
          <pc:sldMk cId="2748685804" sldId="431"/>
        </pc:sldMkLst>
        <pc:spChg chg="mod">
          <ac:chgData name="Yang, Chun-yu" userId="57c5ba99-e68a-448a-8f42-8e6ab6811b9f" providerId="ADAL" clId="{77A38673-4DE1-485E-BBC6-1D47039C1794}" dt="2021-11-26T22:18:23.030" v="6513" actId="6549"/>
          <ac:spMkLst>
            <pc:docMk/>
            <pc:sldMk cId="2748685804" sldId="431"/>
            <ac:spMk id="11" creationId="{5EDA89F7-3D08-4B03-954D-0A5C150874F7}"/>
          </ac:spMkLst>
        </pc:spChg>
        <pc:spChg chg="mod">
          <ac:chgData name="Yang, Chun-yu" userId="57c5ba99-e68a-448a-8f42-8e6ab6811b9f" providerId="ADAL" clId="{77A38673-4DE1-485E-BBC6-1D47039C1794}" dt="2021-11-26T22:18:42.690" v="6518" actId="1076"/>
          <ac:spMkLst>
            <pc:docMk/>
            <pc:sldMk cId="2748685804" sldId="431"/>
            <ac:spMk id="14" creationId="{C402152A-D7EC-425B-9BF4-C60C4F6C960C}"/>
          </ac:spMkLst>
        </pc:spChg>
        <pc:spChg chg="mod">
          <ac:chgData name="Yang, Chun-yu" userId="57c5ba99-e68a-448a-8f42-8e6ab6811b9f" providerId="ADAL" clId="{77A38673-4DE1-485E-BBC6-1D47039C1794}" dt="2021-11-26T22:18:53.955" v="6519" actId="1076"/>
          <ac:spMkLst>
            <pc:docMk/>
            <pc:sldMk cId="2748685804" sldId="431"/>
            <ac:spMk id="15" creationId="{E2B3B3BF-490F-4E6B-AE7B-313C93EA4C16}"/>
          </ac:spMkLst>
        </pc:spChg>
        <pc:spChg chg="mod">
          <ac:chgData name="Yang, Chun-yu" userId="57c5ba99-e68a-448a-8f42-8e6ab6811b9f" providerId="ADAL" clId="{77A38673-4DE1-485E-BBC6-1D47039C1794}" dt="2021-11-26T22:18:27.032" v="6515" actId="20577"/>
          <ac:spMkLst>
            <pc:docMk/>
            <pc:sldMk cId="2748685804" sldId="431"/>
            <ac:spMk id="22" creationId="{5A242286-C2A1-4492-A8E0-AAC42AC022BF}"/>
          </ac:spMkLst>
        </pc:spChg>
      </pc:sldChg>
      <pc:sldChg chg="addSp modSp add del mod modAnim">
        <pc:chgData name="Yang, Chun-yu" userId="57c5ba99-e68a-448a-8f42-8e6ab6811b9f" providerId="ADAL" clId="{77A38673-4DE1-485E-BBC6-1D47039C1794}" dt="2021-11-26T22:19:37.210" v="6523" actId="47"/>
        <pc:sldMkLst>
          <pc:docMk/>
          <pc:sldMk cId="108595617" sldId="432"/>
        </pc:sldMkLst>
        <pc:spChg chg="add mod">
          <ac:chgData name="Yang, Chun-yu" userId="57c5ba99-e68a-448a-8f42-8e6ab6811b9f" providerId="ADAL" clId="{77A38673-4DE1-485E-BBC6-1D47039C1794}" dt="2021-11-26T22:10:50.321" v="6411" actId="1038"/>
          <ac:spMkLst>
            <pc:docMk/>
            <pc:sldMk cId="108595617" sldId="432"/>
            <ac:spMk id="2" creationId="{036075A3-D304-4A0A-A186-8E183FAC1AA0}"/>
          </ac:spMkLst>
        </pc:spChg>
        <pc:spChg chg="add mod">
          <ac:chgData name="Yang, Chun-yu" userId="57c5ba99-e68a-448a-8f42-8e6ab6811b9f" providerId="ADAL" clId="{77A38673-4DE1-485E-BBC6-1D47039C1794}" dt="2021-11-26T22:15:30.511" v="6454" actId="1076"/>
          <ac:spMkLst>
            <pc:docMk/>
            <pc:sldMk cId="108595617" sldId="432"/>
            <ac:spMk id="3" creationId="{6161D633-F7C9-45CE-A86F-58940B768BB7}"/>
          </ac:spMkLst>
        </pc:spChg>
        <pc:spChg chg="add mod">
          <ac:chgData name="Yang, Chun-yu" userId="57c5ba99-e68a-448a-8f42-8e6ab6811b9f" providerId="ADAL" clId="{77A38673-4DE1-485E-BBC6-1D47039C1794}" dt="2021-11-26T22:09:44.639" v="6384" actId="14100"/>
          <ac:spMkLst>
            <pc:docMk/>
            <pc:sldMk cId="108595617" sldId="432"/>
            <ac:spMk id="23" creationId="{C5817881-7B9C-4EC7-88C7-01F0990D1408}"/>
          </ac:spMkLst>
        </pc:spChg>
        <pc:spChg chg="add mod">
          <ac:chgData name="Yang, Chun-yu" userId="57c5ba99-e68a-448a-8f42-8e6ab6811b9f" providerId="ADAL" clId="{77A38673-4DE1-485E-BBC6-1D47039C1794}" dt="2021-11-26T22:09:48.994" v="6386" actId="571"/>
          <ac:spMkLst>
            <pc:docMk/>
            <pc:sldMk cId="108595617" sldId="432"/>
            <ac:spMk id="25" creationId="{51877D29-86E5-4F27-8D82-02A22FA6748E}"/>
          </ac:spMkLst>
        </pc:spChg>
        <pc:spChg chg="add mod">
          <ac:chgData name="Yang, Chun-yu" userId="57c5ba99-e68a-448a-8f42-8e6ab6811b9f" providerId="ADAL" clId="{77A38673-4DE1-485E-BBC6-1D47039C1794}" dt="2021-11-26T22:11:08.666" v="6412" actId="207"/>
          <ac:spMkLst>
            <pc:docMk/>
            <pc:sldMk cId="108595617" sldId="432"/>
            <ac:spMk id="26" creationId="{4A6A78BE-99DF-40DE-84C8-E641DEFF122A}"/>
          </ac:spMkLst>
        </pc:spChg>
        <pc:spChg chg="add mod">
          <ac:chgData name="Yang, Chun-yu" userId="57c5ba99-e68a-448a-8f42-8e6ab6811b9f" providerId="ADAL" clId="{77A38673-4DE1-485E-BBC6-1D47039C1794}" dt="2021-11-26T22:11:15.627" v="6414" actId="207"/>
          <ac:spMkLst>
            <pc:docMk/>
            <pc:sldMk cId="108595617" sldId="432"/>
            <ac:spMk id="27" creationId="{83627086-45A2-43CB-A716-F6B06E0F0AE8}"/>
          </ac:spMkLst>
        </pc:spChg>
        <pc:picChg chg="add mod">
          <ac:chgData name="Yang, Chun-yu" userId="57c5ba99-e68a-448a-8f42-8e6ab6811b9f" providerId="ADAL" clId="{77A38673-4DE1-485E-BBC6-1D47039C1794}" dt="2021-11-26T22:09:48.994" v="6386" actId="571"/>
          <ac:picMkLst>
            <pc:docMk/>
            <pc:sldMk cId="108595617" sldId="432"/>
            <ac:picMk id="24" creationId="{8D547059-49B4-4AD6-A5D0-EFA41DAA0677}"/>
          </ac:picMkLst>
        </pc:picChg>
      </pc:sldChg>
      <pc:sldChg chg="addSp delSp modSp add del mod delAnim modAnim">
        <pc:chgData name="Yang, Chun-yu" userId="57c5ba99-e68a-448a-8f42-8e6ab6811b9f" providerId="ADAL" clId="{77A38673-4DE1-485E-BBC6-1D47039C1794}" dt="2021-11-26T22:20:03.097" v="6528" actId="47"/>
        <pc:sldMkLst>
          <pc:docMk/>
          <pc:sldMk cId="2153068571" sldId="433"/>
        </pc:sldMkLst>
        <pc:spChg chg="add del mod">
          <ac:chgData name="Yang, Chun-yu" userId="57c5ba99-e68a-448a-8f42-8e6ab6811b9f" providerId="ADAL" clId="{77A38673-4DE1-485E-BBC6-1D47039C1794}" dt="2021-11-26T22:15:53.595" v="6464" actId="14100"/>
          <ac:spMkLst>
            <pc:docMk/>
            <pc:sldMk cId="2153068571" sldId="433"/>
            <ac:spMk id="3" creationId="{6161D633-F7C9-45CE-A86F-58940B768BB7}"/>
          </ac:spMkLst>
        </pc:spChg>
        <pc:spChg chg="add del mod">
          <ac:chgData name="Yang, Chun-yu" userId="57c5ba99-e68a-448a-8f42-8e6ab6811b9f" providerId="ADAL" clId="{77A38673-4DE1-485E-BBC6-1D47039C1794}" dt="2021-11-26T22:13:53.227" v="6432" actId="478"/>
          <ac:spMkLst>
            <pc:docMk/>
            <pc:sldMk cId="2153068571" sldId="433"/>
            <ac:spMk id="24" creationId="{605A1ECE-A7FF-4F5A-AD49-543CB4C41033}"/>
          </ac:spMkLst>
        </pc:spChg>
        <pc:spChg chg="add del mod">
          <ac:chgData name="Yang, Chun-yu" userId="57c5ba99-e68a-448a-8f42-8e6ab6811b9f" providerId="ADAL" clId="{77A38673-4DE1-485E-BBC6-1D47039C1794}" dt="2021-11-26T22:13:55.146" v="6433" actId="478"/>
          <ac:spMkLst>
            <pc:docMk/>
            <pc:sldMk cId="2153068571" sldId="433"/>
            <ac:spMk id="25" creationId="{88ED8134-9B6E-46BE-B9EB-E25D84DADCEA}"/>
          </ac:spMkLst>
        </pc:spChg>
        <pc:spChg chg="del">
          <ac:chgData name="Yang, Chun-yu" userId="57c5ba99-e68a-448a-8f42-8e6ab6811b9f" providerId="ADAL" clId="{77A38673-4DE1-485E-BBC6-1D47039C1794}" dt="2021-11-26T22:13:26.748" v="6426" actId="478"/>
          <ac:spMkLst>
            <pc:docMk/>
            <pc:sldMk cId="2153068571" sldId="433"/>
            <ac:spMk id="26" creationId="{4A6A78BE-99DF-40DE-84C8-E641DEFF122A}"/>
          </ac:spMkLst>
        </pc:spChg>
        <pc:spChg chg="del">
          <ac:chgData name="Yang, Chun-yu" userId="57c5ba99-e68a-448a-8f42-8e6ab6811b9f" providerId="ADAL" clId="{77A38673-4DE1-485E-BBC6-1D47039C1794}" dt="2021-11-26T22:13:28.389" v="6427" actId="478"/>
          <ac:spMkLst>
            <pc:docMk/>
            <pc:sldMk cId="2153068571" sldId="433"/>
            <ac:spMk id="27" creationId="{83627086-45A2-43CB-A716-F6B06E0F0AE8}"/>
          </ac:spMkLst>
        </pc:spChg>
        <pc:spChg chg="add mod">
          <ac:chgData name="Yang, Chun-yu" userId="57c5ba99-e68a-448a-8f42-8e6ab6811b9f" providerId="ADAL" clId="{77A38673-4DE1-485E-BBC6-1D47039C1794}" dt="2021-11-26T22:15:52.026" v="6461" actId="571"/>
          <ac:spMkLst>
            <pc:docMk/>
            <pc:sldMk cId="2153068571" sldId="433"/>
            <ac:spMk id="28" creationId="{5296D910-C79C-4D06-9462-30B56CF3C65F}"/>
          </ac:spMkLst>
        </pc:spChg>
      </pc:sldChg>
      <pc:sldChg chg="modSp add del mod">
        <pc:chgData name="Yang, Chun-yu" userId="57c5ba99-e68a-448a-8f42-8e6ab6811b9f" providerId="ADAL" clId="{77A38673-4DE1-485E-BBC6-1D47039C1794}" dt="2021-11-26T22:20:03.097" v="6528" actId="47"/>
        <pc:sldMkLst>
          <pc:docMk/>
          <pc:sldMk cId="218862962" sldId="434"/>
        </pc:sldMkLst>
        <pc:spChg chg="mod">
          <ac:chgData name="Yang, Chun-yu" userId="57c5ba99-e68a-448a-8f42-8e6ab6811b9f" providerId="ADAL" clId="{77A38673-4DE1-485E-BBC6-1D47039C1794}" dt="2021-11-26T22:16:35.949" v="6470" actId="1076"/>
          <ac:spMkLst>
            <pc:docMk/>
            <pc:sldMk cId="218862962" sldId="434"/>
            <ac:spMk id="2" creationId="{036075A3-D304-4A0A-A186-8E183FAC1AA0}"/>
          </ac:spMkLst>
        </pc:spChg>
        <pc:spChg chg="mod">
          <ac:chgData name="Yang, Chun-yu" userId="57c5ba99-e68a-448a-8f42-8e6ab6811b9f" providerId="ADAL" clId="{77A38673-4DE1-485E-BBC6-1D47039C1794}" dt="2021-11-26T22:16:37.672" v="6473" actId="1076"/>
          <ac:spMkLst>
            <pc:docMk/>
            <pc:sldMk cId="218862962" sldId="434"/>
            <ac:spMk id="3" creationId="{6161D633-F7C9-45CE-A86F-58940B768BB7}"/>
          </ac:spMkLst>
        </pc:spChg>
        <pc:spChg chg="mod">
          <ac:chgData name="Yang, Chun-yu" userId="57c5ba99-e68a-448a-8f42-8e6ab6811b9f" providerId="ADAL" clId="{77A38673-4DE1-485E-BBC6-1D47039C1794}" dt="2021-11-26T22:16:36.366" v="6471" actId="1076"/>
          <ac:spMkLst>
            <pc:docMk/>
            <pc:sldMk cId="218862962" sldId="434"/>
            <ac:spMk id="23" creationId="{C5817881-7B9C-4EC7-88C7-01F0990D1408}"/>
          </ac:spMkLst>
        </pc:spChg>
      </pc:sldChg>
      <pc:sldChg chg="addSp delSp modSp new mod modClrScheme chgLayout">
        <pc:chgData name="Yang, Chun-yu" userId="57c5ba99-e68a-448a-8f42-8e6ab6811b9f" providerId="ADAL" clId="{77A38673-4DE1-485E-BBC6-1D47039C1794}" dt="2021-11-26T22:17:17.438" v="6497" actId="1076"/>
        <pc:sldMkLst>
          <pc:docMk/>
          <pc:sldMk cId="3009634960" sldId="435"/>
        </pc:sldMkLst>
        <pc:spChg chg="del mod ord">
          <ac:chgData name="Yang, Chun-yu" userId="57c5ba99-e68a-448a-8f42-8e6ab6811b9f" providerId="ADAL" clId="{77A38673-4DE1-485E-BBC6-1D47039C1794}" dt="2021-11-26T22:17:00.367" v="6475" actId="700"/>
          <ac:spMkLst>
            <pc:docMk/>
            <pc:sldMk cId="3009634960" sldId="435"/>
            <ac:spMk id="2" creationId="{62FFB4D0-C399-487F-9C2B-B85FA24EC519}"/>
          </ac:spMkLst>
        </pc:spChg>
        <pc:spChg chg="del">
          <ac:chgData name="Yang, Chun-yu" userId="57c5ba99-e68a-448a-8f42-8e6ab6811b9f" providerId="ADAL" clId="{77A38673-4DE1-485E-BBC6-1D47039C1794}" dt="2021-11-26T22:17:00.367" v="6475" actId="700"/>
          <ac:spMkLst>
            <pc:docMk/>
            <pc:sldMk cId="3009634960" sldId="435"/>
            <ac:spMk id="3" creationId="{ED40A7F2-9280-4A1B-969F-E04B4CAABB50}"/>
          </ac:spMkLst>
        </pc:spChg>
        <pc:spChg chg="add mod ord">
          <ac:chgData name="Yang, Chun-yu" userId="57c5ba99-e68a-448a-8f42-8e6ab6811b9f" providerId="ADAL" clId="{77A38673-4DE1-485E-BBC6-1D47039C1794}" dt="2021-11-26T22:17:17.438" v="6497" actId="1076"/>
          <ac:spMkLst>
            <pc:docMk/>
            <pc:sldMk cId="3009634960" sldId="435"/>
            <ac:spMk id="4" creationId="{888D7375-4708-4930-ACD3-18095131130C}"/>
          </ac:spMkLst>
        </pc:spChg>
      </pc:sldChg>
      <pc:sldChg chg="addSp modSp add modAnim">
        <pc:chgData name="Yang, Chun-yu" userId="57c5ba99-e68a-448a-8f42-8e6ab6811b9f" providerId="ADAL" clId="{77A38673-4DE1-485E-BBC6-1D47039C1794}" dt="2021-11-26T22:19:30.287" v="6522"/>
        <pc:sldMkLst>
          <pc:docMk/>
          <pc:sldMk cId="918426260" sldId="436"/>
        </pc:sldMkLst>
        <pc:spChg chg="add mod">
          <ac:chgData name="Yang, Chun-yu" userId="57c5ba99-e68a-448a-8f42-8e6ab6811b9f" providerId="ADAL" clId="{77A38673-4DE1-485E-BBC6-1D47039C1794}" dt="2021-11-26T22:19:30.287" v="6522"/>
          <ac:spMkLst>
            <pc:docMk/>
            <pc:sldMk cId="918426260" sldId="436"/>
            <ac:spMk id="23" creationId="{2F224BD0-BD01-4033-8203-DC26F074267F}"/>
          </ac:spMkLst>
        </pc:spChg>
        <pc:spChg chg="add mod">
          <ac:chgData name="Yang, Chun-yu" userId="57c5ba99-e68a-448a-8f42-8e6ab6811b9f" providerId="ADAL" clId="{77A38673-4DE1-485E-BBC6-1D47039C1794}" dt="2021-11-26T22:19:30.287" v="6522"/>
          <ac:spMkLst>
            <pc:docMk/>
            <pc:sldMk cId="918426260" sldId="436"/>
            <ac:spMk id="24" creationId="{8D1C9809-9450-4AEC-8B7D-06B5285E0F6E}"/>
          </ac:spMkLst>
        </pc:spChg>
        <pc:spChg chg="add mod">
          <ac:chgData name="Yang, Chun-yu" userId="57c5ba99-e68a-448a-8f42-8e6ab6811b9f" providerId="ADAL" clId="{77A38673-4DE1-485E-BBC6-1D47039C1794}" dt="2021-11-26T22:19:30.287" v="6522"/>
          <ac:spMkLst>
            <pc:docMk/>
            <pc:sldMk cId="918426260" sldId="436"/>
            <ac:spMk id="25" creationId="{966DEF55-FE69-4DEA-9386-E9899DCEE047}"/>
          </ac:spMkLst>
        </pc:spChg>
        <pc:spChg chg="add mod">
          <ac:chgData name="Yang, Chun-yu" userId="57c5ba99-e68a-448a-8f42-8e6ab6811b9f" providerId="ADAL" clId="{77A38673-4DE1-485E-BBC6-1D47039C1794}" dt="2021-11-26T22:19:30.287" v="6522"/>
          <ac:spMkLst>
            <pc:docMk/>
            <pc:sldMk cId="918426260" sldId="436"/>
            <ac:spMk id="26" creationId="{D12D170D-4806-4E78-9448-B43A70BDCDB9}"/>
          </ac:spMkLst>
        </pc:spChg>
        <pc:spChg chg="add mod">
          <ac:chgData name="Yang, Chun-yu" userId="57c5ba99-e68a-448a-8f42-8e6ab6811b9f" providerId="ADAL" clId="{77A38673-4DE1-485E-BBC6-1D47039C1794}" dt="2021-11-26T22:19:30.287" v="6522"/>
          <ac:spMkLst>
            <pc:docMk/>
            <pc:sldMk cId="918426260" sldId="436"/>
            <ac:spMk id="27" creationId="{996958F7-124D-4AAA-9BAE-EC40CEC426C6}"/>
          </ac:spMkLst>
        </pc:spChg>
      </pc:sldChg>
      <pc:sldChg chg="delSp add mod delAnim modAnim">
        <pc:chgData name="Yang, Chun-yu" userId="57c5ba99-e68a-448a-8f42-8e6ab6811b9f" providerId="ADAL" clId="{77A38673-4DE1-485E-BBC6-1D47039C1794}" dt="2021-11-26T22:19:53.026" v="6527"/>
        <pc:sldMkLst>
          <pc:docMk/>
          <pc:sldMk cId="1909180603" sldId="437"/>
        </pc:sldMkLst>
        <pc:spChg chg="del">
          <ac:chgData name="Yang, Chun-yu" userId="57c5ba99-e68a-448a-8f42-8e6ab6811b9f" providerId="ADAL" clId="{77A38673-4DE1-485E-BBC6-1D47039C1794}" dt="2021-11-26T22:19:50.008" v="6526" actId="478"/>
          <ac:spMkLst>
            <pc:docMk/>
            <pc:sldMk cId="1909180603" sldId="437"/>
            <ac:spMk id="25" creationId="{966DEF55-FE69-4DEA-9386-E9899DCEE047}"/>
          </ac:spMkLst>
        </pc:spChg>
        <pc:spChg chg="del">
          <ac:chgData name="Yang, Chun-yu" userId="57c5ba99-e68a-448a-8f42-8e6ab6811b9f" providerId="ADAL" clId="{77A38673-4DE1-485E-BBC6-1D47039C1794}" dt="2021-11-26T22:19:49.202" v="6525" actId="478"/>
          <ac:spMkLst>
            <pc:docMk/>
            <pc:sldMk cId="1909180603" sldId="437"/>
            <ac:spMk id="26" creationId="{D12D170D-4806-4E78-9448-B43A70BDCDB9}"/>
          </ac:spMkLst>
        </pc:spChg>
      </pc:sldChg>
      <pc:sldChg chg="addSp delSp modSp add mod modAnim">
        <pc:chgData name="Yang, Chun-yu" userId="57c5ba99-e68a-448a-8f42-8e6ab6811b9f" providerId="ADAL" clId="{77A38673-4DE1-485E-BBC6-1D47039C1794}" dt="2021-11-26T22:33:29.793" v="6634"/>
        <pc:sldMkLst>
          <pc:docMk/>
          <pc:sldMk cId="1198990791" sldId="438"/>
        </pc:sldMkLst>
        <pc:spChg chg="add mod">
          <ac:chgData name="Yang, Chun-yu" userId="57c5ba99-e68a-448a-8f42-8e6ab6811b9f" providerId="ADAL" clId="{77A38673-4DE1-485E-BBC6-1D47039C1794}" dt="2021-11-26T22:22:46.070" v="6549" actId="20577"/>
          <ac:spMkLst>
            <pc:docMk/>
            <pc:sldMk cId="1198990791" sldId="438"/>
            <ac:spMk id="2" creationId="{9EBA43A7-1827-4EE3-A71B-0848ED346A14}"/>
          </ac:spMkLst>
        </pc:spChg>
        <pc:spChg chg="add mod">
          <ac:chgData name="Yang, Chun-yu" userId="57c5ba99-e68a-448a-8f42-8e6ab6811b9f" providerId="ADAL" clId="{77A38673-4DE1-485E-BBC6-1D47039C1794}" dt="2021-11-26T22:28:25.340" v="6586" actId="1076"/>
          <ac:spMkLst>
            <pc:docMk/>
            <pc:sldMk cId="1198990791" sldId="438"/>
            <ac:spMk id="3" creationId="{753FEAB4-4503-4D90-9CC5-DA3E015C34DD}"/>
          </ac:spMkLst>
        </pc:spChg>
        <pc:spChg chg="add del">
          <ac:chgData name="Yang, Chun-yu" userId="57c5ba99-e68a-448a-8f42-8e6ab6811b9f" providerId="ADAL" clId="{77A38673-4DE1-485E-BBC6-1D47039C1794}" dt="2021-11-26T22:21:03.819" v="6532" actId="478"/>
          <ac:spMkLst>
            <pc:docMk/>
            <pc:sldMk cId="1198990791" sldId="438"/>
            <ac:spMk id="23" creationId="{2F224BD0-BD01-4033-8203-DC26F074267F}"/>
          </ac:spMkLst>
        </pc:spChg>
        <pc:spChg chg="add del">
          <ac:chgData name="Yang, Chun-yu" userId="57c5ba99-e68a-448a-8f42-8e6ab6811b9f" providerId="ADAL" clId="{77A38673-4DE1-485E-BBC6-1D47039C1794}" dt="2021-11-26T22:21:03.819" v="6532" actId="478"/>
          <ac:spMkLst>
            <pc:docMk/>
            <pc:sldMk cId="1198990791" sldId="438"/>
            <ac:spMk id="24" creationId="{8D1C9809-9450-4AEC-8B7D-06B5285E0F6E}"/>
          </ac:spMkLst>
        </pc:spChg>
        <pc:spChg chg="add mod">
          <ac:chgData name="Yang, Chun-yu" userId="57c5ba99-e68a-448a-8f42-8e6ab6811b9f" providerId="ADAL" clId="{77A38673-4DE1-485E-BBC6-1D47039C1794}" dt="2021-11-26T22:21:32.165" v="6537" actId="1076"/>
          <ac:spMkLst>
            <pc:docMk/>
            <pc:sldMk cId="1198990791" sldId="438"/>
            <ac:spMk id="25" creationId="{3EDDD8C5-5D39-47FF-A0A1-BEBAFB1127A6}"/>
          </ac:spMkLst>
        </pc:spChg>
        <pc:spChg chg="add mod">
          <ac:chgData name="Yang, Chun-yu" userId="57c5ba99-e68a-448a-8f42-8e6ab6811b9f" providerId="ADAL" clId="{77A38673-4DE1-485E-BBC6-1D47039C1794}" dt="2021-11-26T22:21:10.174" v="6534" actId="1076"/>
          <ac:spMkLst>
            <pc:docMk/>
            <pc:sldMk cId="1198990791" sldId="438"/>
            <ac:spMk id="26" creationId="{A8479726-8EB6-488C-A4FD-88AD03036ABD}"/>
          </ac:spMkLst>
        </pc:spChg>
        <pc:spChg chg="mod">
          <ac:chgData name="Yang, Chun-yu" userId="57c5ba99-e68a-448a-8f42-8e6ab6811b9f" providerId="ADAL" clId="{77A38673-4DE1-485E-BBC6-1D47039C1794}" dt="2021-11-26T22:20:50.843" v="6530" actId="14100"/>
          <ac:spMkLst>
            <pc:docMk/>
            <pc:sldMk cId="1198990791" sldId="438"/>
            <ac:spMk id="27" creationId="{996958F7-124D-4AAA-9BAE-EC40CEC426C6}"/>
          </ac:spMkLst>
        </pc:spChg>
        <pc:spChg chg="add mod">
          <ac:chgData name="Yang, Chun-yu" userId="57c5ba99-e68a-448a-8f42-8e6ab6811b9f" providerId="ADAL" clId="{77A38673-4DE1-485E-BBC6-1D47039C1794}" dt="2021-11-26T22:21:38.679" v="6538" actId="1076"/>
          <ac:spMkLst>
            <pc:docMk/>
            <pc:sldMk cId="1198990791" sldId="438"/>
            <ac:spMk id="28" creationId="{6EE442C7-10BD-42FC-85BF-29A531E11966}"/>
          </ac:spMkLst>
        </pc:spChg>
        <pc:spChg chg="add mod">
          <ac:chgData name="Yang, Chun-yu" userId="57c5ba99-e68a-448a-8f42-8e6ab6811b9f" providerId="ADAL" clId="{77A38673-4DE1-485E-BBC6-1D47039C1794}" dt="2021-11-26T22:21:21.438" v="6536" actId="1076"/>
          <ac:spMkLst>
            <pc:docMk/>
            <pc:sldMk cId="1198990791" sldId="438"/>
            <ac:spMk id="29" creationId="{0CA1B858-619C-4FDB-BC48-47CF58D64E9F}"/>
          </ac:spMkLst>
        </pc:spChg>
        <pc:spChg chg="add mod">
          <ac:chgData name="Yang, Chun-yu" userId="57c5ba99-e68a-448a-8f42-8e6ab6811b9f" providerId="ADAL" clId="{77A38673-4DE1-485E-BBC6-1D47039C1794}" dt="2021-11-26T22:22:49.211" v="6551" actId="20577"/>
          <ac:spMkLst>
            <pc:docMk/>
            <pc:sldMk cId="1198990791" sldId="438"/>
            <ac:spMk id="30" creationId="{26F85FA7-DBA2-411E-9E17-488281E3471C}"/>
          </ac:spMkLst>
        </pc:spChg>
        <pc:spChg chg="add mod">
          <ac:chgData name="Yang, Chun-yu" userId="57c5ba99-e68a-448a-8f42-8e6ab6811b9f" providerId="ADAL" clId="{77A38673-4DE1-485E-BBC6-1D47039C1794}" dt="2021-11-26T22:22:52.496" v="6553" actId="20577"/>
          <ac:spMkLst>
            <pc:docMk/>
            <pc:sldMk cId="1198990791" sldId="438"/>
            <ac:spMk id="31" creationId="{CCFEDD70-758B-4AC0-9B2F-3980E9CBF25B}"/>
          </ac:spMkLst>
        </pc:spChg>
        <pc:spChg chg="add mod">
          <ac:chgData name="Yang, Chun-yu" userId="57c5ba99-e68a-448a-8f42-8e6ab6811b9f" providerId="ADAL" clId="{77A38673-4DE1-485E-BBC6-1D47039C1794}" dt="2021-11-26T22:22:59.333" v="6556" actId="207"/>
          <ac:spMkLst>
            <pc:docMk/>
            <pc:sldMk cId="1198990791" sldId="438"/>
            <ac:spMk id="32" creationId="{AA106A9D-BCC6-41CA-B391-E395C6C92D40}"/>
          </ac:spMkLst>
        </pc:spChg>
        <pc:spChg chg="add mod">
          <ac:chgData name="Yang, Chun-yu" userId="57c5ba99-e68a-448a-8f42-8e6ab6811b9f" providerId="ADAL" clId="{77A38673-4DE1-485E-BBC6-1D47039C1794}" dt="2021-11-26T22:23:05.290" v="6557" actId="207"/>
          <ac:spMkLst>
            <pc:docMk/>
            <pc:sldMk cId="1198990791" sldId="438"/>
            <ac:spMk id="33" creationId="{8290FD39-7EFD-4B92-81DB-547A8A3B7600}"/>
          </ac:spMkLst>
        </pc:spChg>
        <pc:spChg chg="add mod">
          <ac:chgData name="Yang, Chun-yu" userId="57c5ba99-e68a-448a-8f42-8e6ab6811b9f" providerId="ADAL" clId="{77A38673-4DE1-485E-BBC6-1D47039C1794}" dt="2021-11-26T22:23:10.232" v="6558" actId="207"/>
          <ac:spMkLst>
            <pc:docMk/>
            <pc:sldMk cId="1198990791" sldId="438"/>
            <ac:spMk id="34" creationId="{0DDEC835-8AB2-4BEF-A97D-FB9CD2D97E75}"/>
          </ac:spMkLst>
        </pc:spChg>
        <pc:spChg chg="add mod">
          <ac:chgData name="Yang, Chun-yu" userId="57c5ba99-e68a-448a-8f42-8e6ab6811b9f" providerId="ADAL" clId="{77A38673-4DE1-485E-BBC6-1D47039C1794}" dt="2021-11-26T22:29:11.386" v="6594" actId="20577"/>
          <ac:spMkLst>
            <pc:docMk/>
            <pc:sldMk cId="1198990791" sldId="438"/>
            <ac:spMk id="35" creationId="{0F28711B-7300-4A55-AA88-74AD2B619C7F}"/>
          </ac:spMkLst>
        </pc:spChg>
      </pc:sldChg>
      <pc:sldChg chg="addSp delSp modSp add mod delAnim modAnim">
        <pc:chgData name="Yang, Chun-yu" userId="57c5ba99-e68a-448a-8f42-8e6ab6811b9f" providerId="ADAL" clId="{77A38673-4DE1-485E-BBC6-1D47039C1794}" dt="2021-11-26T22:34:39.007" v="6637"/>
        <pc:sldMkLst>
          <pc:docMk/>
          <pc:sldMk cId="2353753529" sldId="439"/>
        </pc:sldMkLst>
        <pc:spChg chg="mod">
          <ac:chgData name="Yang, Chun-yu" userId="57c5ba99-e68a-448a-8f42-8e6ab6811b9f" providerId="ADAL" clId="{77A38673-4DE1-485E-BBC6-1D47039C1794}" dt="2021-11-26T22:31:38.586" v="6619" actId="20577"/>
          <ac:spMkLst>
            <pc:docMk/>
            <pc:sldMk cId="2353753529" sldId="439"/>
            <ac:spMk id="2" creationId="{9EBA43A7-1827-4EE3-A71B-0848ED346A14}"/>
          </ac:spMkLst>
        </pc:spChg>
        <pc:spChg chg="mod">
          <ac:chgData name="Yang, Chun-yu" userId="57c5ba99-e68a-448a-8f42-8e6ab6811b9f" providerId="ADAL" clId="{77A38673-4DE1-485E-BBC6-1D47039C1794}" dt="2021-11-26T22:32:30.535" v="6632" actId="20577"/>
          <ac:spMkLst>
            <pc:docMk/>
            <pc:sldMk cId="2353753529" sldId="439"/>
            <ac:spMk id="3" creationId="{753FEAB4-4503-4D90-9CC5-DA3E015C34DD}"/>
          </ac:spMkLst>
        </pc:spChg>
        <pc:spChg chg="del">
          <ac:chgData name="Yang, Chun-yu" userId="57c5ba99-e68a-448a-8f42-8e6ab6811b9f" providerId="ADAL" clId="{77A38673-4DE1-485E-BBC6-1D47039C1794}" dt="2021-11-26T22:30:01.568" v="6596" actId="478"/>
          <ac:spMkLst>
            <pc:docMk/>
            <pc:sldMk cId="2353753529" sldId="439"/>
            <ac:spMk id="27" creationId="{996958F7-124D-4AAA-9BAE-EC40CEC426C6}"/>
          </ac:spMkLst>
        </pc:spChg>
        <pc:spChg chg="mod">
          <ac:chgData name="Yang, Chun-yu" userId="57c5ba99-e68a-448a-8f42-8e6ab6811b9f" providerId="ADAL" clId="{77A38673-4DE1-485E-BBC6-1D47039C1794}" dt="2021-11-26T22:32:11.577" v="6627" actId="20577"/>
          <ac:spMkLst>
            <pc:docMk/>
            <pc:sldMk cId="2353753529" sldId="439"/>
            <ac:spMk id="31" creationId="{CCFEDD70-758B-4AC0-9B2F-3980E9CBF25B}"/>
          </ac:spMkLst>
        </pc:spChg>
        <pc:spChg chg="mod">
          <ac:chgData name="Yang, Chun-yu" userId="57c5ba99-e68a-448a-8f42-8e6ab6811b9f" providerId="ADAL" clId="{77A38673-4DE1-485E-BBC6-1D47039C1794}" dt="2021-11-26T22:31:57.101" v="6622" actId="207"/>
          <ac:spMkLst>
            <pc:docMk/>
            <pc:sldMk cId="2353753529" sldId="439"/>
            <ac:spMk id="32" creationId="{AA106A9D-BCC6-41CA-B391-E395C6C92D40}"/>
          </ac:spMkLst>
        </pc:spChg>
        <pc:spChg chg="mod">
          <ac:chgData name="Yang, Chun-yu" userId="57c5ba99-e68a-448a-8f42-8e6ab6811b9f" providerId="ADAL" clId="{77A38673-4DE1-485E-BBC6-1D47039C1794}" dt="2021-11-26T22:32:07.819" v="6625" actId="207"/>
          <ac:spMkLst>
            <pc:docMk/>
            <pc:sldMk cId="2353753529" sldId="439"/>
            <ac:spMk id="34" creationId="{0DDEC835-8AB2-4BEF-A97D-FB9CD2D97E75}"/>
          </ac:spMkLst>
        </pc:spChg>
        <pc:spChg chg="del">
          <ac:chgData name="Yang, Chun-yu" userId="57c5ba99-e68a-448a-8f42-8e6ab6811b9f" providerId="ADAL" clId="{77A38673-4DE1-485E-BBC6-1D47039C1794}" dt="2021-11-26T22:31:01.633" v="6611" actId="478"/>
          <ac:spMkLst>
            <pc:docMk/>
            <pc:sldMk cId="2353753529" sldId="439"/>
            <ac:spMk id="35" creationId="{0F28711B-7300-4A55-AA88-74AD2B619C7F}"/>
          </ac:spMkLst>
        </pc:spChg>
        <pc:spChg chg="add mod">
          <ac:chgData name="Yang, Chun-yu" userId="57c5ba99-e68a-448a-8f42-8e6ab6811b9f" providerId="ADAL" clId="{77A38673-4DE1-485E-BBC6-1D47039C1794}" dt="2021-11-26T22:30:47.979" v="6610" actId="1076"/>
          <ac:spMkLst>
            <pc:docMk/>
            <pc:sldMk cId="2353753529" sldId="439"/>
            <ac:spMk id="36" creationId="{D1BE66CD-A2AC-45A0-9EE5-C8ABC84B9949}"/>
          </ac:spMkLst>
        </pc:spChg>
        <pc:cxnChg chg="add mod">
          <ac:chgData name="Yang, Chun-yu" userId="57c5ba99-e68a-448a-8f42-8e6ab6811b9f" providerId="ADAL" clId="{77A38673-4DE1-485E-BBC6-1D47039C1794}" dt="2021-11-26T22:30:10.425" v="6598" actId="1076"/>
          <ac:cxnSpMkLst>
            <pc:docMk/>
            <pc:sldMk cId="2353753529" sldId="439"/>
            <ac:cxnSpMk id="12" creationId="{F7B82065-1F2A-4DF4-BD43-B863FAE291AE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D1EA-AB71-483D-A38D-B3B7B73FDE8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3B183-64CC-4B66-856D-40373337AF1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5228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2E257-2A76-E344-863C-0823669A23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1" y="1524000"/>
            <a:ext cx="11010899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A1751-756A-4277-89A8-22853BBB6D43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E81FB-A40F-442D-9F46-93B86A7867F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592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501" y="2139953"/>
            <a:ext cx="11010900" cy="4097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EBDBCA7-2C63-493A-A58C-D158E3304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958B0C-7E1E-42D9-BA94-CF95319AC75D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930BE-2EF7-4A27-B574-CC7F56E23EE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8216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C756FD-D367-4604-947F-678A59EDCA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FAB4E-A299-44C8-AACE-69AB51C1E61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F3A26-C068-4B72-A83B-34EFCA4E47A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0582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8EEDD-B39B-424B-A23C-C9AFBEFC8D27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00D2CD-C9BB-4E5B-B736-64EC2EA2162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509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5" name="Body Level One…">
            <a:extLst>
              <a:ext uri="{FF2B5EF4-FFF2-40B4-BE49-F238E27FC236}">
                <a16:creationId xmlns:a16="http://schemas.microsoft.com/office/drawing/2014/main" id="{DAF2E6DD-A697-4E26-BA6A-EF0449D7430B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16" name="Body Level One…">
            <a:extLst>
              <a:ext uri="{FF2B5EF4-FFF2-40B4-BE49-F238E27FC236}">
                <a16:creationId xmlns:a16="http://schemas.microsoft.com/office/drawing/2014/main" id="{028C5B46-7804-4459-9F82-F56352D0EE54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47F6B19-5E1B-43E2-BA93-7E68A56CB6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DDC13B9-04CD-43E8-B565-A92ABD110A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F999432-84A5-47D5-B81D-D131E93A939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5378F4-C669-453E-AB16-D61CB1EBDA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1" y="1612901"/>
            <a:ext cx="57603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88EEF-DC90-47D1-B68D-DAD1BA7BE42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12B19-CF53-47D7-9EA3-459DABB1406B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0525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403981"/>
            <a:ext cx="5129422" cy="601218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B9BADD-04D4-4686-970E-FB0049CC09C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DA4378E-36CA-41C6-8E85-727E1F91A6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034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4A5EA-7602-4C8C-B95C-5306CD887FF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435B75-DFD3-4791-ACEA-AF630FFAB9A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59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Horizont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152" y="3513864"/>
            <a:ext cx="11347450" cy="28908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8EB66-8674-4A4F-B55A-79488DD6B4DC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B9E7C7-FA12-4331-A70E-193D07092A46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9270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550" y="450549"/>
            <a:ext cx="11305062" cy="5956776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AB082-32C5-47FD-9ECB-602F4FA1556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E4005-6DA6-4443-A120-563FA414CBD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5518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r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C9FC2E-0D67-4420-A61E-1D363937D0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090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C6A53413-DBC6-A349-994F-CB2790ACF8D3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56" r:id="rId3"/>
    <p:sldLayoutId id="2147483759" r:id="rId4"/>
    <p:sldLayoutId id="2147483755" r:id="rId5"/>
    <p:sldLayoutId id="2147483722" r:id="rId6"/>
    <p:sldLayoutId id="2147483778" r:id="rId7"/>
    <p:sldLayoutId id="2147483724" r:id="rId8"/>
    <p:sldLayoutId id="2147483751" r:id="rId9"/>
    <p:sldLayoutId id="2147483730" r:id="rId10"/>
    <p:sldLayoutId id="2147483754" r:id="rId11"/>
    <p:sldLayoutId id="2147483761" r:id="rId12"/>
    <p:sldLayoutId id="2147483749" r:id="rId13"/>
    <p:sldLayoutId id="2147483746" r:id="rId14"/>
    <p:sldLayoutId id="2147483747" r:id="rId15"/>
    <p:sldLayoutId id="2147483769" r:id="rId16"/>
    <p:sldLayoutId id="2147483768" r:id="rId17"/>
    <p:sldLayoutId id="2147483723" r:id="rId18"/>
    <p:sldLayoutId id="2147483770" r:id="rId19"/>
    <p:sldLayoutId id="2147483771" r:id="rId20"/>
    <p:sldLayoutId id="2147483772" r:id="rId21"/>
    <p:sldLayoutId id="2147483752" r:id="rId22"/>
    <p:sldLayoutId id="2147483732" r:id="rId23"/>
    <p:sldLayoutId id="2147483758" r:id="rId24"/>
    <p:sldLayoutId id="2147483757" r:id="rId25"/>
    <p:sldLayoutId id="2147483779" r:id="rId26"/>
    <p:sldLayoutId id="2147483753" r:id="rId27"/>
    <p:sldLayoutId id="2147483763" r:id="rId28"/>
    <p:sldLayoutId id="2147483729" r:id="rId29"/>
    <p:sldLayoutId id="2147483760" r:id="rId30"/>
    <p:sldLayoutId id="2147483764" r:id="rId31"/>
    <p:sldLayoutId id="2147483745" r:id="rId32"/>
    <p:sldLayoutId id="2147483780" r:id="rId33"/>
    <p:sldLayoutId id="2147483744" r:id="rId34"/>
    <p:sldLayoutId id="214748375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3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39A39-08BC-4F2F-94A3-F43AAEEFAE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Prime Array Fusing Methodology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C251E7-64BD-4CA9-A558-01E5C65E1F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Joseph</a:t>
            </a: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34">
            <a:extLst>
              <a:ext uri="{FF2B5EF4-FFF2-40B4-BE49-F238E27FC236}">
                <a16:creationId xmlns:a16="http://schemas.microsoft.com/office/drawing/2014/main" id="{3703EBA3-1780-461E-9338-CEEF6228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029" y="245750"/>
            <a:ext cx="2668403" cy="66176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DFC77FA-73C1-4F7C-AFB4-41F47D5A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92" y="236728"/>
            <a:ext cx="11010816" cy="952499"/>
          </a:xfrm>
        </p:spPr>
        <p:txBody>
          <a:bodyPr/>
          <a:lstStyle/>
          <a:p>
            <a:r>
              <a:rPr lang="en-US" dirty="0"/>
              <a:t>Array Fusing Test Method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ED72A5-9853-4324-8EA8-9111F3426476}"/>
              </a:ext>
            </a:extLst>
          </p:cNvPr>
          <p:cNvSpPr/>
          <p:nvPr/>
        </p:nvSpPr>
        <p:spPr>
          <a:xfrm>
            <a:off x="480025" y="979348"/>
            <a:ext cx="1612805" cy="522129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Get </a:t>
            </a: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previous solution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from DFF or Default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23573E-580A-4AC9-AC31-85DA68C8974A}"/>
              </a:ext>
            </a:extLst>
          </p:cNvPr>
          <p:cNvSpPr/>
          <p:nvPr/>
        </p:nvSpPr>
        <p:spPr>
          <a:xfrm>
            <a:off x="480025" y="3334924"/>
            <a:ext cx="1555655" cy="52212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Find Repair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Solution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B8DB0C-70B1-4715-AD95-5204A906400B}"/>
              </a:ext>
            </a:extLst>
          </p:cNvPr>
          <p:cNvSpPr/>
          <p:nvPr/>
        </p:nvSpPr>
        <p:spPr>
          <a:xfrm>
            <a:off x="480025" y="4512712"/>
            <a:ext cx="1555655" cy="52212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Apply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FuseOverride</a:t>
            </a:r>
            <a:endParaRPr lang="en-US" sz="120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1B52CC77-8AC4-4C08-A009-6DBC66FC24F6}"/>
              </a:ext>
            </a:extLst>
          </p:cNvPr>
          <p:cNvSpPr/>
          <p:nvPr/>
        </p:nvSpPr>
        <p:spPr>
          <a:xfrm>
            <a:off x="8722016" y="138889"/>
            <a:ext cx="557350" cy="625435"/>
          </a:xfrm>
          <a:prstGeom prst="foldedCorner">
            <a:avLst>
              <a:gd name="adj" fmla="val 26562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json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314AB40-213B-443A-8265-B859D58F70A6}"/>
              </a:ext>
            </a:extLst>
          </p:cNvPr>
          <p:cNvSpPr/>
          <p:nvPr/>
        </p:nvSpPr>
        <p:spPr>
          <a:xfrm rot="5400000">
            <a:off x="1116275" y="1661465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EFA4238-21E2-4B21-8A33-B41D6FEEC323}"/>
              </a:ext>
            </a:extLst>
          </p:cNvPr>
          <p:cNvSpPr/>
          <p:nvPr/>
        </p:nvSpPr>
        <p:spPr>
          <a:xfrm>
            <a:off x="3142392" y="979348"/>
            <a:ext cx="928787" cy="522129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From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DFF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218ACA4-A66B-4CAC-BE4C-6625917B36C2}"/>
              </a:ext>
            </a:extLst>
          </p:cNvPr>
          <p:cNvSpPr/>
          <p:nvPr/>
        </p:nvSpPr>
        <p:spPr>
          <a:xfrm>
            <a:off x="480025" y="2157136"/>
            <a:ext cx="1555655" cy="52212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Apply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FuseOverride</a:t>
            </a:r>
            <a:endParaRPr lang="en-US" sz="120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AFAFD5-0B83-46FD-A9B2-84D1B06CD187}"/>
              </a:ext>
            </a:extLst>
          </p:cNvPr>
          <p:cNvSpPr txBox="1"/>
          <p:nvPr/>
        </p:nvSpPr>
        <p:spPr>
          <a:xfrm>
            <a:off x="5684572" y="920157"/>
            <a:ext cx="1038746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0x09200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0851E6-6316-42EB-90AB-661743B82A0A}"/>
              </a:ext>
            </a:extLst>
          </p:cNvPr>
          <p:cNvSpPr txBox="1"/>
          <p:nvPr/>
        </p:nvSpPr>
        <p:spPr>
          <a:xfrm>
            <a:off x="5684572" y="1302928"/>
            <a:ext cx="1038746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0x24920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C28DBC-BFCC-4575-BEFE-C435A004A1A0}"/>
              </a:ext>
            </a:extLst>
          </p:cNvPr>
          <p:cNvSpPr txBox="1"/>
          <p:nvPr/>
        </p:nvSpPr>
        <p:spPr>
          <a:xfrm>
            <a:off x="4363193" y="1295802"/>
            <a:ext cx="109645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FF00"/>
                </a:solidFill>
              </a:rPr>
              <a:t>d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ff_fuse2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A756C5-AAB8-438E-A450-B25C7359DAFF}"/>
              </a:ext>
            </a:extLst>
          </p:cNvPr>
          <p:cNvSpPr txBox="1"/>
          <p:nvPr/>
        </p:nvSpPr>
        <p:spPr>
          <a:xfrm>
            <a:off x="4383375" y="912280"/>
            <a:ext cx="109645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C000"/>
                </a:solidFill>
              </a:rPr>
              <a:t>dff_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fuse1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B7C6BCF-DEC5-4C46-B1BB-F38BE37B644F}"/>
              </a:ext>
            </a:extLst>
          </p:cNvPr>
          <p:cNvSpPr/>
          <p:nvPr/>
        </p:nvSpPr>
        <p:spPr>
          <a:xfrm>
            <a:off x="480025" y="5690501"/>
            <a:ext cx="1612805" cy="522129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Set Solution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 to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DFF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78CD422A-F44F-4185-A5C5-C653615892F1}"/>
              </a:ext>
            </a:extLst>
          </p:cNvPr>
          <p:cNvSpPr/>
          <p:nvPr/>
        </p:nvSpPr>
        <p:spPr>
          <a:xfrm rot="5400000">
            <a:off x="1119271" y="2839253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3B1F849C-11FD-4B78-941F-6C8BDA95D186}"/>
              </a:ext>
            </a:extLst>
          </p:cNvPr>
          <p:cNvSpPr/>
          <p:nvPr/>
        </p:nvSpPr>
        <p:spPr>
          <a:xfrm rot="5400000">
            <a:off x="1110034" y="4013080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B15F3B7-9045-41D4-9738-6145AFD0A03D}"/>
              </a:ext>
            </a:extLst>
          </p:cNvPr>
          <p:cNvSpPr/>
          <p:nvPr/>
        </p:nvSpPr>
        <p:spPr>
          <a:xfrm rot="5400000">
            <a:off x="1110034" y="5191677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DDEF2C-6C1F-4DC1-99AD-EEE05D3E1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42" y="3662056"/>
            <a:ext cx="805889" cy="46596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0D0B9CA-5879-4DFA-BD81-DE48C7A2DAA1}"/>
              </a:ext>
            </a:extLst>
          </p:cNvPr>
          <p:cNvSpPr txBox="1"/>
          <p:nvPr/>
        </p:nvSpPr>
        <p:spPr>
          <a:xfrm>
            <a:off x="2640838" y="2033386"/>
            <a:ext cx="64280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fuse1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6857EE-CED8-4917-AD86-B4CC59249A00}"/>
              </a:ext>
            </a:extLst>
          </p:cNvPr>
          <p:cNvSpPr txBox="1"/>
          <p:nvPr/>
        </p:nvSpPr>
        <p:spPr>
          <a:xfrm>
            <a:off x="3521622" y="2036974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FFC000"/>
                </a:solidFill>
              </a:rPr>
              <a:t>0000_1001_0010_0000_0000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2288A1-F4FE-4200-AE70-B9B2CD3B95B3}"/>
              </a:ext>
            </a:extLst>
          </p:cNvPr>
          <p:cNvSpPr txBox="1"/>
          <p:nvPr/>
        </p:nvSpPr>
        <p:spPr>
          <a:xfrm>
            <a:off x="2636129" y="2442731"/>
            <a:ext cx="64280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fuse2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64430A-3DDE-4D25-BFDB-9CBDA03BA299}"/>
              </a:ext>
            </a:extLst>
          </p:cNvPr>
          <p:cNvSpPr txBox="1"/>
          <p:nvPr/>
        </p:nvSpPr>
        <p:spPr>
          <a:xfrm>
            <a:off x="3514127" y="2449505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0010_0100_1001_0010_0000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A2FEFBE-CA68-4EF2-8970-E9CABBD2F636}"/>
              </a:ext>
            </a:extLst>
          </p:cNvPr>
          <p:cNvGrpSpPr/>
          <p:nvPr/>
        </p:nvGrpSpPr>
        <p:grpSpPr>
          <a:xfrm>
            <a:off x="-133457" y="1554629"/>
            <a:ext cx="1029360" cy="522130"/>
            <a:chOff x="3635004" y="3534028"/>
            <a:chExt cx="1414893" cy="545986"/>
          </a:xfrm>
        </p:grpSpPr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F67C7FF3-102E-4978-ABC3-673E5913AF55}"/>
                </a:ext>
              </a:extLst>
            </p:cNvPr>
            <p:cNvSpPr/>
            <p:nvPr/>
          </p:nvSpPr>
          <p:spPr>
            <a:xfrm>
              <a:off x="3832377" y="3534028"/>
              <a:ext cx="998242" cy="524773"/>
            </a:xfrm>
            <a:prstGeom prst="flowChartMagneticDisk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6633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5D0EA6D-B685-4005-A5A8-366E83525227}"/>
                </a:ext>
              </a:extLst>
            </p:cNvPr>
            <p:cNvSpPr txBox="1"/>
            <p:nvPr/>
          </p:nvSpPr>
          <p:spPr>
            <a:xfrm>
              <a:off x="3635004" y="3649127"/>
              <a:ext cx="1414893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Previous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 solutions</a:t>
              </a:r>
            </a:p>
          </p:txBody>
        </p:sp>
      </p:grpSp>
      <p:sp>
        <p:nvSpPr>
          <p:cNvPr id="62" name="Arrow: Bent 61">
            <a:extLst>
              <a:ext uri="{FF2B5EF4-FFF2-40B4-BE49-F238E27FC236}">
                <a16:creationId xmlns:a16="http://schemas.microsoft.com/office/drawing/2014/main" id="{3FA7F484-055F-420F-BAED-BF75E1E2147B}"/>
              </a:ext>
            </a:extLst>
          </p:cNvPr>
          <p:cNvSpPr/>
          <p:nvPr/>
        </p:nvSpPr>
        <p:spPr>
          <a:xfrm rot="16200000" flipH="1">
            <a:off x="109471" y="1196329"/>
            <a:ext cx="331621" cy="278675"/>
          </a:xfrm>
          <a:prstGeom prst="ben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tx1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3" name="Arrow: Bent 62">
            <a:extLst>
              <a:ext uri="{FF2B5EF4-FFF2-40B4-BE49-F238E27FC236}">
                <a16:creationId xmlns:a16="http://schemas.microsoft.com/office/drawing/2014/main" id="{23DFB0F4-E3BD-40D2-8EB5-A0F63B3F5851}"/>
              </a:ext>
            </a:extLst>
          </p:cNvPr>
          <p:cNvSpPr/>
          <p:nvPr/>
        </p:nvSpPr>
        <p:spPr>
          <a:xfrm rot="10800000" flipH="1">
            <a:off x="207061" y="2138319"/>
            <a:ext cx="370555" cy="1523736"/>
          </a:xfrm>
          <a:prstGeom prst="ben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tx1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E4D27B-8666-466D-8AAF-383D49B49578}"/>
              </a:ext>
            </a:extLst>
          </p:cNvPr>
          <p:cNvSpPr txBox="1"/>
          <p:nvPr/>
        </p:nvSpPr>
        <p:spPr>
          <a:xfrm>
            <a:off x="7457304" y="2038449"/>
            <a:ext cx="210153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Resource1_A = 24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A949F5-53E2-4CD1-BC9C-E08681B302E2}"/>
              </a:ext>
            </a:extLst>
          </p:cNvPr>
          <p:cNvSpPr txBox="1"/>
          <p:nvPr/>
        </p:nvSpPr>
        <p:spPr>
          <a:xfrm>
            <a:off x="2825253" y="3471441"/>
            <a:ext cx="107721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CC66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Id: 2 = 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5A7EA2-2E32-4251-88AF-8BB04325D29F}"/>
              </a:ext>
            </a:extLst>
          </p:cNvPr>
          <p:cNvSpPr txBox="1"/>
          <p:nvPr/>
        </p:nvSpPr>
        <p:spPr>
          <a:xfrm>
            <a:off x="7273164" y="2460350"/>
            <a:ext cx="209672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Resource2_C = </a:t>
            </a:r>
            <a:r>
              <a:rPr lang="en-US" sz="2000" dirty="0">
                <a:solidFill>
                  <a:srgbClr val="FFFF00"/>
                </a:solidFill>
              </a:rPr>
              <a:t>30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DEFB33-9935-41A5-B006-F4173C9AD385}"/>
              </a:ext>
            </a:extLst>
          </p:cNvPr>
          <p:cNvSpPr txBox="1"/>
          <p:nvPr/>
        </p:nvSpPr>
        <p:spPr>
          <a:xfrm>
            <a:off x="3521622" y="2036974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strike="sngStrike" dirty="0">
                <a:solidFill>
                  <a:srgbClr val="FFC000"/>
                </a:solidFill>
              </a:rPr>
              <a:t>00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_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1_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1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_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_0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0F93D24-9AEA-452A-A26F-E6BEA25194D0}"/>
              </a:ext>
            </a:extLst>
          </p:cNvPr>
          <p:cNvGrpSpPr/>
          <p:nvPr/>
        </p:nvGrpSpPr>
        <p:grpSpPr>
          <a:xfrm>
            <a:off x="7792474" y="810445"/>
            <a:ext cx="1029360" cy="522130"/>
            <a:chOff x="3635004" y="3534028"/>
            <a:chExt cx="1414893" cy="545986"/>
          </a:xfrm>
        </p:grpSpPr>
        <p:sp>
          <p:nvSpPr>
            <p:cNvPr id="73" name="Flowchart: Magnetic Disk 72">
              <a:extLst>
                <a:ext uri="{FF2B5EF4-FFF2-40B4-BE49-F238E27FC236}">
                  <a16:creationId xmlns:a16="http://schemas.microsoft.com/office/drawing/2014/main" id="{48394403-E2E6-41FD-AA0D-827A02D82692}"/>
                </a:ext>
              </a:extLst>
            </p:cNvPr>
            <p:cNvSpPr/>
            <p:nvPr/>
          </p:nvSpPr>
          <p:spPr>
            <a:xfrm>
              <a:off x="3832377" y="3534028"/>
              <a:ext cx="998242" cy="524773"/>
            </a:xfrm>
            <a:prstGeom prst="flowChartMagneticDisk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6633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B6325E5-86D8-4260-BFC6-DF3347F6CE92}"/>
                </a:ext>
              </a:extLst>
            </p:cNvPr>
            <p:cNvSpPr txBox="1"/>
            <p:nvPr/>
          </p:nvSpPr>
          <p:spPr>
            <a:xfrm>
              <a:off x="3635004" y="3649127"/>
              <a:ext cx="1414893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Previous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 solutions</a:t>
              </a:r>
            </a:p>
          </p:txBody>
        </p:sp>
      </p:grp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87F01627-1E11-471C-95A1-5585A87FBC70}"/>
              </a:ext>
            </a:extLst>
          </p:cNvPr>
          <p:cNvSpPr/>
          <p:nvPr/>
        </p:nvSpPr>
        <p:spPr>
          <a:xfrm rot="16200000">
            <a:off x="8252494" y="1668815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79C2C2-8D6E-46D5-AFBC-A42902773619}"/>
              </a:ext>
            </a:extLst>
          </p:cNvPr>
          <p:cNvSpPr txBox="1"/>
          <p:nvPr/>
        </p:nvSpPr>
        <p:spPr>
          <a:xfrm>
            <a:off x="3521622" y="2036974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strike="sngStrike" dirty="0">
                <a:solidFill>
                  <a:srgbClr val="FFC000"/>
                </a:solidFill>
              </a:rPr>
              <a:t>00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  <a:r>
              <a:rPr lang="en-US" sz="2000" dirty="0">
                <a:solidFill>
                  <a:srgbClr val="FF0000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_</a:t>
            </a:r>
            <a:r>
              <a:rPr lang="en-US" sz="2000" dirty="0">
                <a:solidFill>
                  <a:schemeClr val="bg2"/>
                </a:solidFill>
              </a:rPr>
              <a:t>10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  <a:r>
              <a:rPr lang="en-US" sz="2000" dirty="0">
                <a:solidFill>
                  <a:schemeClr val="bg2"/>
                </a:solidFill>
              </a:rPr>
              <a:t>1</a:t>
            </a:r>
            <a:r>
              <a:rPr lang="en-US" sz="2000" dirty="0">
                <a:solidFill>
                  <a:srgbClr val="FFC000"/>
                </a:solidFill>
              </a:rPr>
              <a:t>_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  <a:r>
              <a:rPr lang="en-US" sz="2000" dirty="0">
                <a:solidFill>
                  <a:schemeClr val="bg2"/>
                </a:solidFill>
              </a:rPr>
              <a:t>10</a:t>
            </a:r>
            <a:r>
              <a:rPr lang="en-US" sz="2000" dirty="0">
                <a:solidFill>
                  <a:srgbClr val="FFC000"/>
                </a:solidFill>
              </a:rPr>
              <a:t>_0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0_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D4F8019-9A67-4407-885E-1B520F45BA21}"/>
              </a:ext>
            </a:extLst>
          </p:cNvPr>
          <p:cNvSpPr txBox="1"/>
          <p:nvPr/>
        </p:nvSpPr>
        <p:spPr>
          <a:xfrm>
            <a:off x="3521622" y="2036974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strike="sngStrike" dirty="0">
                <a:solidFill>
                  <a:srgbClr val="FFC000"/>
                </a:solidFill>
              </a:rPr>
              <a:t>00</a:t>
            </a:r>
            <a:r>
              <a:rPr lang="en-US" sz="2000" dirty="0">
                <a:solidFill>
                  <a:srgbClr val="FF0000"/>
                </a:solidFill>
              </a:rPr>
              <a:t>0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_</a:t>
            </a:r>
            <a:r>
              <a:rPr lang="en-US" sz="2000" dirty="0">
                <a:solidFill>
                  <a:schemeClr val="bg2"/>
                </a:solidFill>
              </a:rPr>
              <a:t>1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  <a:r>
              <a:rPr lang="en-US" sz="2000" dirty="0">
                <a:solidFill>
                  <a:schemeClr val="bg2"/>
                </a:solidFill>
              </a:rPr>
              <a:t>01</a:t>
            </a:r>
            <a:r>
              <a:rPr lang="en-US" sz="2000" dirty="0">
                <a:solidFill>
                  <a:srgbClr val="FFC000"/>
                </a:solidFill>
              </a:rPr>
              <a:t>_0</a:t>
            </a:r>
            <a:r>
              <a:rPr lang="en-US" sz="2000" dirty="0">
                <a:solidFill>
                  <a:schemeClr val="bg2"/>
                </a:solidFill>
              </a:rPr>
              <a:t>01</a:t>
            </a:r>
            <a:r>
              <a:rPr lang="en-US" sz="2000" dirty="0">
                <a:solidFill>
                  <a:srgbClr val="FFC000"/>
                </a:solidFill>
              </a:rPr>
              <a:t>0_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_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  <a:r>
              <a:rPr lang="en-US" sz="2000" dirty="0">
                <a:solidFill>
                  <a:schemeClr val="bg2"/>
                </a:solidFill>
              </a:rPr>
              <a:t>00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1E4AF8C0-D737-4FF8-94F3-63934B4E4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487" y="-32669"/>
            <a:ext cx="2746513" cy="461379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53D587E1-A5C7-43F2-B609-B58285E3FFF7}"/>
              </a:ext>
            </a:extLst>
          </p:cNvPr>
          <p:cNvSpPr txBox="1"/>
          <p:nvPr/>
        </p:nvSpPr>
        <p:spPr>
          <a:xfrm>
            <a:off x="3514127" y="2449505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sng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lang="en-US" sz="2000" dirty="0">
                <a:solidFill>
                  <a:schemeClr val="bg2"/>
                </a:solidFill>
              </a:rPr>
              <a:t>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</a:t>
            </a:r>
            <a:r>
              <a:rPr lang="en-US" sz="2000" dirty="0">
                <a:solidFill>
                  <a:srgbClr val="FF0000"/>
                </a:solidFill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_0</a:t>
            </a:r>
            <a:r>
              <a:rPr lang="en-US" sz="2000" dirty="0">
                <a:solidFill>
                  <a:schemeClr val="bg2"/>
                </a:solidFill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842C1F7-0ADB-45FC-BC38-1BD904E58D35}"/>
              </a:ext>
            </a:extLst>
          </p:cNvPr>
          <p:cNvSpPr/>
          <p:nvPr/>
        </p:nvSpPr>
        <p:spPr>
          <a:xfrm>
            <a:off x="10039148" y="1973963"/>
            <a:ext cx="1884355" cy="802820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96C99D-0AA5-4404-9EEB-33752909FC07}"/>
              </a:ext>
            </a:extLst>
          </p:cNvPr>
          <p:cNvSpPr txBox="1"/>
          <p:nvPr/>
        </p:nvSpPr>
        <p:spPr>
          <a:xfrm>
            <a:off x="3521622" y="2036974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strike="sngStrike" dirty="0">
                <a:solidFill>
                  <a:srgbClr val="FFC000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00_1001_0010_0000_0000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4C61183-1E63-4EE4-BF73-2666D86D4537}"/>
              </a:ext>
            </a:extLst>
          </p:cNvPr>
          <p:cNvSpPr/>
          <p:nvPr/>
        </p:nvSpPr>
        <p:spPr>
          <a:xfrm>
            <a:off x="9976302" y="4372366"/>
            <a:ext cx="1884355" cy="802820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37DE42A-7025-480C-BEB3-46503548033B}"/>
              </a:ext>
            </a:extLst>
          </p:cNvPr>
          <p:cNvSpPr txBox="1"/>
          <p:nvPr/>
        </p:nvSpPr>
        <p:spPr>
          <a:xfrm>
            <a:off x="2631691" y="4408442"/>
            <a:ext cx="64280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fuse1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6CEBE9-2DD8-4D39-9059-5AFDD041BC6D}"/>
              </a:ext>
            </a:extLst>
          </p:cNvPr>
          <p:cNvSpPr txBox="1"/>
          <p:nvPr/>
        </p:nvSpPr>
        <p:spPr>
          <a:xfrm>
            <a:off x="3527132" y="4412562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strike="sngStrike" dirty="0">
                <a:solidFill>
                  <a:srgbClr val="FFC000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00_1001_0010_0000_0000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109D6F-A849-4697-AF66-D18EFA815336}"/>
              </a:ext>
            </a:extLst>
          </p:cNvPr>
          <p:cNvSpPr txBox="1"/>
          <p:nvPr/>
        </p:nvSpPr>
        <p:spPr>
          <a:xfrm>
            <a:off x="2636129" y="4809876"/>
            <a:ext cx="64280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fuse2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02A6C3-BDD4-469E-AD7A-91693714CFC6}"/>
              </a:ext>
            </a:extLst>
          </p:cNvPr>
          <p:cNvSpPr txBox="1"/>
          <p:nvPr/>
        </p:nvSpPr>
        <p:spPr>
          <a:xfrm>
            <a:off x="3521934" y="4816297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sng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00_0100_1001_0010_0100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2F0127-C171-4E4C-9F98-5700121F8C60}"/>
              </a:ext>
            </a:extLst>
          </p:cNvPr>
          <p:cNvSpPr txBox="1"/>
          <p:nvPr/>
        </p:nvSpPr>
        <p:spPr>
          <a:xfrm>
            <a:off x="3530549" y="4406058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strike="sngStrike" dirty="0">
                <a:solidFill>
                  <a:srgbClr val="FFC000"/>
                </a:solidFill>
              </a:rPr>
              <a:t>00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>
                <a:solidFill>
                  <a:srgbClr val="FFC000"/>
                </a:solidFill>
              </a:rPr>
              <a:t>_10</a:t>
            </a:r>
            <a:r>
              <a:rPr lang="en-US" sz="2000" dirty="0">
                <a:solidFill>
                  <a:srgbClr val="CC66FF"/>
                </a:solidFill>
              </a:rPr>
              <a:t>1</a:t>
            </a:r>
            <a:r>
              <a:rPr lang="en-US" sz="2000" dirty="0">
                <a:solidFill>
                  <a:srgbClr val="FFC000"/>
                </a:solidFill>
              </a:rPr>
              <a:t>1_0</a:t>
            </a:r>
            <a:r>
              <a:rPr lang="en-US" sz="2000" dirty="0">
                <a:solidFill>
                  <a:srgbClr val="CC66FF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10_</a:t>
            </a:r>
            <a:r>
              <a:rPr lang="en-US" sz="2000" dirty="0">
                <a:solidFill>
                  <a:srgbClr val="CC66FF"/>
                </a:solidFill>
              </a:rPr>
              <a:t>1</a:t>
            </a:r>
            <a:r>
              <a:rPr lang="en-US" sz="2000" dirty="0">
                <a:solidFill>
                  <a:srgbClr val="FFC000"/>
                </a:solidFill>
              </a:rPr>
              <a:t>00</a:t>
            </a:r>
            <a:r>
              <a:rPr lang="en-US" sz="2000" dirty="0">
                <a:solidFill>
                  <a:srgbClr val="CC66FF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_00</a:t>
            </a:r>
            <a:r>
              <a:rPr lang="en-US" sz="2000" dirty="0">
                <a:solidFill>
                  <a:srgbClr val="CC66FF"/>
                </a:solidFill>
              </a:rPr>
              <a:t>0</a:t>
            </a:r>
            <a:r>
              <a:rPr lang="en-US" sz="2000" dirty="0">
                <a:solidFill>
                  <a:srgbClr val="FFC000"/>
                </a:solidFill>
              </a:rPr>
              <a:t>0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6F904DCF-09D3-471B-A0EF-D55FFF11E48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48"/>
          <a:stretch/>
        </p:blipFill>
        <p:spPr>
          <a:xfrm>
            <a:off x="7450809" y="2966017"/>
            <a:ext cx="1935058" cy="3891984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F3D1378-267C-46BB-A2BA-1588C7A97E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78" y="2724214"/>
            <a:ext cx="2168120" cy="351946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4177FF89-1300-4AD7-BA4C-F18651438237}"/>
              </a:ext>
            </a:extLst>
          </p:cNvPr>
          <p:cNvSpPr txBox="1"/>
          <p:nvPr/>
        </p:nvSpPr>
        <p:spPr>
          <a:xfrm>
            <a:off x="7923086" y="1356922"/>
            <a:ext cx="1014701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Id: 1= 24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A3688FF-9832-4BF7-A134-5C0E2DB14FDC}"/>
              </a:ext>
            </a:extLst>
          </p:cNvPr>
          <p:cNvSpPr txBox="1"/>
          <p:nvPr/>
        </p:nvSpPr>
        <p:spPr>
          <a:xfrm>
            <a:off x="7320130" y="489676"/>
            <a:ext cx="107721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Id: 6 = </a:t>
            </a:r>
            <a:r>
              <a:rPr lang="en-US" sz="2000" dirty="0">
                <a:solidFill>
                  <a:srgbClr val="FFFF00"/>
                </a:solidFill>
              </a:rPr>
              <a:t>30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17C614D-983E-438F-A5D4-421CDDF0731B}"/>
              </a:ext>
            </a:extLst>
          </p:cNvPr>
          <p:cNvSpPr txBox="1"/>
          <p:nvPr/>
        </p:nvSpPr>
        <p:spPr>
          <a:xfrm>
            <a:off x="4278240" y="3471439"/>
            <a:ext cx="261289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CC66FF"/>
                </a:solidFill>
              </a:rPr>
              <a:t>Resource1_B = 10100 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CC66FF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7D76238-8CA2-4EA0-B792-51C5476B6ACC}"/>
              </a:ext>
            </a:extLst>
          </p:cNvPr>
          <p:cNvGrpSpPr/>
          <p:nvPr/>
        </p:nvGrpSpPr>
        <p:grpSpPr>
          <a:xfrm>
            <a:off x="4644003" y="3779216"/>
            <a:ext cx="2158375" cy="672053"/>
            <a:chOff x="4644003" y="3779216"/>
            <a:chExt cx="2158375" cy="672053"/>
          </a:xfrm>
        </p:grpSpPr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55750281-EE23-432B-B756-8D3D8C347A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4003" y="3779218"/>
              <a:ext cx="1371787" cy="6374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9BCAB4D-BF20-425A-B31F-2306205EF0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6277" y="3779218"/>
              <a:ext cx="1080144" cy="6640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56664E8C-3F3E-48D5-8567-A6F70238C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2363" y="3779216"/>
              <a:ext cx="626459" cy="6333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BF99E08B-9787-4563-B4BB-B5F1CC78F7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5200" y="3779216"/>
              <a:ext cx="296022" cy="629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F020B0E6-CBA4-4AEE-A00F-D79D7CDF5A38}"/>
                </a:ext>
              </a:extLst>
            </p:cNvPr>
            <p:cNvCxnSpPr>
              <a:cxnSpLocks/>
            </p:cNvCxnSpPr>
            <p:nvPr/>
          </p:nvCxnSpPr>
          <p:spPr>
            <a:xfrm>
              <a:off x="6713622" y="3779218"/>
              <a:ext cx="88756" cy="672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147A1896-B61F-4427-8935-614B263DE831}"/>
              </a:ext>
            </a:extLst>
          </p:cNvPr>
          <p:cNvSpPr txBox="1"/>
          <p:nvPr/>
        </p:nvSpPr>
        <p:spPr>
          <a:xfrm>
            <a:off x="3929051" y="5594077"/>
            <a:ext cx="104515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0x1B280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8C0FF1F-5EBA-4377-B4CE-A10811FBC74D}"/>
              </a:ext>
            </a:extLst>
          </p:cNvPr>
          <p:cNvSpPr txBox="1"/>
          <p:nvPr/>
        </p:nvSpPr>
        <p:spPr>
          <a:xfrm>
            <a:off x="3929051" y="5976848"/>
            <a:ext cx="1038746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0x24920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93076FE-BFD7-493F-8C24-A881BD4721D9}"/>
              </a:ext>
            </a:extLst>
          </p:cNvPr>
          <p:cNvSpPr txBox="1"/>
          <p:nvPr/>
        </p:nvSpPr>
        <p:spPr>
          <a:xfrm>
            <a:off x="2607672" y="5969722"/>
            <a:ext cx="109645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FF00"/>
                </a:solidFill>
              </a:rPr>
              <a:t>d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ff_fuse2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3464385-12C5-4E72-9BCB-CAEF13948321}"/>
              </a:ext>
            </a:extLst>
          </p:cNvPr>
          <p:cNvSpPr txBox="1"/>
          <p:nvPr/>
        </p:nvSpPr>
        <p:spPr>
          <a:xfrm>
            <a:off x="2627854" y="5586200"/>
            <a:ext cx="109645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C000"/>
                </a:solidFill>
              </a:rPr>
              <a:t>dff_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fuse1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AC882-428D-4B77-ADED-CE31DE3F4393}"/>
              </a:ext>
            </a:extLst>
          </p:cNvPr>
          <p:cNvSpPr txBox="1"/>
          <p:nvPr/>
        </p:nvSpPr>
        <p:spPr>
          <a:xfrm>
            <a:off x="6900162" y="1779474"/>
            <a:ext cx="12824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B475EA-AA31-45C9-A351-95D220EEA05C}"/>
              </a:ext>
            </a:extLst>
          </p:cNvPr>
          <p:cNvSpPr txBox="1"/>
          <p:nvPr/>
        </p:nvSpPr>
        <p:spPr>
          <a:xfrm>
            <a:off x="6439427" y="1779474"/>
            <a:ext cx="12824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E8EDD8-7DA0-4E6C-8462-DEDA0F870761}"/>
              </a:ext>
            </a:extLst>
          </p:cNvPr>
          <p:cNvSpPr txBox="1"/>
          <p:nvPr/>
        </p:nvSpPr>
        <p:spPr>
          <a:xfrm>
            <a:off x="5835384" y="1779474"/>
            <a:ext cx="12824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27CEF9-E322-4575-873A-F0058EB1AEAF}"/>
              </a:ext>
            </a:extLst>
          </p:cNvPr>
          <p:cNvSpPr txBox="1"/>
          <p:nvPr/>
        </p:nvSpPr>
        <p:spPr>
          <a:xfrm>
            <a:off x="5289154" y="1779474"/>
            <a:ext cx="12824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920C4E-218C-4163-8EBB-02B6F4AA9B1A}"/>
              </a:ext>
            </a:extLst>
          </p:cNvPr>
          <p:cNvSpPr txBox="1"/>
          <p:nvPr/>
        </p:nvSpPr>
        <p:spPr>
          <a:xfrm>
            <a:off x="4638936" y="1779474"/>
            <a:ext cx="25648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12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45F8A5-451E-4E74-89A7-D43AF6F378D5}"/>
              </a:ext>
            </a:extLst>
          </p:cNvPr>
          <p:cNvSpPr txBox="1"/>
          <p:nvPr/>
        </p:nvSpPr>
        <p:spPr>
          <a:xfrm>
            <a:off x="4180118" y="1779474"/>
            <a:ext cx="25648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15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60DB30-BE02-40BD-85DC-ADECDF882DA3}"/>
              </a:ext>
            </a:extLst>
          </p:cNvPr>
          <p:cNvSpPr txBox="1"/>
          <p:nvPr/>
        </p:nvSpPr>
        <p:spPr>
          <a:xfrm>
            <a:off x="7218807" y="1770436"/>
            <a:ext cx="1495602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11000 =&gt; 24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2BB8E5F-3B17-489F-AE2D-EC008E9A7206}"/>
              </a:ext>
            </a:extLst>
          </p:cNvPr>
          <p:cNvSpPr txBox="1"/>
          <p:nvPr/>
        </p:nvSpPr>
        <p:spPr>
          <a:xfrm>
            <a:off x="6593274" y="2250223"/>
            <a:ext cx="12824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CCA1A3-A6C6-4CB0-B4B5-38485693DCBF}"/>
              </a:ext>
            </a:extLst>
          </p:cNvPr>
          <p:cNvSpPr txBox="1"/>
          <p:nvPr/>
        </p:nvSpPr>
        <p:spPr>
          <a:xfrm>
            <a:off x="6015789" y="2258629"/>
            <a:ext cx="12824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7AFEFB9-8D89-46D0-8AFD-7B6192A7A91C}"/>
              </a:ext>
            </a:extLst>
          </p:cNvPr>
          <p:cNvSpPr txBox="1"/>
          <p:nvPr/>
        </p:nvSpPr>
        <p:spPr>
          <a:xfrm>
            <a:off x="5451496" y="2250223"/>
            <a:ext cx="12824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79013F2-DB56-4A15-8ED1-E95D0162FE73}"/>
              </a:ext>
            </a:extLst>
          </p:cNvPr>
          <p:cNvSpPr txBox="1"/>
          <p:nvPr/>
        </p:nvSpPr>
        <p:spPr>
          <a:xfrm>
            <a:off x="4895629" y="2261836"/>
            <a:ext cx="25648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919417F-5419-4B94-853C-24F2F8D48A72}"/>
              </a:ext>
            </a:extLst>
          </p:cNvPr>
          <p:cNvSpPr txBox="1"/>
          <p:nvPr/>
        </p:nvSpPr>
        <p:spPr>
          <a:xfrm>
            <a:off x="4332048" y="2250223"/>
            <a:ext cx="25648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14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0478B04-B3E8-48A7-A34F-BA2C7B1B78F6}"/>
              </a:ext>
            </a:extLst>
          </p:cNvPr>
          <p:cNvSpPr txBox="1"/>
          <p:nvPr/>
        </p:nvSpPr>
        <p:spPr>
          <a:xfrm>
            <a:off x="3719230" y="2250223"/>
            <a:ext cx="25648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17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53D8517-2544-4859-A15F-9DB5073248BA}"/>
              </a:ext>
            </a:extLst>
          </p:cNvPr>
          <p:cNvSpPr txBox="1"/>
          <p:nvPr/>
        </p:nvSpPr>
        <p:spPr>
          <a:xfrm>
            <a:off x="3514127" y="2449505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sng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B0972B8-3973-4F68-9086-CE1F26841C02}"/>
              </a:ext>
            </a:extLst>
          </p:cNvPr>
          <p:cNvSpPr txBox="1"/>
          <p:nvPr/>
        </p:nvSpPr>
        <p:spPr>
          <a:xfrm>
            <a:off x="3514127" y="2449505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sng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_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lang="en-US" sz="2000" dirty="0">
                <a:solidFill>
                  <a:srgbClr val="FFFF00"/>
                </a:solidFill>
              </a:rPr>
              <a:t>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44F6AE4-51A7-4202-9653-FE6E59D75FB3}"/>
              </a:ext>
            </a:extLst>
          </p:cNvPr>
          <p:cNvSpPr txBox="1"/>
          <p:nvPr/>
        </p:nvSpPr>
        <p:spPr>
          <a:xfrm>
            <a:off x="3514126" y="2448327"/>
            <a:ext cx="35586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sng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10_0100_1001_0010_0000</a:t>
            </a:r>
          </a:p>
        </p:txBody>
      </p:sp>
    </p:spTree>
    <p:extLst>
      <p:ext uri="{BB962C8B-B14F-4D97-AF65-F5344CB8AC3E}">
        <p14:creationId xmlns:p14="http://schemas.microsoft.com/office/powerpoint/2010/main" val="329907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7037E-6 L 0.00013 0.11713 " pathEditMode="relative" rAng="0" ptsTypes="AA">
                                      <p:cBhvr>
                                        <p:cTn id="136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11713 L 0.00013 0.23611 " pathEditMode="relative" rAng="0" ptsTypes="AA">
                                      <p:cBhvr>
                                        <p:cTn id="145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81481E-6 L 0.00013 0.11713 " pathEditMode="relative" rAng="0" ptsTypes="AA">
                                      <p:cBhvr>
                                        <p:cTn id="171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11713 L 0.00013 0.23612 " pathEditMode="relative" rAng="0" ptsTypes="AA">
                                      <p:cBhvr>
                                        <p:cTn id="180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500"/>
                            </p:stCondLst>
                            <p:childTnLst>
                              <p:par>
                                <p:cTn id="2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1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6" grpId="0" animBg="1"/>
      <p:bldP spid="2" grpId="0" animBg="1"/>
      <p:bldP spid="3" grpId="0" animBg="1"/>
      <p:bldP spid="30" grpId="0" animBg="1"/>
      <p:bldP spid="31" grpId="0" animBg="1"/>
      <p:bldP spid="40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 animBg="1"/>
      <p:bldP spid="52" grpId="0"/>
      <p:bldP spid="53" grpId="0"/>
      <p:bldP spid="54" grpId="0"/>
      <p:bldP spid="55" grpId="0"/>
      <p:bldP spid="62" grpId="0" animBg="1"/>
      <p:bldP spid="63" grpId="0" animBg="1"/>
      <p:bldP spid="64" grpId="0"/>
      <p:bldP spid="65" grpId="0"/>
      <p:bldP spid="66" grpId="0"/>
      <p:bldP spid="71" grpId="0"/>
      <p:bldP spid="75" grpId="0" animBg="1"/>
      <p:bldP spid="77" grpId="0"/>
      <p:bldP spid="79" grpId="0"/>
      <p:bldP spid="85" grpId="0"/>
      <p:bldP spid="87" grpId="0" animBg="1"/>
      <p:bldP spid="87" grpId="1" animBg="1"/>
      <p:bldP spid="87" grpId="2" animBg="1"/>
      <p:bldP spid="87" grpId="3" animBg="1"/>
      <p:bldP spid="92" grpId="0"/>
      <p:bldP spid="93" grpId="0" animBg="1"/>
      <p:bldP spid="93" grpId="1" animBg="1"/>
      <p:bldP spid="93" grpId="2" animBg="1"/>
      <p:bldP spid="93" grpId="3" animBg="1"/>
      <p:bldP spid="95" grpId="0"/>
      <p:bldP spid="96" grpId="0"/>
      <p:bldP spid="96" grpId="1"/>
      <p:bldP spid="99" grpId="0"/>
      <p:bldP spid="100" grpId="0"/>
      <p:bldP spid="101" grpId="0"/>
      <p:bldP spid="110" grpId="0"/>
      <p:bldP spid="111" grpId="0"/>
      <p:bldP spid="112" grpId="0"/>
      <p:bldP spid="129" grpId="0"/>
      <p:bldP spid="130" grpId="0"/>
      <p:bldP spid="131" grpId="0"/>
      <p:bldP spid="132" grpId="0"/>
      <p:bldP spid="4" grpId="0"/>
      <p:bldP spid="68" grpId="0"/>
      <p:bldP spid="69" grpId="0"/>
      <p:bldP spid="70" grpId="0"/>
      <p:bldP spid="76" grpId="0"/>
      <p:bldP spid="78" grpId="0"/>
      <p:bldP spid="80" grpId="0"/>
      <p:bldP spid="80" grpId="1"/>
      <p:bldP spid="81" grpId="0"/>
      <p:bldP spid="82" grpId="0"/>
      <p:bldP spid="88" grpId="0"/>
      <p:bldP spid="89" grpId="0"/>
      <p:bldP spid="90" grpId="0"/>
      <p:bldP spid="91" grpId="0"/>
      <p:bldP spid="84" grpId="0"/>
      <p:bldP spid="86" grpId="0"/>
      <p:bldP spid="9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FC77FA-73C1-4F7C-AFB4-41F47D5A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92" y="236728"/>
            <a:ext cx="11010816" cy="952499"/>
          </a:xfrm>
        </p:spPr>
        <p:txBody>
          <a:bodyPr/>
          <a:lstStyle/>
          <a:p>
            <a:r>
              <a:rPr lang="en-US" dirty="0"/>
              <a:t>Array Repair Test Method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ED72A5-9853-4324-8EA8-9111F3426476}"/>
              </a:ext>
            </a:extLst>
          </p:cNvPr>
          <p:cNvSpPr/>
          <p:nvPr/>
        </p:nvSpPr>
        <p:spPr>
          <a:xfrm>
            <a:off x="480025" y="979348"/>
            <a:ext cx="1612805" cy="522129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Get </a:t>
            </a: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previous solution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from DFF or Default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23573E-580A-4AC9-AC31-85DA68C8974A}"/>
              </a:ext>
            </a:extLst>
          </p:cNvPr>
          <p:cNvSpPr/>
          <p:nvPr/>
        </p:nvSpPr>
        <p:spPr>
          <a:xfrm>
            <a:off x="480025" y="3334924"/>
            <a:ext cx="1555655" cy="52212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Find Repair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Solution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B8DB0C-70B1-4715-AD95-5204A906400B}"/>
              </a:ext>
            </a:extLst>
          </p:cNvPr>
          <p:cNvSpPr/>
          <p:nvPr/>
        </p:nvSpPr>
        <p:spPr>
          <a:xfrm>
            <a:off x="480025" y="4512712"/>
            <a:ext cx="1555655" cy="52212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Apply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FuseOverride</a:t>
            </a:r>
            <a:endParaRPr lang="en-US" sz="120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314AB40-213B-443A-8265-B859D58F70A6}"/>
              </a:ext>
            </a:extLst>
          </p:cNvPr>
          <p:cNvSpPr/>
          <p:nvPr/>
        </p:nvSpPr>
        <p:spPr>
          <a:xfrm rot="5400000">
            <a:off x="1116275" y="1661465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218ACA4-A66B-4CAC-BE4C-6625917B36C2}"/>
              </a:ext>
            </a:extLst>
          </p:cNvPr>
          <p:cNvSpPr/>
          <p:nvPr/>
        </p:nvSpPr>
        <p:spPr>
          <a:xfrm>
            <a:off x="480025" y="2157136"/>
            <a:ext cx="1555655" cy="52212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Apply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FuseOverride</a:t>
            </a:r>
            <a:endParaRPr lang="en-US" sz="120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0DF6F49-3082-41BF-A18D-734A64618A06}"/>
              </a:ext>
            </a:extLst>
          </p:cNvPr>
          <p:cNvSpPr/>
          <p:nvPr/>
        </p:nvSpPr>
        <p:spPr>
          <a:xfrm>
            <a:off x="2846263" y="982533"/>
            <a:ext cx="928787" cy="522129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From Default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86E79F-B63E-4E4F-B581-D486955867BF}"/>
              </a:ext>
            </a:extLst>
          </p:cNvPr>
          <p:cNvSpPr txBox="1"/>
          <p:nvPr/>
        </p:nvSpPr>
        <p:spPr>
          <a:xfrm>
            <a:off x="3959050" y="1069353"/>
            <a:ext cx="10932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CC66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000…000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B7C6BCF-DEC5-4C46-B1BB-F38BE37B644F}"/>
              </a:ext>
            </a:extLst>
          </p:cNvPr>
          <p:cNvSpPr/>
          <p:nvPr/>
        </p:nvSpPr>
        <p:spPr>
          <a:xfrm>
            <a:off x="480025" y="5690501"/>
            <a:ext cx="1612805" cy="522129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Set Solution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 to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DFF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78CD422A-F44F-4185-A5C5-C653615892F1}"/>
              </a:ext>
            </a:extLst>
          </p:cNvPr>
          <p:cNvSpPr/>
          <p:nvPr/>
        </p:nvSpPr>
        <p:spPr>
          <a:xfrm rot="5400000">
            <a:off x="1119271" y="2839253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3B1F849C-11FD-4B78-941F-6C8BDA95D186}"/>
              </a:ext>
            </a:extLst>
          </p:cNvPr>
          <p:cNvSpPr/>
          <p:nvPr/>
        </p:nvSpPr>
        <p:spPr>
          <a:xfrm rot="5400000">
            <a:off x="1110034" y="4013080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B15F3B7-9045-41D4-9738-6145AFD0A03D}"/>
              </a:ext>
            </a:extLst>
          </p:cNvPr>
          <p:cNvSpPr/>
          <p:nvPr/>
        </p:nvSpPr>
        <p:spPr>
          <a:xfrm rot="5400000">
            <a:off x="1110034" y="5191677"/>
            <a:ext cx="278675" cy="331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bg1">
                <a:lumMod val="65000"/>
                <a:lumOff val="3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DDEF2C-6C1F-4DC1-99AD-EEE05D3E1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42" y="3662056"/>
            <a:ext cx="805889" cy="465964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5A2FEFBE-CA68-4EF2-8970-E9CABBD2F636}"/>
              </a:ext>
            </a:extLst>
          </p:cNvPr>
          <p:cNvGrpSpPr/>
          <p:nvPr/>
        </p:nvGrpSpPr>
        <p:grpSpPr>
          <a:xfrm>
            <a:off x="-133457" y="1554629"/>
            <a:ext cx="1029360" cy="522130"/>
            <a:chOff x="3635004" y="3534028"/>
            <a:chExt cx="1414893" cy="545986"/>
          </a:xfrm>
        </p:grpSpPr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F67C7FF3-102E-4978-ABC3-673E5913AF55}"/>
                </a:ext>
              </a:extLst>
            </p:cNvPr>
            <p:cNvSpPr/>
            <p:nvPr/>
          </p:nvSpPr>
          <p:spPr>
            <a:xfrm>
              <a:off x="3832377" y="3534028"/>
              <a:ext cx="998242" cy="524773"/>
            </a:xfrm>
            <a:prstGeom prst="flowChartMagneticDisk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6633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5D0EA6D-B685-4005-A5A8-366E83525227}"/>
                </a:ext>
              </a:extLst>
            </p:cNvPr>
            <p:cNvSpPr txBox="1"/>
            <p:nvPr/>
          </p:nvSpPr>
          <p:spPr>
            <a:xfrm>
              <a:off x="3635004" y="3649127"/>
              <a:ext cx="1414893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Previous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 solutions</a:t>
              </a:r>
            </a:p>
          </p:txBody>
        </p:sp>
      </p:grpSp>
      <p:sp>
        <p:nvSpPr>
          <p:cNvPr id="62" name="Arrow: Bent 61">
            <a:extLst>
              <a:ext uri="{FF2B5EF4-FFF2-40B4-BE49-F238E27FC236}">
                <a16:creationId xmlns:a16="http://schemas.microsoft.com/office/drawing/2014/main" id="{3FA7F484-055F-420F-BAED-BF75E1E2147B}"/>
              </a:ext>
            </a:extLst>
          </p:cNvPr>
          <p:cNvSpPr/>
          <p:nvPr/>
        </p:nvSpPr>
        <p:spPr>
          <a:xfrm rot="16200000" flipH="1">
            <a:off x="109471" y="1196329"/>
            <a:ext cx="331621" cy="278675"/>
          </a:xfrm>
          <a:prstGeom prst="ben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tx1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3" name="Arrow: Bent 62">
            <a:extLst>
              <a:ext uri="{FF2B5EF4-FFF2-40B4-BE49-F238E27FC236}">
                <a16:creationId xmlns:a16="http://schemas.microsoft.com/office/drawing/2014/main" id="{23DFB0F4-E3BD-40D2-8EB5-A0F63B3F5851}"/>
              </a:ext>
            </a:extLst>
          </p:cNvPr>
          <p:cNvSpPr/>
          <p:nvPr/>
        </p:nvSpPr>
        <p:spPr>
          <a:xfrm rot="10800000" flipH="1">
            <a:off x="207061" y="2138319"/>
            <a:ext cx="370555" cy="1523736"/>
          </a:xfrm>
          <a:prstGeom prst="bentArrow">
            <a:avLst/>
          </a:prstGeom>
          <a:solidFill>
            <a:schemeClr val="tx1">
              <a:lumMod val="65000"/>
            </a:schemeClr>
          </a:solidFill>
          <a:ln w="12700" cap="flat">
            <a:solidFill>
              <a:schemeClr val="tx1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9" name="Rectangle: Folded Corner 48">
            <a:extLst>
              <a:ext uri="{FF2B5EF4-FFF2-40B4-BE49-F238E27FC236}">
                <a16:creationId xmlns:a16="http://schemas.microsoft.com/office/drawing/2014/main" id="{2A49875F-FE08-4244-8A1F-171BCAC232BC}"/>
              </a:ext>
            </a:extLst>
          </p:cNvPr>
          <p:cNvSpPr/>
          <p:nvPr/>
        </p:nvSpPr>
        <p:spPr>
          <a:xfrm>
            <a:off x="4494948" y="1726491"/>
            <a:ext cx="557350" cy="625435"/>
          </a:xfrm>
          <a:prstGeom prst="foldedCorner">
            <a:avLst>
              <a:gd name="adj" fmla="val 26562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json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9985C-63FE-478E-9D17-0B4D06B74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167" y="2545344"/>
            <a:ext cx="2621332" cy="318703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4BB82C2-44A2-48B0-B651-5F10AB14EF1F}"/>
              </a:ext>
            </a:extLst>
          </p:cNvPr>
          <p:cNvSpPr txBox="1"/>
          <p:nvPr/>
        </p:nvSpPr>
        <p:spPr>
          <a:xfrm>
            <a:off x="3772015" y="5582233"/>
            <a:ext cx="2095125" cy="369332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chemeClr val="tx1"/>
                </a:solidFill>
              </a:rPr>
              <a:t>fuseconfig.json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4C7F81-1CEE-4946-A0EE-0C0980C36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781" y="2557376"/>
            <a:ext cx="3042613" cy="4131943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F674CFA5-95B6-43DB-B3DD-851BC3C0438C}"/>
              </a:ext>
            </a:extLst>
          </p:cNvPr>
          <p:cNvSpPr txBox="1"/>
          <p:nvPr/>
        </p:nvSpPr>
        <p:spPr>
          <a:xfrm>
            <a:off x="7222262" y="6212630"/>
            <a:ext cx="1689565" cy="369332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chemeClr val="tx1"/>
                </a:solidFill>
              </a:rPr>
              <a:t>fusedef.json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7B9924-DA7D-4F94-94A2-5C2F0C393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1596" y="2572686"/>
            <a:ext cx="2762618" cy="864753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CBAE105-59A9-4E79-837C-4BADF92B074C}"/>
              </a:ext>
            </a:extLst>
          </p:cNvPr>
          <p:cNvSpPr txBox="1"/>
          <p:nvPr/>
        </p:nvSpPr>
        <p:spPr>
          <a:xfrm>
            <a:off x="9441473" y="3334924"/>
            <a:ext cx="2636940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chemeClr val="tx1"/>
                </a:solidFill>
              </a:rPr>
              <a:t>fuseDataLabel.json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7E5297-F271-4B3B-9DF6-4F97128B0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482" y="248057"/>
            <a:ext cx="5354969" cy="215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7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71" grpId="0" animBg="1"/>
      <p:bldP spid="7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2EF10B-3C27-455F-BE20-06942DBB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68824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Custom 1">
      <a:dk1>
        <a:srgbClr val="FFFFFF"/>
      </a:dk1>
      <a:lt1>
        <a:srgbClr val="000000"/>
      </a:lt1>
      <a:dk2>
        <a:srgbClr val="525252"/>
      </a:dk2>
      <a:lt2>
        <a:srgbClr val="004A86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Intel_Internal _PPT_Template_Final_Blue.pptx" id="{8750B7C5-7717-4CC8-AC27-783A0E1BA29E}" vid="{6C183B76-2606-423B-9002-A64FA49A0906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7F3A218EAD9D498A2F00761B277E67" ma:contentTypeVersion="10" ma:contentTypeDescription="Create a new document." ma:contentTypeScope="" ma:versionID="941e36ac545610519a90a5b07c60c41b">
  <xsd:schema xmlns:xsd="http://www.w3.org/2001/XMLSchema" xmlns:xs="http://www.w3.org/2001/XMLSchema" xmlns:p="http://schemas.microsoft.com/office/2006/metadata/properties" xmlns:ns3="355d2eee-bfa2-4a81-89d6-a18617a5705c" xmlns:ns4="0ea364a6-f82c-4b96-92e6-4121f9e1da09" targetNamespace="http://schemas.microsoft.com/office/2006/metadata/properties" ma:root="true" ma:fieldsID="8dc46bddc1b56a175a8bd93d0ddeab07" ns3:_="" ns4:_="">
    <xsd:import namespace="355d2eee-bfa2-4a81-89d6-a18617a5705c"/>
    <xsd:import namespace="0ea364a6-f82c-4b96-92e6-4121f9e1da0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5d2eee-bfa2-4a81-89d6-a18617a570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364a6-f82c-4b96-92e6-4121f9e1da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7B8F7A-7BBF-431B-BCC4-8208A6868D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5d2eee-bfa2-4a81-89d6-a18617a5705c"/>
    <ds:schemaRef ds:uri="0ea364a6-f82c-4b96-92e6-4121f9e1da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3ED84F-6B91-4310-AFAE-A1F2388C37C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13A797E-CC7C-4F3F-BB25-AB24C199DA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 for Keynote Speeches</Template>
  <TotalTime>69983</TotalTime>
  <Words>156</Words>
  <Application>Microsoft Office PowerPoint</Application>
  <PresentationFormat>Widescreen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Helvetica</vt:lpstr>
      <vt:lpstr>Helvetica Neue</vt:lpstr>
      <vt:lpstr>Helvetica Neue Medium</vt:lpstr>
      <vt:lpstr>Intel Clear</vt:lpstr>
      <vt:lpstr>Intel Clear Light</vt:lpstr>
      <vt:lpstr>Wingdings</vt:lpstr>
      <vt:lpstr>21_BasicWhite</vt:lpstr>
      <vt:lpstr>Fuse</vt:lpstr>
      <vt:lpstr>Array Fusing Test Method</vt:lpstr>
      <vt:lpstr>Array Repair Test Method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 Algorithm</dc:title>
  <dc:creator>Dakwar, Wajde</dc:creator>
  <cp:keywords>CTPClassification=CTP_NT</cp:keywords>
  <cp:lastModifiedBy>Yang, Chun-yu</cp:lastModifiedBy>
  <cp:revision>7</cp:revision>
  <dcterms:created xsi:type="dcterms:W3CDTF">2020-12-15T11:20:34Z</dcterms:created>
  <dcterms:modified xsi:type="dcterms:W3CDTF">2022-04-27T20:25:30Z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974286d5-b26c-40f6-9830-fcc1aeb0e2a3</vt:lpwstr>
  </property>
  <property fmtid="{D5CDD505-2E9C-101B-9397-08002B2CF9AE}" pid="3" name="CTP_TimeStamp">
    <vt:lpwstr>2020-08-18 17:58:45Z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0x0101004E7F3A218EAD9D498A2F00761B277E67</vt:lpwstr>
  </property>
</Properties>
</file>