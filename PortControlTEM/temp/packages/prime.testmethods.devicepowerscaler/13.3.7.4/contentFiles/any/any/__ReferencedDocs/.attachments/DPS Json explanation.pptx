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555DC5-1C9B-47F8-A73D-B98847BBC7F7}" v="33" dt="2025-08-01T13:47:21.6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120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oh, Khai Jie" userId="78c2544e-c0f5-47c6-adfe-5a8a96d7ff8c" providerId="ADAL" clId="{E5555DC5-1C9B-47F8-A73D-B98847BBC7F7}"/>
    <pc:docChg chg="undo custSel addSld modSld">
      <pc:chgData name="Teoh, Khai Jie" userId="78c2544e-c0f5-47c6-adfe-5a8a96d7ff8c" providerId="ADAL" clId="{E5555DC5-1C9B-47F8-A73D-B98847BBC7F7}" dt="2025-08-01T13:48:47.151" v="2235" actId="207"/>
      <pc:docMkLst>
        <pc:docMk/>
      </pc:docMkLst>
      <pc:sldChg chg="addSp delSp modSp new mod">
        <pc:chgData name="Teoh, Khai Jie" userId="78c2544e-c0f5-47c6-adfe-5a8a96d7ff8c" providerId="ADAL" clId="{E5555DC5-1C9B-47F8-A73D-B98847BBC7F7}" dt="2025-08-01T13:34:20.607" v="1490" actId="14734"/>
        <pc:sldMkLst>
          <pc:docMk/>
          <pc:sldMk cId="3122790205" sldId="256"/>
        </pc:sldMkLst>
        <pc:spChg chg="del">
          <ac:chgData name="Teoh, Khai Jie" userId="78c2544e-c0f5-47c6-adfe-5a8a96d7ff8c" providerId="ADAL" clId="{E5555DC5-1C9B-47F8-A73D-B98847BBC7F7}" dt="2025-08-01T13:07:54.659" v="1" actId="478"/>
          <ac:spMkLst>
            <pc:docMk/>
            <pc:sldMk cId="3122790205" sldId="256"/>
            <ac:spMk id="2" creationId="{3E85B065-9C89-14D6-DAD7-515AA773188B}"/>
          </ac:spMkLst>
        </pc:spChg>
        <pc:spChg chg="del">
          <ac:chgData name="Teoh, Khai Jie" userId="78c2544e-c0f5-47c6-adfe-5a8a96d7ff8c" providerId="ADAL" clId="{E5555DC5-1C9B-47F8-A73D-B98847BBC7F7}" dt="2025-08-01T13:07:55.649" v="2" actId="478"/>
          <ac:spMkLst>
            <pc:docMk/>
            <pc:sldMk cId="3122790205" sldId="256"/>
            <ac:spMk id="3" creationId="{32C7512B-3F65-3F94-205B-8E4F3E155AA0}"/>
          </ac:spMkLst>
        </pc:spChg>
        <pc:spChg chg="add del mod">
          <ac:chgData name="Teoh, Khai Jie" userId="78c2544e-c0f5-47c6-adfe-5a8a96d7ff8c" providerId="ADAL" clId="{E5555DC5-1C9B-47F8-A73D-B98847BBC7F7}" dt="2025-08-01T13:09:00.964" v="74" actId="21"/>
          <ac:spMkLst>
            <pc:docMk/>
            <pc:sldMk cId="3122790205" sldId="256"/>
            <ac:spMk id="6" creationId="{53CDDD1E-D79E-BC10-813A-C3157A14BA81}"/>
          </ac:spMkLst>
        </pc:spChg>
        <pc:spChg chg="add mod">
          <ac:chgData name="Teoh, Khai Jie" userId="78c2544e-c0f5-47c6-adfe-5a8a96d7ff8c" providerId="ADAL" clId="{E5555DC5-1C9B-47F8-A73D-B98847BBC7F7}" dt="2025-08-01T13:09:08.301" v="78" actId="20577"/>
          <ac:spMkLst>
            <pc:docMk/>
            <pc:sldMk cId="3122790205" sldId="256"/>
            <ac:spMk id="8" creationId="{53CDDD1E-D79E-BC10-813A-C3157A14BA81}"/>
          </ac:spMkLst>
        </pc:spChg>
        <pc:spChg chg="add mod">
          <ac:chgData name="Teoh, Khai Jie" userId="78c2544e-c0f5-47c6-adfe-5a8a96d7ff8c" providerId="ADAL" clId="{E5555DC5-1C9B-47F8-A73D-B98847BBC7F7}" dt="2025-08-01T13:23:44.793" v="872" actId="404"/>
          <ac:spMkLst>
            <pc:docMk/>
            <pc:sldMk cId="3122790205" sldId="256"/>
            <ac:spMk id="10" creationId="{AB3E4A4A-7469-2159-2EC5-E6185B8AD161}"/>
          </ac:spMkLst>
        </pc:spChg>
        <pc:graphicFrameChg chg="add mod modGraphic">
          <ac:chgData name="Teoh, Khai Jie" userId="78c2544e-c0f5-47c6-adfe-5a8a96d7ff8c" providerId="ADAL" clId="{E5555DC5-1C9B-47F8-A73D-B98847BBC7F7}" dt="2025-08-01T13:34:20.607" v="1490" actId="14734"/>
          <ac:graphicFrameMkLst>
            <pc:docMk/>
            <pc:sldMk cId="3122790205" sldId="256"/>
            <ac:graphicFrameMk id="7" creationId="{92A1C90E-386E-C3A9-C15A-D2AF7A5802F8}"/>
          </ac:graphicFrameMkLst>
        </pc:graphicFrameChg>
        <pc:picChg chg="add del mod">
          <ac:chgData name="Teoh, Khai Jie" userId="78c2544e-c0f5-47c6-adfe-5a8a96d7ff8c" providerId="ADAL" clId="{E5555DC5-1C9B-47F8-A73D-B98847BBC7F7}" dt="2025-08-01T13:11:51.426" v="276" actId="478"/>
          <ac:picMkLst>
            <pc:docMk/>
            <pc:sldMk cId="3122790205" sldId="256"/>
            <ac:picMk id="5" creationId="{DFA29961-0AE7-E479-FF02-F50170B659AF}"/>
          </ac:picMkLst>
        </pc:picChg>
        <pc:picChg chg="add mod">
          <ac:chgData name="Teoh, Khai Jie" userId="78c2544e-c0f5-47c6-adfe-5a8a96d7ff8c" providerId="ADAL" clId="{E5555DC5-1C9B-47F8-A73D-B98847BBC7F7}" dt="2025-08-01T13:11:56.164" v="278" actId="1076"/>
          <ac:picMkLst>
            <pc:docMk/>
            <pc:sldMk cId="3122790205" sldId="256"/>
            <ac:picMk id="12" creationId="{34F67E91-C982-D45D-9BBB-6046B66E5F5D}"/>
          </ac:picMkLst>
        </pc:picChg>
      </pc:sldChg>
      <pc:sldChg chg="addSp delSp modSp add mod">
        <pc:chgData name="Teoh, Khai Jie" userId="78c2544e-c0f5-47c6-adfe-5a8a96d7ff8c" providerId="ADAL" clId="{E5555DC5-1C9B-47F8-A73D-B98847BBC7F7}" dt="2025-08-01T13:37:11.018" v="1578" actId="15"/>
        <pc:sldMkLst>
          <pc:docMk/>
          <pc:sldMk cId="652941573" sldId="257"/>
        </pc:sldMkLst>
        <pc:spChg chg="mod">
          <ac:chgData name="Teoh, Khai Jie" userId="78c2544e-c0f5-47c6-adfe-5a8a96d7ff8c" providerId="ADAL" clId="{E5555DC5-1C9B-47F8-A73D-B98847BBC7F7}" dt="2025-08-01T13:26:18.222" v="930" actId="20577"/>
          <ac:spMkLst>
            <pc:docMk/>
            <pc:sldMk cId="652941573" sldId="257"/>
            <ac:spMk id="8" creationId="{234F446F-693B-6A0E-DFCB-331B359471A6}"/>
          </ac:spMkLst>
        </pc:spChg>
        <pc:spChg chg="del mod">
          <ac:chgData name="Teoh, Khai Jie" userId="78c2544e-c0f5-47c6-adfe-5a8a96d7ff8c" providerId="ADAL" clId="{E5555DC5-1C9B-47F8-A73D-B98847BBC7F7}" dt="2025-08-01T13:33:37.652" v="1478" actId="478"/>
          <ac:spMkLst>
            <pc:docMk/>
            <pc:sldMk cId="652941573" sldId="257"/>
            <ac:spMk id="10" creationId="{46E641DB-41F6-5CF2-9508-01839A476517}"/>
          </ac:spMkLst>
        </pc:spChg>
        <pc:graphicFrameChg chg="mod modGraphic">
          <ac:chgData name="Teoh, Khai Jie" userId="78c2544e-c0f5-47c6-adfe-5a8a96d7ff8c" providerId="ADAL" clId="{E5555DC5-1C9B-47F8-A73D-B98847BBC7F7}" dt="2025-08-01T13:37:11.018" v="1578" actId="15"/>
          <ac:graphicFrameMkLst>
            <pc:docMk/>
            <pc:sldMk cId="652941573" sldId="257"/>
            <ac:graphicFrameMk id="7" creationId="{7A64B131-3F7C-C04B-623B-0333B68655A8}"/>
          </ac:graphicFrameMkLst>
        </pc:graphicFrameChg>
        <pc:picChg chg="add mod">
          <ac:chgData name="Teoh, Khai Jie" userId="78c2544e-c0f5-47c6-adfe-5a8a96d7ff8c" providerId="ADAL" clId="{E5555DC5-1C9B-47F8-A73D-B98847BBC7F7}" dt="2025-08-01T13:27:22.078" v="978" actId="14100"/>
          <ac:picMkLst>
            <pc:docMk/>
            <pc:sldMk cId="652941573" sldId="257"/>
            <ac:picMk id="3" creationId="{2912612C-5AC3-1760-5FF5-260CB11F09D4}"/>
          </ac:picMkLst>
        </pc:picChg>
        <pc:picChg chg="del">
          <ac:chgData name="Teoh, Khai Jie" userId="78c2544e-c0f5-47c6-adfe-5a8a96d7ff8c" providerId="ADAL" clId="{E5555DC5-1C9B-47F8-A73D-B98847BBC7F7}" dt="2025-08-01T13:26:07.413" v="908" actId="478"/>
          <ac:picMkLst>
            <pc:docMk/>
            <pc:sldMk cId="652941573" sldId="257"/>
            <ac:picMk id="12" creationId="{8A37520F-E98B-7AF9-1818-13CC132362D8}"/>
          </ac:picMkLst>
        </pc:picChg>
      </pc:sldChg>
      <pc:sldChg chg="addSp delSp modSp add mod">
        <pc:chgData name="Teoh, Khai Jie" userId="78c2544e-c0f5-47c6-adfe-5a8a96d7ff8c" providerId="ADAL" clId="{E5555DC5-1C9B-47F8-A73D-B98847BBC7F7}" dt="2025-08-01T13:25:07.067" v="907" actId="1076"/>
        <pc:sldMkLst>
          <pc:docMk/>
          <pc:sldMk cId="202073853" sldId="258"/>
        </pc:sldMkLst>
        <pc:spChg chg="mod">
          <ac:chgData name="Teoh, Khai Jie" userId="78c2544e-c0f5-47c6-adfe-5a8a96d7ff8c" providerId="ADAL" clId="{E5555DC5-1C9B-47F8-A73D-B98847BBC7F7}" dt="2025-08-01T13:24:47.790" v="901" actId="20577"/>
          <ac:spMkLst>
            <pc:docMk/>
            <pc:sldMk cId="202073853" sldId="258"/>
            <ac:spMk id="8" creationId="{122D939A-EE58-C720-68AB-0836E5F0D4DF}"/>
          </ac:spMkLst>
        </pc:spChg>
        <pc:spChg chg="del">
          <ac:chgData name="Teoh, Khai Jie" userId="78c2544e-c0f5-47c6-adfe-5a8a96d7ff8c" providerId="ADAL" clId="{E5555DC5-1C9B-47F8-A73D-B98847BBC7F7}" dt="2025-08-01T13:24:54.046" v="903" actId="478"/>
          <ac:spMkLst>
            <pc:docMk/>
            <pc:sldMk cId="202073853" sldId="258"/>
            <ac:spMk id="10" creationId="{D80D4FE2-8F1F-E77A-9C51-3A20CEE51AD2}"/>
          </ac:spMkLst>
        </pc:spChg>
        <pc:graphicFrameChg chg="del">
          <ac:chgData name="Teoh, Khai Jie" userId="78c2544e-c0f5-47c6-adfe-5a8a96d7ff8c" providerId="ADAL" clId="{E5555DC5-1C9B-47F8-A73D-B98847BBC7F7}" dt="2025-08-01T13:24:52.557" v="902" actId="478"/>
          <ac:graphicFrameMkLst>
            <pc:docMk/>
            <pc:sldMk cId="202073853" sldId="258"/>
            <ac:graphicFrameMk id="7" creationId="{E5B21EF7-4444-6659-1B5D-E120C2E151B5}"/>
          </ac:graphicFrameMkLst>
        </pc:graphicFrameChg>
        <pc:picChg chg="add mod">
          <ac:chgData name="Teoh, Khai Jie" userId="78c2544e-c0f5-47c6-adfe-5a8a96d7ff8c" providerId="ADAL" clId="{E5555DC5-1C9B-47F8-A73D-B98847BBC7F7}" dt="2025-08-01T13:25:07.067" v="907" actId="1076"/>
          <ac:picMkLst>
            <pc:docMk/>
            <pc:sldMk cId="202073853" sldId="258"/>
            <ac:picMk id="3" creationId="{9E2A3A6F-4082-38CA-F600-A0D6D0520D2B}"/>
          </ac:picMkLst>
        </pc:picChg>
        <pc:picChg chg="del">
          <ac:chgData name="Teoh, Khai Jie" userId="78c2544e-c0f5-47c6-adfe-5a8a96d7ff8c" providerId="ADAL" clId="{E5555DC5-1C9B-47F8-A73D-B98847BBC7F7}" dt="2025-08-01T13:24:52.557" v="902" actId="478"/>
          <ac:picMkLst>
            <pc:docMk/>
            <pc:sldMk cId="202073853" sldId="258"/>
            <ac:picMk id="12" creationId="{1C28EFF2-5D88-3EE6-6027-B3C8EB466709}"/>
          </ac:picMkLst>
        </pc:picChg>
      </pc:sldChg>
      <pc:sldChg chg="delSp modSp add mod">
        <pc:chgData name="Teoh, Khai Jie" userId="78c2544e-c0f5-47c6-adfe-5a8a96d7ff8c" providerId="ADAL" clId="{E5555DC5-1C9B-47F8-A73D-B98847BBC7F7}" dt="2025-08-01T13:48:47.151" v="2235" actId="207"/>
        <pc:sldMkLst>
          <pc:docMk/>
          <pc:sldMk cId="4107389475" sldId="259"/>
        </pc:sldMkLst>
        <pc:spChg chg="mod">
          <ac:chgData name="Teoh, Khai Jie" userId="78c2544e-c0f5-47c6-adfe-5a8a96d7ff8c" providerId="ADAL" clId="{E5555DC5-1C9B-47F8-A73D-B98847BBC7F7}" dt="2025-08-01T13:48:47.151" v="2235" actId="207"/>
          <ac:spMkLst>
            <pc:docMk/>
            <pc:sldMk cId="4107389475" sldId="259"/>
            <ac:spMk id="10" creationId="{69443B4C-A1A9-B69D-A9FF-3ED0DC5C2C65}"/>
          </ac:spMkLst>
        </pc:spChg>
        <pc:graphicFrameChg chg="del">
          <ac:chgData name="Teoh, Khai Jie" userId="78c2544e-c0f5-47c6-adfe-5a8a96d7ff8c" providerId="ADAL" clId="{E5555DC5-1C9B-47F8-A73D-B98847BBC7F7}" dt="2025-08-01T13:31:20.036" v="1259" actId="478"/>
          <ac:graphicFrameMkLst>
            <pc:docMk/>
            <pc:sldMk cId="4107389475" sldId="259"/>
            <ac:graphicFrameMk id="7" creationId="{0F58EE6F-4A28-C5A4-6393-EF879332DE07}"/>
          </ac:graphicFrameMkLst>
        </pc:graphicFrameChg>
        <pc:picChg chg="del">
          <ac:chgData name="Teoh, Khai Jie" userId="78c2544e-c0f5-47c6-adfe-5a8a96d7ff8c" providerId="ADAL" clId="{E5555DC5-1C9B-47F8-A73D-B98847BBC7F7}" dt="2025-08-01T13:31:20.715" v="1260" actId="478"/>
          <ac:picMkLst>
            <pc:docMk/>
            <pc:sldMk cId="4107389475" sldId="259"/>
            <ac:picMk id="3" creationId="{B1521F8B-D16D-DD42-5367-11B40ED7C35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6BF28-E016-32FF-B3CA-FC1FE813E9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DCB65-199D-B6D2-FC07-308AA4A56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61DBE-8F55-B806-8EB0-17809FD5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7CE8-5A02-499E-A835-AA47DA88A4E7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4136E-3667-98C3-028B-9C1272EC4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6E3FE-4CDC-7C2F-EE14-481333C0D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839F-A357-4FDA-AA84-B3CAA8487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63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0966-44B8-CEA5-02A0-8B18F9D3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7243E-B39C-2943-5749-C2C70C7C9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F6A95-CE26-DF53-1E47-806618007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7CE8-5A02-499E-A835-AA47DA88A4E7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57751-BA6E-2D70-0BD6-21C9CA7B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1D44B-C09B-EFC0-E037-8DDD48A80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839F-A357-4FDA-AA84-B3CAA8487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30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BBDB-4D38-754C-8A36-D198B65EB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E0706-9692-DADD-865F-7A804E871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9C156-CD2D-39E8-9847-7C486586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7CE8-5A02-499E-A835-AA47DA88A4E7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56764-5654-93DE-A47E-25462F326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F8DC1-9E3E-0CFC-BEAD-718D4666A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839F-A357-4FDA-AA84-B3CAA8487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5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B49C-FF30-F39F-FFA5-4498D32C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7EE37-C01E-BBDE-F39D-8837CCECA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C3236-CA86-D4E7-2F1E-C4E9BAD70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99801-7BFF-A5B9-7D87-2412640E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7CE8-5A02-499E-A835-AA47DA88A4E7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1BCC3-094D-200E-F716-CEC4C3EB0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A1B98-462C-E45F-68F9-28C6BB70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839F-A357-4FDA-AA84-B3CAA8487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15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F2387-2A38-24B7-52AD-857242CC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67E19-530E-EB0A-6DFF-C3ECB7D68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79C2E-CD30-B678-43C2-708207162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8D951-5469-5305-5F0A-C023129EE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1F7445-072A-077B-57B0-C9521BCA4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9FA1B3-C348-171F-C8D9-C6A60A6EF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7CE8-5A02-499E-A835-AA47DA88A4E7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8139C-5107-0031-66A7-E34ACE929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0A4EE-7434-D0A9-FCBE-AAD012E4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839F-A357-4FDA-AA84-B3CAA8487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87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988D5-7508-4964-9311-D4094EEB3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1A0D00-36AB-712A-7643-BD26E373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7CE8-5A02-499E-A835-AA47DA88A4E7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81F4B-1E65-1216-5E87-B93643701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C7B2AB-A4D9-A69A-5EDB-D5566AF4E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839F-A357-4FDA-AA84-B3CAA8487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406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E46E1-7BCF-BE54-4B55-1B40267D1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7CE8-5A02-499E-A835-AA47DA88A4E7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89116-8DD7-EBF3-4326-EB1290456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D5C29-D4AE-EC3C-C730-BC2B649E0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839F-A357-4FDA-AA84-B3CAA8487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908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DA05-FE92-D62E-94AD-FE7CDF83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417A0-3ED8-CC35-D9D9-C34E9B670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C8379-DBBE-ADBF-F0BA-A905F885A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BEFE3-1FB5-4A12-4138-9F244AD03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7CE8-5A02-499E-A835-AA47DA88A4E7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33E75-F695-CB7B-87C7-5BAC00FA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75712-89B9-2053-7690-F0265C7A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839F-A357-4FDA-AA84-B3CAA8487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26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9734A-CEAD-A92D-CE39-36361160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0419C7-B360-DEEF-8917-18727D14B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E6119-8CF5-CB9C-85B6-07D81454B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9EE01-C640-6C47-0350-D0A322D27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7CE8-5A02-499E-A835-AA47DA88A4E7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9344C-BFB5-D9D6-8C8D-A3E9956C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EBA15-C925-DDB9-BCA5-47E041868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839F-A357-4FDA-AA84-B3CAA8487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92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654B3-79F7-96EA-55A7-0F6CCE5EB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8D6ED-4F23-A1EC-B514-A82B5548F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293A1-3790-9B87-07AB-F3C9BC732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7CE8-5A02-499E-A835-AA47DA88A4E7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6A367-5CD3-673F-6F94-856D999B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57CFB-C715-813D-8A5B-AD0EE79A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839F-A357-4FDA-AA84-B3CAA8487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78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E1C478-4DA0-EE09-F6A1-39DBDBC1F3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35990-C197-8661-FE07-3841A63F3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42A33-81AD-A186-A7A4-262699EE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7CE8-5A02-499E-A835-AA47DA88A4E7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A9748-52DC-E453-F799-36DD70F3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C60BC-A934-8B68-F1FC-D5980CD5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839F-A357-4FDA-AA84-B3CAA8487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14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4C387E-6353-6EC4-C7CC-41501E7FB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256DE-6A37-6B93-AF47-466CFA3DC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3F888-0213-E646-883A-CF0844B807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C7CE8-5A02-499E-A835-AA47DA88A4E7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FFD27-96E0-91B9-BEDC-DE3D07F31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22E7B-A6E6-0FDA-9F05-7C8EB9005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0839F-A357-4FDA-AA84-B3CAA8487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7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2A1C90E-386E-C3A9-C15A-D2AF7A580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010274"/>
              </p:ext>
            </p:extLst>
          </p:nvPr>
        </p:nvGraphicFramePr>
        <p:xfrm>
          <a:off x="463204" y="1647637"/>
          <a:ext cx="681658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993">
                  <a:extLst>
                    <a:ext uri="{9D8B030D-6E8A-4147-A177-3AD203B41FA5}">
                      <a16:colId xmlns:a16="http://schemas.microsoft.com/office/drawing/2014/main" val="3790230189"/>
                    </a:ext>
                  </a:extLst>
                </a:gridCol>
                <a:gridCol w="1044512">
                  <a:extLst>
                    <a:ext uri="{9D8B030D-6E8A-4147-A177-3AD203B41FA5}">
                      <a16:colId xmlns:a16="http://schemas.microsoft.com/office/drawing/2014/main" val="2826128077"/>
                    </a:ext>
                  </a:extLst>
                </a:gridCol>
                <a:gridCol w="4816075">
                  <a:extLst>
                    <a:ext uri="{9D8B030D-6E8A-4147-A177-3AD203B41FA5}">
                      <a16:colId xmlns:a16="http://schemas.microsoft.com/office/drawing/2014/main" val="2891412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Required?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985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Equation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Equation to calculate </a:t>
                      </a:r>
                      <a:r>
                        <a:rPr lang="en-US" sz="1400" b="1" dirty="0" err="1">
                          <a:solidFill>
                            <a:srgbClr val="7030A0"/>
                          </a:solidFill>
                        </a:rPr>
                        <a:t>PSFBase</a:t>
                      </a:r>
                      <a:r>
                        <a:rPr lang="en-US" sz="1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55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HighLimit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Upper Limit (max) of </a:t>
                      </a:r>
                      <a:r>
                        <a:rPr lang="en-US" sz="1400" b="1" dirty="0" err="1">
                          <a:solidFill>
                            <a:srgbClr val="00B0F0"/>
                          </a:solidFill>
                        </a:rPr>
                        <a:t>PSFToApply</a:t>
                      </a:r>
                      <a:r>
                        <a:rPr lang="en-US" sz="1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5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LowLimit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Lower limit (min) of </a:t>
                      </a:r>
                      <a:r>
                        <a:rPr lang="en-US" sz="1400" b="1" dirty="0" err="1">
                          <a:solidFill>
                            <a:srgbClr val="00B0F0"/>
                          </a:solidFill>
                        </a:rPr>
                        <a:t>PSFToApply</a:t>
                      </a:r>
                      <a:r>
                        <a:rPr lang="en-US" sz="1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5474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3CDDD1E-D79E-BC10-813A-C3157A14BA81}"/>
              </a:ext>
            </a:extLst>
          </p:cNvPr>
          <p:cNvSpPr txBox="1"/>
          <p:nvPr/>
        </p:nvSpPr>
        <p:spPr>
          <a:xfrm>
            <a:off x="392763" y="270024"/>
            <a:ext cx="1939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PSF </a:t>
            </a:r>
            <a:r>
              <a:rPr lang="en-US" dirty="0" err="1"/>
              <a:t>json</a:t>
            </a:r>
            <a:r>
              <a:rPr lang="en-US" dirty="0"/>
              <a:t> attribute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3E4A4A-7469-2159-2EC5-E6185B8AD161}"/>
              </a:ext>
            </a:extLst>
          </p:cNvPr>
          <p:cNvSpPr txBox="1"/>
          <p:nvPr/>
        </p:nvSpPr>
        <p:spPr>
          <a:xfrm>
            <a:off x="463204" y="3294767"/>
            <a:ext cx="11393311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“Equation” </a:t>
            </a:r>
            <a:r>
              <a:rPr lang="en-US" sz="1400" dirty="0" err="1"/>
              <a:t>Explaination</a:t>
            </a:r>
            <a:r>
              <a:rPr lang="en-US" sz="1400" dirty="0"/>
              <a:t>:</a:t>
            </a:r>
          </a:p>
          <a:p>
            <a:pPr lvl="1"/>
            <a:r>
              <a:rPr lang="en-US" sz="1400" b="1" dirty="0" err="1">
                <a:solidFill>
                  <a:srgbClr val="7030A0"/>
                </a:solidFill>
              </a:rPr>
              <a:t>PSFBase</a:t>
            </a:r>
            <a:endParaRPr lang="en-US" sz="1400" b="1" dirty="0">
              <a:solidFill>
                <a:srgbClr val="7030A0"/>
              </a:solidFill>
            </a:endParaRPr>
          </a:p>
          <a:p>
            <a:pPr lvl="1"/>
            <a:r>
              <a:rPr lang="en-US" sz="1400" dirty="0"/>
              <a:t>= </a:t>
            </a:r>
            <a:r>
              <a:rPr lang="en-US" sz="1400" dirty="0" err="1"/>
              <a:t>ToDouble</a:t>
            </a:r>
            <a:r>
              <a:rPr lang="en-US" sz="1400" dirty="0"/>
              <a:t>(</a:t>
            </a:r>
            <a:r>
              <a:rPr lang="en-US" sz="1400" dirty="0" err="1">
                <a:highlight>
                  <a:srgbClr val="FFFF00"/>
                </a:highlight>
              </a:rPr>
              <a:t>GetDelimitedData</a:t>
            </a:r>
            <a:r>
              <a:rPr lang="en-US" sz="1400" dirty="0">
                <a:highlight>
                  <a:srgbClr val="FFFF00"/>
                </a:highlight>
              </a:rPr>
              <a:t>([DFF_SSA1_S], '|', 0)</a:t>
            </a:r>
            <a:r>
              <a:rPr lang="en-US" sz="1400" dirty="0"/>
              <a:t>) * 0.5 + </a:t>
            </a:r>
            <a:r>
              <a:rPr lang="en-US" sz="1400" dirty="0" err="1"/>
              <a:t>ToDouble</a:t>
            </a:r>
            <a:r>
              <a:rPr lang="en-US" sz="1400" dirty="0"/>
              <a:t>(</a:t>
            </a:r>
            <a:r>
              <a:rPr lang="en-US" sz="1400" dirty="0" err="1">
                <a:highlight>
                  <a:srgbClr val="FFFF00"/>
                </a:highlight>
              </a:rPr>
              <a:t>GetDelimitedData</a:t>
            </a:r>
            <a:r>
              <a:rPr lang="en-US" sz="1400" dirty="0">
                <a:highlight>
                  <a:srgbClr val="FFFF00"/>
                </a:highlight>
              </a:rPr>
              <a:t>([DFF_SSA1_S], '|', 3)</a:t>
            </a:r>
            <a:r>
              <a:rPr lang="en-US" sz="1400" dirty="0"/>
              <a:t>) /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Assume,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This DFF token [DFF_SSA1_S] is “0.70|20|1.3044300079345703|0.5”.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GetDelimitedData</a:t>
            </a:r>
            <a:r>
              <a:rPr lang="en-US" sz="1400" dirty="0"/>
              <a:t>([DFF_SSA1_S], '|', </a:t>
            </a:r>
            <a:r>
              <a:rPr lang="en-US" sz="1400" b="1" dirty="0">
                <a:solidFill>
                  <a:srgbClr val="FF0000"/>
                </a:solidFill>
              </a:rPr>
              <a:t>0</a:t>
            </a:r>
            <a:r>
              <a:rPr lang="en-US" sz="1400" dirty="0"/>
              <a:t>) = </a:t>
            </a:r>
            <a:r>
              <a:rPr lang="en-US" sz="1400" b="1" dirty="0">
                <a:solidFill>
                  <a:srgbClr val="FF0000"/>
                </a:solidFill>
              </a:rPr>
              <a:t>0.70</a:t>
            </a:r>
            <a:r>
              <a:rPr lang="en-US" sz="1400" dirty="0"/>
              <a:t>|20|1.3044300079345703|0.5 = 0.7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GetDelimitedData</a:t>
            </a:r>
            <a:r>
              <a:rPr lang="en-US" sz="1400" dirty="0"/>
              <a:t>([DFF_SSA1_S], '|’, </a:t>
            </a:r>
            <a:r>
              <a:rPr lang="en-US" sz="1400" b="1" dirty="0">
                <a:solidFill>
                  <a:srgbClr val="FF0000"/>
                </a:solidFill>
              </a:rPr>
              <a:t>3</a:t>
            </a:r>
            <a:r>
              <a:rPr lang="en-US" sz="1400" dirty="0"/>
              <a:t>) = 0.70|20|1.3044300079345703|</a:t>
            </a:r>
            <a:r>
              <a:rPr lang="en-US" sz="1400" b="1" dirty="0">
                <a:solidFill>
                  <a:srgbClr val="FF0000"/>
                </a:solidFill>
              </a:rPr>
              <a:t>0.5</a:t>
            </a:r>
            <a:r>
              <a:rPr lang="en-US" sz="1400" dirty="0"/>
              <a:t> = 0.5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ToDouble</a:t>
            </a:r>
            <a:r>
              <a:rPr lang="en-US" sz="1400" dirty="0"/>
              <a:t>(0.7) will convert string “0.7” to double. As applied to “0.5”.</a:t>
            </a:r>
          </a:p>
          <a:p>
            <a:pPr lvl="1"/>
            <a:r>
              <a:rPr lang="en-US" sz="1400" dirty="0"/>
              <a:t>= </a:t>
            </a:r>
            <a:r>
              <a:rPr lang="en-US" sz="1400" dirty="0">
                <a:solidFill>
                  <a:srgbClr val="FF0000"/>
                </a:solidFill>
              </a:rPr>
              <a:t>0.7</a:t>
            </a:r>
            <a:r>
              <a:rPr lang="en-US" sz="1400" dirty="0"/>
              <a:t> * 0.5 + </a:t>
            </a:r>
            <a:r>
              <a:rPr lang="en-US" sz="1400" dirty="0">
                <a:solidFill>
                  <a:srgbClr val="FF0000"/>
                </a:solidFill>
              </a:rPr>
              <a:t>0.5</a:t>
            </a:r>
            <a:r>
              <a:rPr lang="en-US" sz="1400" dirty="0"/>
              <a:t> / 2</a:t>
            </a:r>
          </a:p>
          <a:p>
            <a:pPr lvl="1"/>
            <a:r>
              <a:rPr lang="en-US" sz="1400" dirty="0"/>
              <a:t>= 0.35 + 0.25</a:t>
            </a:r>
          </a:p>
          <a:p>
            <a:pPr lvl="1"/>
            <a:r>
              <a:rPr lang="en-US" sz="1400" dirty="0"/>
              <a:t>= 0.6</a:t>
            </a:r>
          </a:p>
          <a:p>
            <a:endParaRPr lang="en-US" sz="1400" dirty="0"/>
          </a:p>
          <a:p>
            <a:r>
              <a:rPr lang="en-US" sz="1400" b="1" dirty="0" err="1">
                <a:solidFill>
                  <a:srgbClr val="00B0F0"/>
                </a:solidFill>
              </a:rPr>
              <a:t>PSFToApply</a:t>
            </a:r>
            <a:r>
              <a:rPr lang="en-US" sz="1400" dirty="0"/>
              <a:t> = </a:t>
            </a:r>
            <a:r>
              <a:rPr lang="en-US" sz="1400" b="1" dirty="0" err="1">
                <a:solidFill>
                  <a:srgbClr val="7030A0"/>
                </a:solidFill>
              </a:rPr>
              <a:t>PSFBase</a:t>
            </a:r>
            <a:r>
              <a:rPr lang="en-US" sz="1400" dirty="0"/>
              <a:t> * </a:t>
            </a:r>
            <a:r>
              <a:rPr lang="en-US" sz="1400" dirty="0" err="1"/>
              <a:t>PSFMultiplier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PSFToApply</a:t>
            </a:r>
            <a:r>
              <a:rPr lang="en-US" sz="1400" dirty="0"/>
              <a:t> is the PSF value applied to specified </a:t>
            </a:r>
            <a:r>
              <a:rPr lang="en-US" sz="1400" dirty="0" err="1"/>
              <a:t>PowerSumPin</a:t>
            </a:r>
            <a:r>
              <a:rPr lang="en-US" sz="1400" dirty="0"/>
              <a:t> and Test instances that matched the Test Regex.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F67E91-C982-D45D-9BBB-6046B66E5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04" y="668506"/>
            <a:ext cx="97155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90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5BFE3-D156-C816-7C0D-CDD0CA9EE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64B131-3F7C-C04B-623B-0333B6865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868599"/>
              </p:ext>
            </p:extLst>
          </p:nvPr>
        </p:nvGraphicFramePr>
        <p:xfrm>
          <a:off x="463204" y="2514043"/>
          <a:ext cx="11153971" cy="343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438">
                  <a:extLst>
                    <a:ext uri="{9D8B030D-6E8A-4147-A177-3AD203B41FA5}">
                      <a16:colId xmlns:a16="http://schemas.microsoft.com/office/drawing/2014/main" val="3790230189"/>
                    </a:ext>
                  </a:extLst>
                </a:gridCol>
                <a:gridCol w="1561359">
                  <a:extLst>
                    <a:ext uri="{9D8B030D-6E8A-4147-A177-3AD203B41FA5}">
                      <a16:colId xmlns:a16="http://schemas.microsoft.com/office/drawing/2014/main" val="2826128077"/>
                    </a:ext>
                  </a:extLst>
                </a:gridCol>
                <a:gridCol w="7199174">
                  <a:extLst>
                    <a:ext uri="{9D8B030D-6E8A-4147-A177-3AD203B41FA5}">
                      <a16:colId xmlns:a16="http://schemas.microsoft.com/office/drawing/2014/main" val="2891412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Required?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985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PinName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Single </a:t>
                      </a:r>
                      <a:r>
                        <a:rPr lang="en-US" sz="1400" dirty="0" err="1"/>
                        <a:t>PowerSumPin</a:t>
                      </a:r>
                      <a:r>
                        <a:rPr lang="en-US" sz="1400" dirty="0"/>
                        <a:t> name.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55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Test instance to apply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53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Test:Type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Tag for the test.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547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Test:Regex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Regex to get matching test instances.</a:t>
                      </a:r>
                    </a:p>
                    <a:p>
                      <a:pPr lvl="1"/>
                      <a:r>
                        <a:rPr lang="en-US" sz="1400" dirty="0"/>
                        <a:t>If </a:t>
                      </a:r>
                      <a:r>
                        <a:rPr lang="en-US" sz="1400" dirty="0" err="1"/>
                        <a:t>PinName</a:t>
                      </a:r>
                      <a:r>
                        <a:rPr lang="en-US" sz="1400" dirty="0"/>
                        <a:t> contain </a:t>
                      </a:r>
                      <a:r>
                        <a:rPr lang="en-US" sz="1400" b="1" dirty="0"/>
                        <a:t>scope</a:t>
                      </a:r>
                      <a:r>
                        <a:rPr lang="en-US" sz="1400" dirty="0"/>
                        <a:t>.</a:t>
                      </a:r>
                    </a:p>
                    <a:p>
                      <a:pPr lvl="2"/>
                      <a:r>
                        <a:rPr lang="en-US" sz="1400" dirty="0"/>
                        <a:t>ex. “</a:t>
                      </a:r>
                      <a:r>
                        <a:rPr lang="en-US" sz="1400" b="1" dirty="0"/>
                        <a:t>IPA::</a:t>
                      </a:r>
                      <a:r>
                        <a:rPr lang="en-US" sz="1400" dirty="0"/>
                        <a:t>POWERSUM_09”</a:t>
                      </a:r>
                    </a:p>
                    <a:p>
                      <a:pPr lvl="1"/>
                      <a:r>
                        <a:rPr lang="en-US" sz="1400" dirty="0"/>
                        <a:t>The matching test instance must have scope.</a:t>
                      </a:r>
                    </a:p>
                    <a:p>
                      <a:pPr lvl="2"/>
                      <a:r>
                        <a:rPr lang="en-US" sz="1400" dirty="0"/>
                        <a:t>ex. Regex “</a:t>
                      </a:r>
                      <a:r>
                        <a:rPr lang="en-US" sz="1400" b="1" dirty="0" err="1"/>
                        <a:t>PrimeFuncCaptureCtvFuncTest</a:t>
                      </a:r>
                      <a:r>
                        <a:rPr lang="en-US" sz="1400" dirty="0"/>
                        <a:t>.*”</a:t>
                      </a:r>
                    </a:p>
                    <a:p>
                      <a:pPr lvl="1"/>
                      <a:r>
                        <a:rPr lang="en-US" sz="1400" dirty="0"/>
                        <a:t>Matched Test instance.</a:t>
                      </a:r>
                    </a:p>
                    <a:p>
                      <a:pPr lvl="2"/>
                      <a:r>
                        <a:rPr lang="en-US" sz="1400" dirty="0"/>
                        <a:t>ex. “</a:t>
                      </a:r>
                      <a:r>
                        <a:rPr lang="en-US" sz="1400" b="1" dirty="0"/>
                        <a:t>IPA::</a:t>
                      </a:r>
                      <a:r>
                        <a:rPr lang="en-US" sz="1400" dirty="0" err="1"/>
                        <a:t>DevicePowerScalerIP</a:t>
                      </a:r>
                      <a:r>
                        <a:rPr lang="en-US" sz="1400" dirty="0"/>
                        <a:t>::</a:t>
                      </a:r>
                      <a:r>
                        <a:rPr lang="en-US" sz="1400" b="1" dirty="0"/>
                        <a:t>PrimeFuncCaptureCtvFuncTest</a:t>
                      </a:r>
                      <a:r>
                        <a:rPr lang="en-US" sz="1400" dirty="0"/>
                        <a:t>_P1”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90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err="1"/>
                        <a:t>Test:PSFMultiplier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PSF Multiplier apply to </a:t>
                      </a:r>
                      <a:r>
                        <a:rPr lang="en-US" sz="1400" b="1" dirty="0" err="1">
                          <a:solidFill>
                            <a:srgbClr val="7030A0"/>
                          </a:solidFill>
                        </a:rPr>
                        <a:t>PSFBase</a:t>
                      </a:r>
                      <a:r>
                        <a:rPr lang="en-US" sz="1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44099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34F446F-693B-6A0E-DFCB-331B359471A6}"/>
              </a:ext>
            </a:extLst>
          </p:cNvPr>
          <p:cNvSpPr txBox="1"/>
          <p:nvPr/>
        </p:nvSpPr>
        <p:spPr>
          <a:xfrm>
            <a:off x="392763" y="270024"/>
            <a:ext cx="3744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PowerSumPinsSetting</a:t>
            </a:r>
            <a:r>
              <a:rPr lang="en-US" dirty="0"/>
              <a:t> </a:t>
            </a:r>
            <a:r>
              <a:rPr lang="en-US" dirty="0" err="1"/>
              <a:t>json</a:t>
            </a:r>
            <a:r>
              <a:rPr lang="en-US" dirty="0"/>
              <a:t> attribute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12612C-5AC3-1760-5FF5-260CB11F0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05" y="638175"/>
            <a:ext cx="2586842" cy="181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41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3B89F-5DFE-BDD3-0D3C-7118AED1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ED6E203-B395-1B1D-9B89-58B644B8858E}"/>
              </a:ext>
            </a:extLst>
          </p:cNvPr>
          <p:cNvSpPr txBox="1"/>
          <p:nvPr/>
        </p:nvSpPr>
        <p:spPr>
          <a:xfrm>
            <a:off x="392763" y="270024"/>
            <a:ext cx="3744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PowerSumPinsSetting</a:t>
            </a:r>
            <a:r>
              <a:rPr lang="en-US" dirty="0"/>
              <a:t> </a:t>
            </a:r>
            <a:r>
              <a:rPr lang="en-US" dirty="0" err="1"/>
              <a:t>json</a:t>
            </a:r>
            <a:r>
              <a:rPr lang="en-US" dirty="0"/>
              <a:t> attribute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443B4C-A1A9-B69D-A9FF-3ED0DC5C2C65}"/>
              </a:ext>
            </a:extLst>
          </p:cNvPr>
          <p:cNvSpPr txBox="1"/>
          <p:nvPr/>
        </p:nvSpPr>
        <p:spPr>
          <a:xfrm>
            <a:off x="399344" y="639356"/>
            <a:ext cx="11393311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TestMethod found configured pin name has scope.</a:t>
            </a:r>
            <a:br>
              <a:rPr lang="en-US" sz="1000" dirty="0"/>
            </a:br>
            <a:r>
              <a:rPr lang="en-US" sz="1000" dirty="0" err="1"/>
              <a:t>PinName</a:t>
            </a:r>
            <a:r>
              <a:rPr lang="en-US" sz="1000" dirty="0"/>
              <a:t>=[IPA::POWERSUM_09] has scope.</a:t>
            </a:r>
            <a:br>
              <a:rPr lang="en-US" sz="1000" dirty="0"/>
            </a:br>
            <a:r>
              <a:rPr lang="en-US" sz="1000" dirty="0" err="1"/>
              <a:t>PinName</a:t>
            </a:r>
            <a:r>
              <a:rPr lang="en-US" sz="1000" dirty="0"/>
              <a:t>=[IPB::POWERSUM_09] has scope.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TestMethod attempt to get matching test instance name.</a:t>
            </a:r>
            <a:br>
              <a:rPr lang="en-US" sz="1000" dirty="0"/>
            </a:br>
            <a:r>
              <a:rPr lang="en-US" sz="1000" dirty="0" err="1"/>
              <a:t>PinName</a:t>
            </a:r>
            <a:r>
              <a:rPr lang="en-US" sz="1000" dirty="0"/>
              <a:t>=[IPA::POWERSUM_09] </a:t>
            </a:r>
            <a:r>
              <a:rPr lang="en-US" sz="1000" dirty="0" err="1"/>
              <a:t>PinScope</a:t>
            </a:r>
            <a:r>
              <a:rPr lang="en-US" sz="1000" dirty="0"/>
              <a:t>=[IPA]</a:t>
            </a:r>
            <a:br>
              <a:rPr lang="en-US" sz="1000" dirty="0"/>
            </a:br>
            <a:r>
              <a:rPr lang="en-US" sz="1000" dirty="0" err="1"/>
              <a:t>TestType</a:t>
            </a:r>
            <a:r>
              <a:rPr lang="en-US" sz="1000" dirty="0"/>
              <a:t>=[Functional_1] </a:t>
            </a:r>
            <a:r>
              <a:rPr lang="en-US" sz="1000" dirty="0" err="1"/>
              <a:t>TestRegex</a:t>
            </a:r>
            <a:r>
              <a:rPr lang="en-US" sz="1000" dirty="0"/>
              <a:t>=[</a:t>
            </a:r>
            <a:r>
              <a:rPr lang="en-US" sz="1000" dirty="0" err="1"/>
              <a:t>PrimeFuncCaptureCtvFuncTest</a:t>
            </a:r>
            <a:r>
              <a:rPr lang="en-US" sz="1000" dirty="0"/>
              <a:t>.*] </a:t>
            </a:r>
            <a:r>
              <a:rPr lang="en-US" sz="1000" dirty="0" err="1"/>
              <a:t>TestFound</a:t>
            </a:r>
            <a:r>
              <a:rPr lang="en-US" sz="1000" dirty="0"/>
              <a:t> #[4]</a:t>
            </a:r>
            <a:br>
              <a:rPr lang="en-US" sz="1000" dirty="0"/>
            </a:br>
            <a:r>
              <a:rPr lang="en-US" sz="1000" dirty="0"/>
              <a:t>IPA::</a:t>
            </a:r>
            <a:r>
              <a:rPr lang="en-US" sz="1000" dirty="0" err="1"/>
              <a:t>DevicePowerScalerIP</a:t>
            </a:r>
            <a:r>
              <a:rPr lang="en-US" sz="1000" dirty="0"/>
              <a:t>::PrimeFuncCaptureCtvFuncTestDtsProcessing_P1,IPA::</a:t>
            </a:r>
            <a:r>
              <a:rPr lang="en-US" sz="1000" dirty="0" err="1"/>
              <a:t>DevicePowerScalerIP</a:t>
            </a:r>
            <a:r>
              <a:rPr lang="en-US" sz="1000" dirty="0"/>
              <a:t>::PrimeFuncCaptureCtvFuncTestWithTailBiggerThanActualCtv_P1,</a:t>
            </a:r>
            <a:br>
              <a:rPr lang="en-US" sz="1000" dirty="0"/>
            </a:br>
            <a:r>
              <a:rPr lang="en-US" sz="1000" dirty="0"/>
              <a:t>IPA::</a:t>
            </a:r>
            <a:r>
              <a:rPr lang="en-US" sz="1000" dirty="0" err="1"/>
              <a:t>DevicePowerScalerIPA</a:t>
            </a:r>
            <a:r>
              <a:rPr lang="en-US" sz="1000" dirty="0"/>
              <a:t>::PrimeFuncCaptureCtvFuncTestWithTailSmallerThanActualCtv_P1,IPA::</a:t>
            </a:r>
            <a:r>
              <a:rPr lang="en-US" sz="1000" dirty="0" err="1"/>
              <a:t>DevicePowerScalerIP</a:t>
            </a:r>
            <a:r>
              <a:rPr lang="en-US" sz="1000" dirty="0"/>
              <a:t>::PrimeFuncCaptureCtvFuncTest_P1</a:t>
            </a:r>
            <a:br>
              <a:rPr lang="en-US" sz="1000" dirty="0"/>
            </a:br>
            <a:r>
              <a:rPr lang="en-US" sz="1000" dirty="0" err="1"/>
              <a:t>TestType</a:t>
            </a:r>
            <a:r>
              <a:rPr lang="en-US" sz="1000" dirty="0"/>
              <a:t>=[Functional_2] </a:t>
            </a:r>
            <a:r>
              <a:rPr lang="en-US" sz="1000" dirty="0" err="1"/>
              <a:t>TestRegex</a:t>
            </a:r>
            <a:r>
              <a:rPr lang="en-US" sz="1000" dirty="0"/>
              <a:t>=[</a:t>
            </a:r>
            <a:r>
              <a:rPr lang="en-US" sz="1000" dirty="0" err="1"/>
              <a:t>SoftwareTrigger</a:t>
            </a:r>
            <a:r>
              <a:rPr lang="en-US" sz="1000" dirty="0"/>
              <a:t>.*] </a:t>
            </a:r>
            <a:r>
              <a:rPr lang="en-US" sz="1000" dirty="0" err="1"/>
              <a:t>TestFound</a:t>
            </a:r>
            <a:r>
              <a:rPr lang="en-US" sz="1000" dirty="0"/>
              <a:t> #[3]</a:t>
            </a:r>
            <a:br>
              <a:rPr lang="en-US" sz="1000" dirty="0"/>
            </a:br>
            <a:r>
              <a:rPr lang="en-US" sz="1000" dirty="0"/>
              <a:t>IPA::</a:t>
            </a:r>
            <a:r>
              <a:rPr lang="en-US" sz="1000" dirty="0" err="1"/>
              <a:t>DevicePowerScalerIP</a:t>
            </a:r>
            <a:r>
              <a:rPr lang="en-US" sz="1000" dirty="0"/>
              <a:t>::FuncWithSoftwareTrigger_P1,IPA::</a:t>
            </a:r>
            <a:r>
              <a:rPr lang="en-US" sz="1000" dirty="0" err="1"/>
              <a:t>DevicePowerScalerIP</a:t>
            </a:r>
            <a:r>
              <a:rPr lang="en-US" sz="1000" dirty="0"/>
              <a:t>::SoftwareTriggerCommonParam_ParamIsEmpty_P1,</a:t>
            </a:r>
            <a:br>
              <a:rPr lang="en-US" sz="1000" dirty="0"/>
            </a:br>
            <a:r>
              <a:rPr lang="en-US" sz="1000" dirty="0"/>
              <a:t>IPA::</a:t>
            </a:r>
            <a:r>
              <a:rPr lang="en-US" sz="1000" dirty="0" err="1"/>
              <a:t>DevicePowerScalerIP</a:t>
            </a:r>
            <a:r>
              <a:rPr lang="en-US" sz="1000" dirty="0"/>
              <a:t>::SoftwareTriggerCommonParam_SetCallbackAndExecute_P1</a:t>
            </a:r>
            <a:br>
              <a:rPr lang="en-US" sz="1000" dirty="0"/>
            </a:br>
            <a:r>
              <a:rPr lang="en-US" sz="1000" dirty="0" err="1"/>
              <a:t>PinName</a:t>
            </a:r>
            <a:r>
              <a:rPr lang="en-US" sz="1000" dirty="0"/>
              <a:t>=[IPB::POWERSUM_09] </a:t>
            </a:r>
            <a:r>
              <a:rPr lang="en-US" sz="1000" dirty="0" err="1"/>
              <a:t>PinScope</a:t>
            </a:r>
            <a:r>
              <a:rPr lang="en-US" sz="1000" dirty="0"/>
              <a:t>=[IPB]</a:t>
            </a:r>
            <a:br>
              <a:rPr lang="en-US" sz="1000" dirty="0"/>
            </a:br>
            <a:r>
              <a:rPr lang="en-US" sz="1000" dirty="0" err="1"/>
              <a:t>TestType</a:t>
            </a:r>
            <a:r>
              <a:rPr lang="en-US" sz="1000" dirty="0"/>
              <a:t>=[Functional_1] </a:t>
            </a:r>
            <a:r>
              <a:rPr lang="en-US" sz="1000" dirty="0" err="1"/>
              <a:t>TestRegex</a:t>
            </a:r>
            <a:r>
              <a:rPr lang="en-US" sz="1000" dirty="0"/>
              <a:t>=[</a:t>
            </a:r>
            <a:r>
              <a:rPr lang="en-US" sz="1000" dirty="0" err="1"/>
              <a:t>PrimeFuncCaptureCtvFuncTest</a:t>
            </a:r>
            <a:r>
              <a:rPr lang="en-US" sz="1000" dirty="0"/>
              <a:t>.*] </a:t>
            </a:r>
            <a:r>
              <a:rPr lang="en-US" sz="1000" dirty="0" err="1"/>
              <a:t>TestFound</a:t>
            </a:r>
            <a:r>
              <a:rPr lang="en-US" sz="1000" dirty="0"/>
              <a:t> #[4]</a:t>
            </a:r>
            <a:br>
              <a:rPr lang="en-US" sz="1000" dirty="0"/>
            </a:br>
            <a:r>
              <a:rPr lang="en-US" sz="1000" dirty="0"/>
              <a:t>IPB::</a:t>
            </a:r>
            <a:r>
              <a:rPr lang="en-US" sz="1000" dirty="0" err="1"/>
              <a:t>DevicePowerScalerIP</a:t>
            </a:r>
            <a:r>
              <a:rPr lang="en-US" sz="1000" dirty="0"/>
              <a:t>::PrimeFuncCaptureCtvFuncTestDtsProcessing_P1,IPB::</a:t>
            </a:r>
            <a:r>
              <a:rPr lang="en-US" sz="1000" dirty="0" err="1"/>
              <a:t>DevicePowerScalerIP</a:t>
            </a:r>
            <a:r>
              <a:rPr lang="en-US" sz="1000" dirty="0"/>
              <a:t>::PrimeFuncCaptureCtvFuncTestWithTailBiggerThanActualCtv_P1,</a:t>
            </a:r>
            <a:br>
              <a:rPr lang="en-US" sz="1000" dirty="0"/>
            </a:br>
            <a:r>
              <a:rPr lang="en-US" sz="1000" dirty="0"/>
              <a:t>IPB::</a:t>
            </a:r>
            <a:r>
              <a:rPr lang="en-US" sz="1000" dirty="0" err="1"/>
              <a:t>DevicePowerScalerIP</a:t>
            </a:r>
            <a:r>
              <a:rPr lang="en-US" sz="1000" dirty="0"/>
              <a:t>::PrimeFuncCaptureCtvFuncTestWithTailSmallerThanActualCtv_P1,IPB::</a:t>
            </a:r>
            <a:r>
              <a:rPr lang="en-US" sz="1000" dirty="0" err="1"/>
              <a:t>DevicePowerScalerIP</a:t>
            </a:r>
            <a:r>
              <a:rPr lang="en-US" sz="1000" dirty="0"/>
              <a:t>::PrimeFuncCaptureCtvFuncTest_P1</a:t>
            </a:r>
            <a:br>
              <a:rPr lang="en-US" sz="1000" dirty="0"/>
            </a:br>
            <a:r>
              <a:rPr lang="en-US" sz="1000" dirty="0" err="1"/>
              <a:t>TestType</a:t>
            </a:r>
            <a:r>
              <a:rPr lang="en-US" sz="1000" dirty="0"/>
              <a:t>=[Functional_2] </a:t>
            </a:r>
            <a:r>
              <a:rPr lang="en-US" sz="1000" dirty="0" err="1"/>
              <a:t>TestRegex</a:t>
            </a:r>
            <a:r>
              <a:rPr lang="en-US" sz="1000" dirty="0"/>
              <a:t>=[</a:t>
            </a:r>
            <a:r>
              <a:rPr lang="en-US" sz="1000" dirty="0" err="1"/>
              <a:t>SoftwareTrigger</a:t>
            </a:r>
            <a:r>
              <a:rPr lang="en-US" sz="1000" dirty="0"/>
              <a:t>.*] </a:t>
            </a:r>
            <a:r>
              <a:rPr lang="en-US" sz="1000" dirty="0" err="1"/>
              <a:t>TestFound</a:t>
            </a:r>
            <a:r>
              <a:rPr lang="en-US" sz="1000" dirty="0"/>
              <a:t> #[3]</a:t>
            </a:r>
            <a:br>
              <a:rPr lang="en-US" sz="1000" dirty="0"/>
            </a:br>
            <a:r>
              <a:rPr lang="en-US" sz="1000" dirty="0"/>
              <a:t>IPB::</a:t>
            </a:r>
            <a:r>
              <a:rPr lang="en-US" sz="1000" dirty="0" err="1"/>
              <a:t>DevicePowerScalerIP</a:t>
            </a:r>
            <a:r>
              <a:rPr lang="en-US" sz="1000" dirty="0"/>
              <a:t>::FuncWithSoftwareTrigger_P1,IPB::</a:t>
            </a:r>
            <a:r>
              <a:rPr lang="en-US" sz="1000" dirty="0" err="1"/>
              <a:t>DevicePowerScalerIP</a:t>
            </a:r>
            <a:r>
              <a:rPr lang="en-US" sz="1000" dirty="0"/>
              <a:t>::SoftwareTriggerCommonParam_ParamIsEmpty_P1,</a:t>
            </a:r>
            <a:br>
              <a:rPr lang="en-US" sz="1000" dirty="0"/>
            </a:br>
            <a:r>
              <a:rPr lang="en-US" sz="1000" dirty="0"/>
              <a:t>IPB::</a:t>
            </a:r>
            <a:r>
              <a:rPr lang="en-US" sz="1000" dirty="0" err="1"/>
              <a:t>DevicePowerScalerIP</a:t>
            </a:r>
            <a:r>
              <a:rPr lang="en-US" sz="1000" dirty="0"/>
              <a:t>::SoftwareTriggerCommonParam_SetCallbackAndExecute_P1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If there is duplicate test instance name found, test method will throw </a:t>
            </a:r>
            <a:r>
              <a:rPr lang="en-US" sz="1000" dirty="0" err="1"/>
              <a:t>TestMethodException</a:t>
            </a:r>
            <a:r>
              <a:rPr lang="en-US" sz="1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TestMethod calculate </a:t>
            </a:r>
            <a:r>
              <a:rPr lang="en-US" sz="1000" dirty="0" err="1"/>
              <a:t>PSFToApply</a:t>
            </a:r>
            <a:r>
              <a:rPr lang="en-US" sz="1000" dirty="0"/>
              <a:t> for each test.</a:t>
            </a:r>
            <a:br>
              <a:rPr lang="en-US" sz="1000" dirty="0"/>
            </a:br>
            <a:r>
              <a:rPr lang="en-US" sz="1000" dirty="0" err="1"/>
              <a:t>PinName</a:t>
            </a:r>
            <a:r>
              <a:rPr lang="en-US" sz="1000" dirty="0"/>
              <a:t>=[IPA::POWERSUM_09] </a:t>
            </a:r>
            <a:r>
              <a:rPr lang="en-US" sz="1000" dirty="0" err="1"/>
              <a:t>TestType</a:t>
            </a:r>
            <a:r>
              <a:rPr lang="en-US" sz="1000" dirty="0"/>
              <a:t>=[Functional_1] </a:t>
            </a:r>
            <a:r>
              <a:rPr lang="en-US" sz="1000" dirty="0" err="1"/>
              <a:t>PSFToApply</a:t>
            </a:r>
            <a:r>
              <a:rPr lang="en-US" sz="1000" dirty="0"/>
              <a:t>=[</a:t>
            </a:r>
            <a:r>
              <a:rPr lang="en-US" sz="1000" b="1" dirty="0">
                <a:solidFill>
                  <a:srgbClr val="00B050"/>
                </a:solidFill>
              </a:rPr>
              <a:t>1.8</a:t>
            </a:r>
            <a:r>
              <a:rPr lang="en-US" sz="1000" dirty="0"/>
              <a:t>] =&gt; This means the #4 matched test instances will apply PSF </a:t>
            </a:r>
            <a:r>
              <a:rPr lang="en-US" sz="1000" b="1" dirty="0">
                <a:solidFill>
                  <a:srgbClr val="00B050"/>
                </a:solidFill>
              </a:rPr>
              <a:t>1.8</a:t>
            </a:r>
            <a:r>
              <a:rPr lang="en-US" sz="1000" dirty="0"/>
              <a:t> to pin IPA::POWERSUM_09.</a:t>
            </a:r>
            <a:br>
              <a:rPr lang="en-US" sz="1000" dirty="0"/>
            </a:br>
            <a:r>
              <a:rPr lang="en-US" sz="1000" dirty="0" err="1"/>
              <a:t>PinName</a:t>
            </a:r>
            <a:r>
              <a:rPr lang="en-US" sz="1000" dirty="0"/>
              <a:t>=[IPA::POWERSUM_09] </a:t>
            </a:r>
            <a:r>
              <a:rPr lang="en-US" sz="1000" dirty="0" err="1"/>
              <a:t>TestType</a:t>
            </a:r>
            <a:r>
              <a:rPr lang="en-US" sz="1000" dirty="0"/>
              <a:t>=[Functional_2] </a:t>
            </a:r>
            <a:r>
              <a:rPr lang="en-US" sz="1000" dirty="0" err="1"/>
              <a:t>PSFToApply</a:t>
            </a:r>
            <a:r>
              <a:rPr lang="en-US" sz="1000" dirty="0"/>
              <a:t>=[2.4]</a:t>
            </a:r>
            <a:br>
              <a:rPr lang="en-US" sz="1000" dirty="0"/>
            </a:br>
            <a:r>
              <a:rPr lang="en-US" sz="1000" dirty="0" err="1"/>
              <a:t>PinName</a:t>
            </a:r>
            <a:r>
              <a:rPr lang="en-US" sz="1000" dirty="0"/>
              <a:t>=[IPB::POWERSUM_09] </a:t>
            </a:r>
            <a:r>
              <a:rPr lang="en-US" sz="1000" dirty="0" err="1"/>
              <a:t>TestType</a:t>
            </a:r>
            <a:r>
              <a:rPr lang="en-US" sz="1000" dirty="0"/>
              <a:t>=[Functional_1] </a:t>
            </a:r>
            <a:r>
              <a:rPr lang="en-US" sz="1000" dirty="0" err="1"/>
              <a:t>PSFToApply</a:t>
            </a:r>
            <a:r>
              <a:rPr lang="en-US" sz="1000" dirty="0"/>
              <a:t>=[3]</a:t>
            </a:r>
            <a:br>
              <a:rPr lang="en-US" sz="1000" dirty="0"/>
            </a:br>
            <a:r>
              <a:rPr lang="en-US" sz="1000" dirty="0" err="1"/>
              <a:t>PinName</a:t>
            </a:r>
            <a:r>
              <a:rPr lang="en-US" sz="1000" dirty="0"/>
              <a:t>=[IPB::POWERSUM_09] </a:t>
            </a:r>
            <a:r>
              <a:rPr lang="en-US" sz="1000" dirty="0" err="1"/>
              <a:t>TestType</a:t>
            </a:r>
            <a:r>
              <a:rPr lang="en-US" sz="1000" dirty="0"/>
              <a:t>=[Functional_2] </a:t>
            </a:r>
            <a:r>
              <a:rPr lang="en-US" sz="1000" dirty="0" err="1"/>
              <a:t>PSFToApply</a:t>
            </a:r>
            <a:r>
              <a:rPr lang="en-US" sz="1000" dirty="0"/>
              <a:t>=[3.6] </a:t>
            </a:r>
            <a:br>
              <a:rPr lang="en-US" sz="1000" dirty="0"/>
            </a:br>
            <a:r>
              <a:rPr lang="en-US" sz="1000" dirty="0"/>
              <a:t>	</a:t>
            </a:r>
            <a:r>
              <a:rPr lang="en-US" sz="1000" b="1" dirty="0" err="1">
                <a:solidFill>
                  <a:srgbClr val="00B050"/>
                </a:solidFill>
              </a:rPr>
              <a:t>PSFToApply</a:t>
            </a:r>
            <a:br>
              <a:rPr lang="en-US" sz="1000" dirty="0"/>
            </a:br>
            <a:r>
              <a:rPr lang="en-US" sz="1000" dirty="0"/>
              <a:t>	= </a:t>
            </a:r>
            <a:r>
              <a:rPr lang="en-US" sz="1000" b="1" dirty="0" err="1">
                <a:solidFill>
                  <a:srgbClr val="7030A0"/>
                </a:solidFill>
              </a:rPr>
              <a:t>PSFBase</a:t>
            </a:r>
            <a:r>
              <a:rPr lang="en-US" sz="1000" dirty="0"/>
              <a:t> * </a:t>
            </a:r>
            <a:r>
              <a:rPr lang="en-US" sz="1000" b="1" dirty="0" err="1">
                <a:solidFill>
                  <a:srgbClr val="0070C0"/>
                </a:solidFill>
              </a:rPr>
              <a:t>PSFMultiplier</a:t>
            </a:r>
            <a:br>
              <a:rPr lang="en-US" sz="1000" dirty="0"/>
            </a:br>
            <a:r>
              <a:rPr lang="en-US" sz="1000" dirty="0"/>
              <a:t>	= </a:t>
            </a:r>
            <a:r>
              <a:rPr lang="en-US" sz="1000" b="1" dirty="0">
                <a:solidFill>
                  <a:srgbClr val="7030A0"/>
                </a:solidFill>
              </a:rPr>
              <a:t>0.6</a:t>
            </a:r>
            <a:r>
              <a:rPr lang="en-US" sz="1000" dirty="0"/>
              <a:t> * </a:t>
            </a:r>
            <a:r>
              <a:rPr lang="en-US" sz="1000" b="1" dirty="0">
                <a:solidFill>
                  <a:srgbClr val="0070C0"/>
                </a:solidFill>
              </a:rPr>
              <a:t>3</a:t>
            </a:r>
            <a:br>
              <a:rPr lang="en-US" sz="1000" b="1" dirty="0">
                <a:solidFill>
                  <a:srgbClr val="0070C0"/>
                </a:solidFill>
              </a:rPr>
            </a:br>
            <a:r>
              <a:rPr lang="en-US" sz="1000" b="1" dirty="0">
                <a:solidFill>
                  <a:srgbClr val="0070C0"/>
                </a:solidFill>
              </a:rPr>
              <a:t>	</a:t>
            </a:r>
            <a:r>
              <a:rPr lang="en-US" sz="1000" dirty="0"/>
              <a:t>= </a:t>
            </a:r>
            <a:r>
              <a:rPr lang="en-US" sz="1000" b="1" dirty="0">
                <a:solidFill>
                  <a:srgbClr val="00B050"/>
                </a:solidFill>
              </a:rPr>
              <a:t>1.8</a:t>
            </a:r>
          </a:p>
        </p:txBody>
      </p:sp>
    </p:spTree>
    <p:extLst>
      <p:ext uri="{BB962C8B-B14F-4D97-AF65-F5344CB8AC3E}">
        <p14:creationId xmlns:p14="http://schemas.microsoft.com/office/powerpoint/2010/main" val="4107389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C7632-82FC-9B3A-0B3F-EE195441E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22D939A-EE58-C720-68AB-0836E5F0D4DF}"/>
              </a:ext>
            </a:extLst>
          </p:cNvPr>
          <p:cNvSpPr txBox="1"/>
          <p:nvPr/>
        </p:nvSpPr>
        <p:spPr>
          <a:xfrm>
            <a:off x="392763" y="270024"/>
            <a:ext cx="1925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Console 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2A3A6F-4082-38CA-F600-A0D6D0520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88" y="694588"/>
            <a:ext cx="11547624" cy="456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73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660</Words>
  <Application>Microsoft Office PowerPoint</Application>
  <PresentationFormat>Widescreen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Teoh, Khai Jie</dc:creator>
  <cp:lastModifiedBy>Teoh, Khai Jie</cp:lastModifiedBy>
  <cp:revision>1</cp:revision>
  <dcterms:created xsi:type="dcterms:W3CDTF">2025-08-01T13:04:48Z</dcterms:created>
  <dcterms:modified xsi:type="dcterms:W3CDTF">2025-08-01T13:48:47Z</dcterms:modified>
</cp:coreProperties>
</file>