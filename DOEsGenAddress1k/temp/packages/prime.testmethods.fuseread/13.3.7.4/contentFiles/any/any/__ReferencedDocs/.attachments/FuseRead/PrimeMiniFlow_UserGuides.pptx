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7" r:id="rId5"/>
    <p:sldId id="276" r:id="rId6"/>
    <p:sldId id="260" r:id="rId7"/>
    <p:sldId id="279" r:id="rId8"/>
    <p:sldId id="278" r:id="rId9"/>
    <p:sldId id="277" r:id="rId10"/>
    <p:sldId id="268" r:id="rId11"/>
    <p:sldId id="280" r:id="rId12"/>
    <p:sldId id="263" r:id="rId13"/>
    <p:sldId id="281" r:id="rId14"/>
    <p:sldId id="289" r:id="rId15"/>
    <p:sldId id="272" r:id="rId16"/>
    <p:sldId id="264" r:id="rId17"/>
    <p:sldId id="288" r:id="rId18"/>
    <p:sldId id="265" r:id="rId19"/>
    <p:sldId id="282" r:id="rId20"/>
    <p:sldId id="266" r:id="rId21"/>
    <p:sldId id="284" r:id="rId22"/>
    <p:sldId id="283" r:id="rId23"/>
    <p:sldId id="267" r:id="rId24"/>
    <p:sldId id="269" r:id="rId25"/>
    <p:sldId id="285" r:id="rId26"/>
    <p:sldId id="270" r:id="rId27"/>
    <p:sldId id="286" r:id="rId28"/>
    <p:sldId id="27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56B0C-3AC7-4785-A660-593F356E3F3A}" v="1" dt="2025-06-30T02:48:23.610"/>
    <p1510:client id="{FA307EB4-7CC0-40B4-B91B-5D1E2C83476D}" v="15" dt="2025-06-30T02:40:32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oh, Khai Jie" userId="78c2544e-c0f5-47c6-adfe-5a8a96d7ff8c" providerId="ADAL" clId="{A10CC50E-B794-4325-B08A-0DFE8626C853}"/>
    <pc:docChg chg="undo redo custSel addSld delSld modSld sldOrd">
      <pc:chgData name="Teoh, Khai Jie" userId="78c2544e-c0f5-47c6-adfe-5a8a96d7ff8c" providerId="ADAL" clId="{A10CC50E-B794-4325-B08A-0DFE8626C853}" dt="2025-06-17T14:59:20.312" v="1212" actId="14100"/>
      <pc:docMkLst>
        <pc:docMk/>
      </pc:docMkLst>
      <pc:sldChg chg="modSp mod">
        <pc:chgData name="Teoh, Khai Jie" userId="78c2544e-c0f5-47c6-adfe-5a8a96d7ff8c" providerId="ADAL" clId="{A10CC50E-B794-4325-B08A-0DFE8626C853}" dt="2025-06-17T07:53:44.935" v="7" actId="20577"/>
        <pc:sldMkLst>
          <pc:docMk/>
          <pc:sldMk cId="2086400740" sldId="257"/>
        </pc:sldMkLst>
        <pc:spChg chg="mod">
          <ac:chgData name="Teoh, Khai Jie" userId="78c2544e-c0f5-47c6-adfe-5a8a96d7ff8c" providerId="ADAL" clId="{A10CC50E-B794-4325-B08A-0DFE8626C853}" dt="2025-06-17T07:53:44.935" v="7" actId="20577"/>
          <ac:spMkLst>
            <pc:docMk/>
            <pc:sldMk cId="2086400740" sldId="257"/>
            <ac:spMk id="5" creationId="{679F4BE2-8E4A-4003-B816-9E34781F7E88}"/>
          </ac:spMkLst>
        </pc:spChg>
      </pc:sldChg>
      <pc:sldChg chg="modSp mod">
        <pc:chgData name="Teoh, Khai Jie" userId="78c2544e-c0f5-47c6-adfe-5a8a96d7ff8c" providerId="ADAL" clId="{A10CC50E-B794-4325-B08A-0DFE8626C853}" dt="2025-06-17T14:55:25.816" v="1165" actId="255"/>
        <pc:sldMkLst>
          <pc:docMk/>
          <pc:sldMk cId="3541959244" sldId="263"/>
        </pc:sldMkLst>
        <pc:spChg chg="mod">
          <ac:chgData name="Teoh, Khai Jie" userId="78c2544e-c0f5-47c6-adfe-5a8a96d7ff8c" providerId="ADAL" clId="{A10CC50E-B794-4325-B08A-0DFE8626C853}" dt="2025-06-17T14:55:25.816" v="1165" actId="255"/>
          <ac:spMkLst>
            <pc:docMk/>
            <pc:sldMk cId="3541959244" sldId="263"/>
            <ac:spMk id="3" creationId="{EDEF3DC8-8628-EE2C-F3EF-4C6277A193BC}"/>
          </ac:spMkLst>
        </pc:spChg>
      </pc:sldChg>
      <pc:sldChg chg="modSp mod">
        <pc:chgData name="Teoh, Khai Jie" userId="78c2544e-c0f5-47c6-adfe-5a8a96d7ff8c" providerId="ADAL" clId="{A10CC50E-B794-4325-B08A-0DFE8626C853}" dt="2025-06-17T14:56:12.448" v="1171" actId="1076"/>
        <pc:sldMkLst>
          <pc:docMk/>
          <pc:sldMk cId="127880729" sldId="264"/>
        </pc:sldMkLst>
        <pc:spChg chg="mod">
          <ac:chgData name="Teoh, Khai Jie" userId="78c2544e-c0f5-47c6-adfe-5a8a96d7ff8c" providerId="ADAL" clId="{A10CC50E-B794-4325-B08A-0DFE8626C853}" dt="2025-06-17T14:55:54.380" v="1168" actId="255"/>
          <ac:spMkLst>
            <pc:docMk/>
            <pc:sldMk cId="127880729" sldId="264"/>
            <ac:spMk id="8" creationId="{02B24B0E-9970-167A-ECF7-59BC9168A323}"/>
          </ac:spMkLst>
        </pc:spChg>
      </pc:sldChg>
      <pc:sldChg chg="modSp mod">
        <pc:chgData name="Teoh, Khai Jie" userId="78c2544e-c0f5-47c6-adfe-5a8a96d7ff8c" providerId="ADAL" clId="{A10CC50E-B794-4325-B08A-0DFE8626C853}" dt="2025-06-17T14:56:17.919" v="1172" actId="255"/>
        <pc:sldMkLst>
          <pc:docMk/>
          <pc:sldMk cId="691874978" sldId="265"/>
        </pc:sldMkLst>
        <pc:spChg chg="mod">
          <ac:chgData name="Teoh, Khai Jie" userId="78c2544e-c0f5-47c6-adfe-5a8a96d7ff8c" providerId="ADAL" clId="{A10CC50E-B794-4325-B08A-0DFE8626C853}" dt="2025-06-17T14:56:17.919" v="1172" actId="255"/>
          <ac:spMkLst>
            <pc:docMk/>
            <pc:sldMk cId="691874978" sldId="265"/>
            <ac:spMk id="3" creationId="{D1B0F0B1-EE11-EB1D-40D2-21DDB395DB3E}"/>
          </ac:spMkLst>
        </pc:spChg>
      </pc:sldChg>
      <pc:sldChg chg="addSp delSp modSp mod">
        <pc:chgData name="Teoh, Khai Jie" userId="78c2544e-c0f5-47c6-adfe-5a8a96d7ff8c" providerId="ADAL" clId="{A10CC50E-B794-4325-B08A-0DFE8626C853}" dt="2025-06-17T14:56:41.765" v="1174" actId="255"/>
        <pc:sldMkLst>
          <pc:docMk/>
          <pc:sldMk cId="3731232465" sldId="266"/>
        </pc:sldMkLst>
        <pc:spChg chg="add mod">
          <ac:chgData name="Teoh, Khai Jie" userId="78c2544e-c0f5-47c6-adfe-5a8a96d7ff8c" providerId="ADAL" clId="{A10CC50E-B794-4325-B08A-0DFE8626C853}" dt="2025-06-17T14:56:41.765" v="1174" actId="255"/>
          <ac:spMkLst>
            <pc:docMk/>
            <pc:sldMk cId="3731232465" sldId="266"/>
            <ac:spMk id="3" creationId="{E8A40F83-304F-7830-91B7-E9D87C5C4A6C}"/>
          </ac:spMkLst>
        </pc:spChg>
        <pc:graphicFrameChg chg="modGraphic">
          <ac:chgData name="Teoh, Khai Jie" userId="78c2544e-c0f5-47c6-adfe-5a8a96d7ff8c" providerId="ADAL" clId="{A10CC50E-B794-4325-B08A-0DFE8626C853}" dt="2025-06-17T14:12:15.963" v="63" actId="20577"/>
          <ac:graphicFrameMkLst>
            <pc:docMk/>
            <pc:sldMk cId="3731232465" sldId="266"/>
            <ac:graphicFrameMk id="2" creationId="{0AAE09B6-0704-CB30-B282-4C3479E058D9}"/>
          </ac:graphicFrameMkLst>
        </pc:graphicFrameChg>
      </pc:sldChg>
      <pc:sldChg chg="addSp delSp modSp mod">
        <pc:chgData name="Teoh, Khai Jie" userId="78c2544e-c0f5-47c6-adfe-5a8a96d7ff8c" providerId="ADAL" clId="{A10CC50E-B794-4325-B08A-0DFE8626C853}" dt="2025-06-17T14:52:53.935" v="1140" actId="1076"/>
        <pc:sldMkLst>
          <pc:docMk/>
          <pc:sldMk cId="989057105" sldId="267"/>
        </pc:sldMkLst>
        <pc:spChg chg="add mod">
          <ac:chgData name="Teoh, Khai Jie" userId="78c2544e-c0f5-47c6-adfe-5a8a96d7ff8c" providerId="ADAL" clId="{A10CC50E-B794-4325-B08A-0DFE8626C853}" dt="2025-06-17T14:52:52.122" v="1139" actId="1076"/>
          <ac:spMkLst>
            <pc:docMk/>
            <pc:sldMk cId="989057105" sldId="267"/>
            <ac:spMk id="3" creationId="{1CCD95CD-8C43-E19C-DE76-67F918FD0F98}"/>
          </ac:spMkLst>
        </pc:spChg>
        <pc:spChg chg="mod">
          <ac:chgData name="Teoh, Khai Jie" userId="78c2544e-c0f5-47c6-adfe-5a8a96d7ff8c" providerId="ADAL" clId="{A10CC50E-B794-4325-B08A-0DFE8626C853}" dt="2025-06-17T14:41:37.062" v="690" actId="113"/>
          <ac:spMkLst>
            <pc:docMk/>
            <pc:sldMk cId="989057105" sldId="267"/>
            <ac:spMk id="4" creationId="{9C920BF4-611A-61BB-35C6-CD854881C50D}"/>
          </ac:spMkLst>
        </pc:spChg>
        <pc:spChg chg="add mod">
          <ac:chgData name="Teoh, Khai Jie" userId="78c2544e-c0f5-47c6-adfe-5a8a96d7ff8c" providerId="ADAL" clId="{A10CC50E-B794-4325-B08A-0DFE8626C853}" dt="2025-06-17T14:52:40.630" v="1137" actId="255"/>
          <ac:spMkLst>
            <pc:docMk/>
            <pc:sldMk cId="989057105" sldId="267"/>
            <ac:spMk id="6" creationId="{A4813231-7366-AC4D-8F20-66933B84BC41}"/>
          </ac:spMkLst>
        </pc:spChg>
        <pc:spChg chg="add mod">
          <ac:chgData name="Teoh, Khai Jie" userId="78c2544e-c0f5-47c6-adfe-5a8a96d7ff8c" providerId="ADAL" clId="{A10CC50E-B794-4325-B08A-0DFE8626C853}" dt="2025-06-17T14:52:53.935" v="1140" actId="1076"/>
          <ac:spMkLst>
            <pc:docMk/>
            <pc:sldMk cId="989057105" sldId="267"/>
            <ac:spMk id="7" creationId="{849D0370-17EE-D8B5-B01B-03FE6DEC041D}"/>
          </ac:spMkLst>
        </pc:spChg>
        <pc:graphicFrameChg chg="modGraphic">
          <ac:chgData name="Teoh, Khai Jie" userId="78c2544e-c0f5-47c6-adfe-5a8a96d7ff8c" providerId="ADAL" clId="{A10CC50E-B794-4325-B08A-0DFE8626C853}" dt="2025-06-17T14:33:39.772" v="533" actId="2165"/>
          <ac:graphicFrameMkLst>
            <pc:docMk/>
            <pc:sldMk cId="989057105" sldId="267"/>
            <ac:graphicFrameMk id="2" creationId="{B569C8DB-086A-83F6-ADC8-1E8106A4298A}"/>
          </ac:graphicFrameMkLst>
        </pc:graphicFrameChg>
      </pc:sldChg>
      <pc:sldChg chg="modSp mod">
        <pc:chgData name="Teoh, Khai Jie" userId="78c2544e-c0f5-47c6-adfe-5a8a96d7ff8c" providerId="ADAL" clId="{A10CC50E-B794-4325-B08A-0DFE8626C853}" dt="2025-06-17T14:54:55.327" v="1162" actId="255"/>
        <pc:sldMkLst>
          <pc:docMk/>
          <pc:sldMk cId="4139323107" sldId="268"/>
        </pc:sldMkLst>
        <pc:spChg chg="mod">
          <ac:chgData name="Teoh, Khai Jie" userId="78c2544e-c0f5-47c6-adfe-5a8a96d7ff8c" providerId="ADAL" clId="{A10CC50E-B794-4325-B08A-0DFE8626C853}" dt="2025-06-17T14:54:55.327" v="1162" actId="255"/>
          <ac:spMkLst>
            <pc:docMk/>
            <pc:sldMk cId="4139323107" sldId="268"/>
            <ac:spMk id="3" creationId="{CF346567-387E-52A7-13F4-EC029DAFBC2F}"/>
          </ac:spMkLst>
        </pc:spChg>
      </pc:sldChg>
      <pc:sldChg chg="addSp delSp modSp mod">
        <pc:chgData name="Teoh, Khai Jie" userId="78c2544e-c0f5-47c6-adfe-5a8a96d7ff8c" providerId="ADAL" clId="{A10CC50E-B794-4325-B08A-0DFE8626C853}" dt="2025-06-17T14:59:20.312" v="1212" actId="14100"/>
        <pc:sldMkLst>
          <pc:docMk/>
          <pc:sldMk cId="2373908169" sldId="269"/>
        </pc:sldMkLst>
        <pc:spChg chg="mod">
          <ac:chgData name="Teoh, Khai Jie" userId="78c2544e-c0f5-47c6-adfe-5a8a96d7ff8c" providerId="ADAL" clId="{A10CC50E-B794-4325-B08A-0DFE8626C853}" dt="2025-06-17T14:51:03.264" v="1125" actId="113"/>
          <ac:spMkLst>
            <pc:docMk/>
            <pc:sldMk cId="2373908169" sldId="269"/>
            <ac:spMk id="4" creationId="{2CB746F0-1B39-8163-8854-DC25B25AC8F6}"/>
          </ac:spMkLst>
        </pc:spChg>
        <pc:spChg chg="add mod">
          <ac:chgData name="Teoh, Khai Jie" userId="78c2544e-c0f5-47c6-adfe-5a8a96d7ff8c" providerId="ADAL" clId="{A10CC50E-B794-4325-B08A-0DFE8626C853}" dt="2025-06-17T14:57:30.095" v="1182" actId="255"/>
          <ac:spMkLst>
            <pc:docMk/>
            <pc:sldMk cId="2373908169" sldId="269"/>
            <ac:spMk id="6" creationId="{5C61E01F-1F30-F552-5123-A623D255BAA3}"/>
          </ac:spMkLst>
        </pc:spChg>
        <pc:spChg chg="add mod">
          <ac:chgData name="Teoh, Khai Jie" userId="78c2544e-c0f5-47c6-adfe-5a8a96d7ff8c" providerId="ADAL" clId="{A10CC50E-B794-4325-B08A-0DFE8626C853}" dt="2025-06-17T14:57:42.177" v="1185" actId="1076"/>
          <ac:spMkLst>
            <pc:docMk/>
            <pc:sldMk cId="2373908169" sldId="269"/>
            <ac:spMk id="7" creationId="{60BE7D10-2FCD-858F-9FB4-0CA0AF21CCA3}"/>
          </ac:spMkLst>
        </pc:spChg>
        <pc:spChg chg="add mod">
          <ac:chgData name="Teoh, Khai Jie" userId="78c2544e-c0f5-47c6-adfe-5a8a96d7ff8c" providerId="ADAL" clId="{A10CC50E-B794-4325-B08A-0DFE8626C853}" dt="2025-06-17T14:57:33.890" v="1183" actId="1076"/>
          <ac:spMkLst>
            <pc:docMk/>
            <pc:sldMk cId="2373908169" sldId="269"/>
            <ac:spMk id="8" creationId="{D5C008B5-0051-D82E-026A-A7E1FF40C066}"/>
          </ac:spMkLst>
        </pc:spChg>
        <pc:graphicFrameChg chg="mod modGraphic">
          <ac:chgData name="Teoh, Khai Jie" userId="78c2544e-c0f5-47c6-adfe-5a8a96d7ff8c" providerId="ADAL" clId="{A10CC50E-B794-4325-B08A-0DFE8626C853}" dt="2025-06-17T14:59:20.312" v="1212" actId="14100"/>
          <ac:graphicFrameMkLst>
            <pc:docMk/>
            <pc:sldMk cId="2373908169" sldId="269"/>
            <ac:graphicFrameMk id="2" creationId="{581F2996-08E6-D492-447C-5DD692AFC750}"/>
          </ac:graphicFrameMkLst>
        </pc:graphicFrameChg>
      </pc:sldChg>
      <pc:sldChg chg="modSp mod">
        <pc:chgData name="Teoh, Khai Jie" userId="78c2544e-c0f5-47c6-adfe-5a8a96d7ff8c" providerId="ADAL" clId="{A10CC50E-B794-4325-B08A-0DFE8626C853}" dt="2025-06-17T14:53:29.497" v="1143" actId="1076"/>
        <pc:sldMkLst>
          <pc:docMk/>
          <pc:sldMk cId="258458460" sldId="276"/>
        </pc:sldMkLst>
        <pc:spChg chg="mod">
          <ac:chgData name="Teoh, Khai Jie" userId="78c2544e-c0f5-47c6-adfe-5a8a96d7ff8c" providerId="ADAL" clId="{A10CC50E-B794-4325-B08A-0DFE8626C853}" dt="2025-06-17T14:53:16.514" v="1141" actId="255"/>
          <ac:spMkLst>
            <pc:docMk/>
            <pc:sldMk cId="258458460" sldId="276"/>
            <ac:spMk id="3" creationId="{6B2C7D5B-7F87-E868-946A-5502FDB61B4A}"/>
          </ac:spMkLst>
        </pc:spChg>
        <pc:spChg chg="mod">
          <ac:chgData name="Teoh, Khai Jie" userId="78c2544e-c0f5-47c6-adfe-5a8a96d7ff8c" providerId="ADAL" clId="{A10CC50E-B794-4325-B08A-0DFE8626C853}" dt="2025-06-17T14:53:24.701" v="1142" actId="1076"/>
          <ac:spMkLst>
            <pc:docMk/>
            <pc:sldMk cId="258458460" sldId="276"/>
            <ac:spMk id="6" creationId="{2773B3D9-C498-40B5-D005-15F8AB41C437}"/>
          </ac:spMkLst>
        </pc:spChg>
        <pc:graphicFrameChg chg="mod">
          <ac:chgData name="Teoh, Khai Jie" userId="78c2544e-c0f5-47c6-adfe-5a8a96d7ff8c" providerId="ADAL" clId="{A10CC50E-B794-4325-B08A-0DFE8626C853}" dt="2025-06-17T14:53:29.497" v="1143" actId="1076"/>
          <ac:graphicFrameMkLst>
            <pc:docMk/>
            <pc:sldMk cId="258458460" sldId="276"/>
            <ac:graphicFrameMk id="7" creationId="{192ED0B5-1AB6-C691-BBFC-31D483BDF529}"/>
          </ac:graphicFrameMkLst>
        </pc:graphicFrameChg>
      </pc:sldChg>
      <pc:sldChg chg="modSp mod">
        <pc:chgData name="Teoh, Khai Jie" userId="78c2544e-c0f5-47c6-adfe-5a8a96d7ff8c" providerId="ADAL" clId="{A10CC50E-B794-4325-B08A-0DFE8626C853}" dt="2025-06-17T14:54:30.127" v="1159" actId="115"/>
        <pc:sldMkLst>
          <pc:docMk/>
          <pc:sldMk cId="1372811674" sldId="278"/>
        </pc:sldMkLst>
        <pc:spChg chg="mod">
          <ac:chgData name="Teoh, Khai Jie" userId="78c2544e-c0f5-47c6-adfe-5a8a96d7ff8c" providerId="ADAL" clId="{A10CC50E-B794-4325-B08A-0DFE8626C853}" dt="2025-06-17T14:46:21.967" v="1080" actId="113"/>
          <ac:spMkLst>
            <pc:docMk/>
            <pc:sldMk cId="1372811674" sldId="278"/>
            <ac:spMk id="4" creationId="{15965319-DCC5-BAF1-7AB9-4EE06DE51149}"/>
          </ac:spMkLst>
        </pc:spChg>
        <pc:spChg chg="mod">
          <ac:chgData name="Teoh, Khai Jie" userId="78c2544e-c0f5-47c6-adfe-5a8a96d7ff8c" providerId="ADAL" clId="{A10CC50E-B794-4325-B08A-0DFE8626C853}" dt="2025-06-17T14:54:30.127" v="1159" actId="115"/>
          <ac:spMkLst>
            <pc:docMk/>
            <pc:sldMk cId="1372811674" sldId="278"/>
            <ac:spMk id="7" creationId="{8D5ECDA3-846F-F09E-9FA3-CB64686B9BC0}"/>
          </ac:spMkLst>
        </pc:spChg>
      </pc:sldChg>
      <pc:sldChg chg="modSp mod">
        <pc:chgData name="Teoh, Khai Jie" userId="78c2544e-c0f5-47c6-adfe-5a8a96d7ff8c" providerId="ADAL" clId="{A10CC50E-B794-4325-B08A-0DFE8626C853}" dt="2025-06-17T14:54:34.288" v="1161" actId="115"/>
        <pc:sldMkLst>
          <pc:docMk/>
          <pc:sldMk cId="1176947975" sldId="279"/>
        </pc:sldMkLst>
        <pc:spChg chg="mod">
          <ac:chgData name="Teoh, Khai Jie" userId="78c2544e-c0f5-47c6-adfe-5a8a96d7ff8c" providerId="ADAL" clId="{A10CC50E-B794-4325-B08A-0DFE8626C853}" dt="2025-06-17T14:45:57.072" v="1051" actId="113"/>
          <ac:spMkLst>
            <pc:docMk/>
            <pc:sldMk cId="1176947975" sldId="279"/>
            <ac:spMk id="4" creationId="{F2BE3F27-3132-D978-8771-1A65EF190E92}"/>
          </ac:spMkLst>
        </pc:spChg>
        <pc:spChg chg="mod">
          <ac:chgData name="Teoh, Khai Jie" userId="78c2544e-c0f5-47c6-adfe-5a8a96d7ff8c" providerId="ADAL" clId="{A10CC50E-B794-4325-B08A-0DFE8626C853}" dt="2025-06-17T14:54:34.288" v="1161" actId="115"/>
          <ac:spMkLst>
            <pc:docMk/>
            <pc:sldMk cId="1176947975" sldId="279"/>
            <ac:spMk id="7" creationId="{124ABE4E-5923-07A2-D7CA-D3C8AA4F4261}"/>
          </ac:spMkLst>
        </pc:spChg>
      </pc:sldChg>
      <pc:sldChg chg="modSp mod">
        <pc:chgData name="Teoh, Khai Jie" userId="78c2544e-c0f5-47c6-adfe-5a8a96d7ff8c" providerId="ADAL" clId="{A10CC50E-B794-4325-B08A-0DFE8626C853}" dt="2025-06-17T14:55:10.862" v="1164" actId="255"/>
        <pc:sldMkLst>
          <pc:docMk/>
          <pc:sldMk cId="700331537" sldId="280"/>
        </pc:sldMkLst>
        <pc:spChg chg="mod">
          <ac:chgData name="Teoh, Khai Jie" userId="78c2544e-c0f5-47c6-adfe-5a8a96d7ff8c" providerId="ADAL" clId="{A10CC50E-B794-4325-B08A-0DFE8626C853}" dt="2025-06-17T14:55:10.862" v="1164" actId="255"/>
          <ac:spMkLst>
            <pc:docMk/>
            <pc:sldMk cId="700331537" sldId="280"/>
            <ac:spMk id="3" creationId="{7D825834-567D-B3CA-2524-D64C611FD259}"/>
          </ac:spMkLst>
        </pc:spChg>
      </pc:sldChg>
      <pc:sldChg chg="modSp mod">
        <pc:chgData name="Teoh, Khai Jie" userId="78c2544e-c0f5-47c6-adfe-5a8a96d7ff8c" providerId="ADAL" clId="{A10CC50E-B794-4325-B08A-0DFE8626C853}" dt="2025-06-17T14:55:36.119" v="1167" actId="255"/>
        <pc:sldMkLst>
          <pc:docMk/>
          <pc:sldMk cId="3529396631" sldId="281"/>
        </pc:sldMkLst>
        <pc:spChg chg="mod">
          <ac:chgData name="Teoh, Khai Jie" userId="78c2544e-c0f5-47c6-adfe-5a8a96d7ff8c" providerId="ADAL" clId="{A10CC50E-B794-4325-B08A-0DFE8626C853}" dt="2025-06-17T14:55:36.119" v="1167" actId="255"/>
          <ac:spMkLst>
            <pc:docMk/>
            <pc:sldMk cId="3529396631" sldId="281"/>
            <ac:spMk id="3" creationId="{FBC50E25-8775-6661-6BA2-78B875F624FC}"/>
          </ac:spMkLst>
        </pc:spChg>
      </pc:sldChg>
      <pc:sldChg chg="modSp mod">
        <pc:chgData name="Teoh, Khai Jie" userId="78c2544e-c0f5-47c6-adfe-5a8a96d7ff8c" providerId="ADAL" clId="{A10CC50E-B794-4325-B08A-0DFE8626C853}" dt="2025-06-17T14:56:28.919" v="1173" actId="255"/>
        <pc:sldMkLst>
          <pc:docMk/>
          <pc:sldMk cId="430920245" sldId="282"/>
        </pc:sldMkLst>
        <pc:spChg chg="mod">
          <ac:chgData name="Teoh, Khai Jie" userId="78c2544e-c0f5-47c6-adfe-5a8a96d7ff8c" providerId="ADAL" clId="{A10CC50E-B794-4325-B08A-0DFE8626C853}" dt="2025-06-17T14:56:28.919" v="1173" actId="255"/>
          <ac:spMkLst>
            <pc:docMk/>
            <pc:sldMk cId="430920245" sldId="282"/>
            <ac:spMk id="3" creationId="{DA7E6FCD-3E2A-91A4-1D1E-C1A6124A9883}"/>
          </ac:spMkLst>
        </pc:spChg>
      </pc:sldChg>
      <pc:sldChg chg="modSp add del mod">
        <pc:chgData name="Teoh, Khai Jie" userId="78c2544e-c0f5-47c6-adfe-5a8a96d7ff8c" providerId="ADAL" clId="{A10CC50E-B794-4325-B08A-0DFE8626C853}" dt="2025-06-17T14:11:03.155" v="11" actId="2696"/>
        <pc:sldMkLst>
          <pc:docMk/>
          <pc:sldMk cId="2835351838" sldId="283"/>
        </pc:sldMkLst>
      </pc:sldChg>
      <pc:sldChg chg="addSp delSp modSp add mod">
        <pc:chgData name="Teoh, Khai Jie" userId="78c2544e-c0f5-47c6-adfe-5a8a96d7ff8c" providerId="ADAL" clId="{A10CC50E-B794-4325-B08A-0DFE8626C853}" dt="2025-06-17T14:57:20.018" v="1181" actId="255"/>
        <pc:sldMkLst>
          <pc:docMk/>
          <pc:sldMk cId="3418037770" sldId="283"/>
        </pc:sldMkLst>
        <pc:spChg chg="add mod">
          <ac:chgData name="Teoh, Khai Jie" userId="78c2544e-c0f5-47c6-adfe-5a8a96d7ff8c" providerId="ADAL" clId="{A10CC50E-B794-4325-B08A-0DFE8626C853}" dt="2025-06-17T14:57:04.855" v="1177" actId="255"/>
          <ac:spMkLst>
            <pc:docMk/>
            <pc:sldMk cId="3418037770" sldId="283"/>
            <ac:spMk id="3" creationId="{7340C738-4314-B1B9-4F2A-ED05AD743DE0}"/>
          </ac:spMkLst>
        </pc:spChg>
        <pc:spChg chg="mod">
          <ac:chgData name="Teoh, Khai Jie" userId="78c2544e-c0f5-47c6-adfe-5a8a96d7ff8c" providerId="ADAL" clId="{A10CC50E-B794-4325-B08A-0DFE8626C853}" dt="2025-06-17T14:41:54.472" v="695" actId="113"/>
          <ac:spMkLst>
            <pc:docMk/>
            <pc:sldMk cId="3418037770" sldId="283"/>
            <ac:spMk id="4" creationId="{C2B3BE75-682A-AA49-9A1C-7306F65A1898}"/>
          </ac:spMkLst>
        </pc:spChg>
        <pc:spChg chg="add mod">
          <ac:chgData name="Teoh, Khai Jie" userId="78c2544e-c0f5-47c6-adfe-5a8a96d7ff8c" providerId="ADAL" clId="{A10CC50E-B794-4325-B08A-0DFE8626C853}" dt="2025-06-17T14:57:20.018" v="1181" actId="255"/>
          <ac:spMkLst>
            <pc:docMk/>
            <pc:sldMk cId="3418037770" sldId="283"/>
            <ac:spMk id="11" creationId="{C6CE8D05-AD11-67E7-C338-D288B08A2941}"/>
          </ac:spMkLst>
        </pc:spChg>
        <pc:spChg chg="add mod">
          <ac:chgData name="Teoh, Khai Jie" userId="78c2544e-c0f5-47c6-adfe-5a8a96d7ff8c" providerId="ADAL" clId="{A10CC50E-B794-4325-B08A-0DFE8626C853}" dt="2025-06-17T14:57:12.466" v="1179" actId="1076"/>
          <ac:spMkLst>
            <pc:docMk/>
            <pc:sldMk cId="3418037770" sldId="283"/>
            <ac:spMk id="12" creationId="{BC83D2FF-ACCE-3DAD-BB9F-61352AEB738D}"/>
          </ac:spMkLst>
        </pc:spChg>
        <pc:graphicFrameChg chg="modGraphic">
          <ac:chgData name="Teoh, Khai Jie" userId="78c2544e-c0f5-47c6-adfe-5a8a96d7ff8c" providerId="ADAL" clId="{A10CC50E-B794-4325-B08A-0DFE8626C853}" dt="2025-06-17T14:33:19.835" v="531" actId="20577"/>
          <ac:graphicFrameMkLst>
            <pc:docMk/>
            <pc:sldMk cId="3418037770" sldId="283"/>
            <ac:graphicFrameMk id="2" creationId="{A8FEF247-437C-3478-04FA-126E020243F9}"/>
          </ac:graphicFrameMkLst>
        </pc:graphicFrameChg>
      </pc:sldChg>
      <pc:sldChg chg="modSp add mod ord">
        <pc:chgData name="Teoh, Khai Jie" userId="78c2544e-c0f5-47c6-adfe-5a8a96d7ff8c" providerId="ADAL" clId="{A10CC50E-B794-4325-B08A-0DFE8626C853}" dt="2025-06-17T14:56:51.915" v="1176" actId="255"/>
        <pc:sldMkLst>
          <pc:docMk/>
          <pc:sldMk cId="294537937" sldId="284"/>
        </pc:sldMkLst>
        <pc:spChg chg="mod">
          <ac:chgData name="Teoh, Khai Jie" userId="78c2544e-c0f5-47c6-adfe-5a8a96d7ff8c" providerId="ADAL" clId="{A10CC50E-B794-4325-B08A-0DFE8626C853}" dt="2025-06-17T14:56:51.915" v="1176" actId="255"/>
          <ac:spMkLst>
            <pc:docMk/>
            <pc:sldMk cId="294537937" sldId="284"/>
            <ac:spMk id="3" creationId="{6DB941DB-3A61-EB48-CC8E-B3256DE54AEC}"/>
          </ac:spMkLst>
        </pc:spChg>
      </pc:sldChg>
      <pc:sldChg chg="addSp modSp add mod ord">
        <pc:chgData name="Teoh, Khai Jie" userId="78c2544e-c0f5-47c6-adfe-5a8a96d7ff8c" providerId="ADAL" clId="{A10CC50E-B794-4325-B08A-0DFE8626C853}" dt="2025-06-17T14:59:06.875" v="1210" actId="20577"/>
        <pc:sldMkLst>
          <pc:docMk/>
          <pc:sldMk cId="149317749" sldId="285"/>
        </pc:sldMkLst>
        <pc:spChg chg="add mod">
          <ac:chgData name="Teoh, Khai Jie" userId="78c2544e-c0f5-47c6-adfe-5a8a96d7ff8c" providerId="ADAL" clId="{A10CC50E-B794-4325-B08A-0DFE8626C853}" dt="2025-06-17T14:58:08.962" v="1186" actId="255"/>
          <ac:spMkLst>
            <pc:docMk/>
            <pc:sldMk cId="149317749" sldId="285"/>
            <ac:spMk id="3" creationId="{2127B94E-9443-8B5A-938D-6A7026E1F94A}"/>
          </ac:spMkLst>
        </pc:spChg>
        <pc:spChg chg="mod">
          <ac:chgData name="Teoh, Khai Jie" userId="78c2544e-c0f5-47c6-adfe-5a8a96d7ff8c" providerId="ADAL" clId="{A10CC50E-B794-4325-B08A-0DFE8626C853}" dt="2025-06-17T14:41:17.768" v="683" actId="113"/>
          <ac:spMkLst>
            <pc:docMk/>
            <pc:sldMk cId="149317749" sldId="285"/>
            <ac:spMk id="4" creationId="{8ACD9A1C-8AEF-4CBE-79E9-041D7C167CEC}"/>
          </ac:spMkLst>
        </pc:spChg>
        <pc:spChg chg="mod">
          <ac:chgData name="Teoh, Khai Jie" userId="78c2544e-c0f5-47c6-adfe-5a8a96d7ff8c" providerId="ADAL" clId="{A10CC50E-B794-4325-B08A-0DFE8626C853}" dt="2025-06-17T14:38:53.794" v="613" actId="20577"/>
          <ac:spMkLst>
            <pc:docMk/>
            <pc:sldMk cId="149317749" sldId="285"/>
            <ac:spMk id="5" creationId="{48C5438F-0E4B-7C8E-8CCF-5ECF5E548A5A}"/>
          </ac:spMkLst>
        </pc:spChg>
        <pc:spChg chg="add mod">
          <ac:chgData name="Teoh, Khai Jie" userId="78c2544e-c0f5-47c6-adfe-5a8a96d7ff8c" providerId="ADAL" clId="{A10CC50E-B794-4325-B08A-0DFE8626C853}" dt="2025-06-17T14:58:19.545" v="1189" actId="1076"/>
          <ac:spMkLst>
            <pc:docMk/>
            <pc:sldMk cId="149317749" sldId="285"/>
            <ac:spMk id="6" creationId="{C9E265AD-8B09-AE90-D879-6E3443108F97}"/>
          </ac:spMkLst>
        </pc:spChg>
        <pc:spChg chg="add mod">
          <ac:chgData name="Teoh, Khai Jie" userId="78c2544e-c0f5-47c6-adfe-5a8a96d7ff8c" providerId="ADAL" clId="{A10CC50E-B794-4325-B08A-0DFE8626C853}" dt="2025-06-17T14:58:12.179" v="1187" actId="1076"/>
          <ac:spMkLst>
            <pc:docMk/>
            <pc:sldMk cId="149317749" sldId="285"/>
            <ac:spMk id="7" creationId="{4DD255E2-4D57-C4C9-9434-9D9F06361756}"/>
          </ac:spMkLst>
        </pc:spChg>
        <pc:graphicFrameChg chg="modGraphic">
          <ac:chgData name="Teoh, Khai Jie" userId="78c2544e-c0f5-47c6-adfe-5a8a96d7ff8c" providerId="ADAL" clId="{A10CC50E-B794-4325-B08A-0DFE8626C853}" dt="2025-06-17T14:59:06.875" v="1210" actId="20577"/>
          <ac:graphicFrameMkLst>
            <pc:docMk/>
            <pc:sldMk cId="149317749" sldId="285"/>
            <ac:graphicFrameMk id="2" creationId="{FF78FC5A-D3F4-BF20-23FF-3A15B19F0B5F}"/>
          </ac:graphicFrameMkLst>
        </pc:graphicFrameChg>
      </pc:sldChg>
      <pc:sldChg chg="add del">
        <pc:chgData name="Teoh, Khai Jie" userId="78c2544e-c0f5-47c6-adfe-5a8a96d7ff8c" providerId="ADAL" clId="{A10CC50E-B794-4325-B08A-0DFE8626C853}" dt="2025-06-17T14:32:20.023" v="472" actId="47"/>
        <pc:sldMkLst>
          <pc:docMk/>
          <pc:sldMk cId="2937065187" sldId="285"/>
        </pc:sldMkLst>
      </pc:sldChg>
      <pc:sldChg chg="modSp add del mod ord">
        <pc:chgData name="Teoh, Khai Jie" userId="78c2544e-c0f5-47c6-adfe-5a8a96d7ff8c" providerId="ADAL" clId="{A10CC50E-B794-4325-B08A-0DFE8626C853}" dt="2025-06-17T14:52:08.381" v="1134" actId="47"/>
        <pc:sldMkLst>
          <pc:docMk/>
          <pc:sldMk cId="1527313948" sldId="286"/>
        </pc:sldMkLst>
      </pc:sldChg>
    </pc:docChg>
  </pc:docChgLst>
  <pc:docChgLst>
    <pc:chgData name="Teoh, Khai Jie" userId="S::khai.jie.teoh@intel.com::78c2544e-c0f5-47c6-adfe-5a8a96d7ff8c" providerId="AD" clId="Web-{8E8A87C8-9552-053C-B16E-F5BB059219B6}"/>
    <pc:docChg chg="modSld">
      <pc:chgData name="Teoh, Khai Jie" userId="S::khai.jie.teoh@intel.com::78c2544e-c0f5-47c6-adfe-5a8a96d7ff8c" providerId="AD" clId="Web-{8E8A87C8-9552-053C-B16E-F5BB059219B6}" dt="2025-06-17T07:55:37.716" v="3" actId="20577"/>
      <pc:docMkLst>
        <pc:docMk/>
      </pc:docMkLst>
      <pc:sldChg chg="modSp">
        <pc:chgData name="Teoh, Khai Jie" userId="S::khai.jie.teoh@intel.com::78c2544e-c0f5-47c6-adfe-5a8a96d7ff8c" providerId="AD" clId="Web-{8E8A87C8-9552-053C-B16E-F5BB059219B6}" dt="2025-06-17T07:55:37.716" v="3" actId="20577"/>
        <pc:sldMkLst>
          <pc:docMk/>
          <pc:sldMk cId="2086400740" sldId="257"/>
        </pc:sldMkLst>
        <pc:spChg chg="mod">
          <ac:chgData name="Teoh, Khai Jie" userId="S::khai.jie.teoh@intel.com::78c2544e-c0f5-47c6-adfe-5a8a96d7ff8c" providerId="AD" clId="Web-{8E8A87C8-9552-053C-B16E-F5BB059219B6}" dt="2025-06-17T07:55:37.716" v="3" actId="20577"/>
          <ac:spMkLst>
            <pc:docMk/>
            <pc:sldMk cId="2086400740" sldId="257"/>
            <ac:spMk id="5" creationId="{679F4BE2-8E4A-4003-B816-9E34781F7E88}"/>
          </ac:spMkLst>
        </pc:spChg>
      </pc:sldChg>
    </pc:docChg>
  </pc:docChgLst>
  <pc:docChgLst>
    <pc:chgData name="Teoh, Khai Jie" userId="78c2544e-c0f5-47c6-adfe-5a8a96d7ff8c" providerId="ADAL" clId="{20E70584-DC60-4E92-B5C3-3F1EB9184D33}"/>
    <pc:docChg chg="undo redo custSel addSld delSld modSld sldOrd">
      <pc:chgData name="Teoh, Khai Jie" userId="78c2544e-c0f5-47c6-adfe-5a8a96d7ff8c" providerId="ADAL" clId="{20E70584-DC60-4E92-B5C3-3F1EB9184D33}" dt="2025-06-17T07:50:40.853" v="3126"/>
      <pc:docMkLst>
        <pc:docMk/>
      </pc:docMkLst>
      <pc:sldChg chg="addSp delSp modSp del mod">
        <pc:chgData name="Teoh, Khai Jie" userId="78c2544e-c0f5-47c6-adfe-5a8a96d7ff8c" providerId="ADAL" clId="{20E70584-DC60-4E92-B5C3-3F1EB9184D33}" dt="2025-06-17T06:15:05.758" v="981" actId="47"/>
        <pc:sldMkLst>
          <pc:docMk/>
          <pc:sldMk cId="2555489052" sldId="259"/>
        </pc:sldMkLst>
      </pc:sldChg>
      <pc:sldChg chg="addSp delSp modSp mod">
        <pc:chgData name="Teoh, Khai Jie" userId="78c2544e-c0f5-47c6-adfe-5a8a96d7ff8c" providerId="ADAL" clId="{20E70584-DC60-4E92-B5C3-3F1EB9184D33}" dt="2025-06-17T06:06:41.805" v="720" actId="478"/>
        <pc:sldMkLst>
          <pc:docMk/>
          <pc:sldMk cId="2831951616" sldId="260"/>
        </pc:sldMkLst>
        <pc:spChg chg="mod">
          <ac:chgData name="Teoh, Khai Jie" userId="78c2544e-c0f5-47c6-adfe-5a8a96d7ff8c" providerId="ADAL" clId="{20E70584-DC60-4E92-B5C3-3F1EB9184D33}" dt="2025-06-17T06:06:17.203" v="717" actId="20577"/>
          <ac:spMkLst>
            <pc:docMk/>
            <pc:sldMk cId="2831951616" sldId="260"/>
            <ac:spMk id="4" creationId="{2C747EF2-1312-10C6-18D7-646C4DF79B55}"/>
          </ac:spMkLst>
        </pc:spChg>
        <pc:graphicFrameChg chg="add mod ord modGraphic">
          <ac:chgData name="Teoh, Khai Jie" userId="78c2544e-c0f5-47c6-adfe-5a8a96d7ff8c" providerId="ADAL" clId="{20E70584-DC60-4E92-B5C3-3F1EB9184D33}" dt="2025-06-17T06:01:57.593" v="647" actId="313"/>
          <ac:graphicFrameMkLst>
            <pc:docMk/>
            <pc:sldMk cId="2831951616" sldId="260"/>
            <ac:graphicFrameMk id="6" creationId="{8662FED9-4631-7F78-8744-BBAEA82C41E5}"/>
          </ac:graphicFrameMkLst>
        </pc:graphicFrameChg>
      </pc:sldChg>
      <pc:sldChg chg="addSp delSp modSp mod">
        <pc:chgData name="Teoh, Khai Jie" userId="78c2544e-c0f5-47c6-adfe-5a8a96d7ff8c" providerId="ADAL" clId="{20E70584-DC60-4E92-B5C3-3F1EB9184D33}" dt="2025-06-17T07:31:03.423" v="2583" actId="1076"/>
        <pc:sldMkLst>
          <pc:docMk/>
          <pc:sldMk cId="3541959244" sldId="263"/>
        </pc:sldMkLst>
        <pc:spChg chg="add mod">
          <ac:chgData name="Teoh, Khai Jie" userId="78c2544e-c0f5-47c6-adfe-5a8a96d7ff8c" providerId="ADAL" clId="{20E70584-DC60-4E92-B5C3-3F1EB9184D33}" dt="2025-06-17T07:31:03.423" v="2583" actId="1076"/>
          <ac:spMkLst>
            <pc:docMk/>
            <pc:sldMk cId="3541959244" sldId="263"/>
            <ac:spMk id="3" creationId="{EDEF3DC8-8628-EE2C-F3EF-4C6277A193BC}"/>
          </ac:spMkLst>
        </pc:spChg>
        <pc:spChg chg="mod">
          <ac:chgData name="Teoh, Khai Jie" userId="78c2544e-c0f5-47c6-adfe-5a8a96d7ff8c" providerId="ADAL" clId="{20E70584-DC60-4E92-B5C3-3F1EB9184D33}" dt="2025-06-17T07:17:02.668" v="2068" actId="1076"/>
          <ac:spMkLst>
            <pc:docMk/>
            <pc:sldMk cId="3541959244" sldId="263"/>
            <ac:spMk id="5" creationId="{BDE46258-320E-B721-6F33-58B6736C0C0C}"/>
          </ac:spMkLst>
        </pc:spChg>
        <pc:graphicFrameChg chg="mod modGraphic">
          <ac:chgData name="Teoh, Khai Jie" userId="78c2544e-c0f5-47c6-adfe-5a8a96d7ff8c" providerId="ADAL" clId="{20E70584-DC60-4E92-B5C3-3F1EB9184D33}" dt="2025-06-17T07:17:26.061" v="2072" actId="255"/>
          <ac:graphicFrameMkLst>
            <pc:docMk/>
            <pc:sldMk cId="3541959244" sldId="263"/>
            <ac:graphicFrameMk id="2" creationId="{3D1BD08C-EC0C-E390-98E5-D102AA671B1B}"/>
          </ac:graphicFrameMkLst>
        </pc:graphicFrameChg>
      </pc:sldChg>
      <pc:sldChg chg="addSp delSp modSp mod">
        <pc:chgData name="Teoh, Khai Jie" userId="78c2544e-c0f5-47c6-adfe-5a8a96d7ff8c" providerId="ADAL" clId="{20E70584-DC60-4E92-B5C3-3F1EB9184D33}" dt="2025-06-17T07:37:50.636" v="2826" actId="1076"/>
        <pc:sldMkLst>
          <pc:docMk/>
          <pc:sldMk cId="127880729" sldId="264"/>
        </pc:sldMkLst>
        <pc:spChg chg="mod">
          <ac:chgData name="Teoh, Khai Jie" userId="78c2544e-c0f5-47c6-adfe-5a8a96d7ff8c" providerId="ADAL" clId="{20E70584-DC60-4E92-B5C3-3F1EB9184D33}" dt="2025-06-17T07:32:12.992" v="2681" actId="20577"/>
          <ac:spMkLst>
            <pc:docMk/>
            <pc:sldMk cId="127880729" sldId="264"/>
            <ac:spMk id="4" creationId="{2282EFB8-E67C-0B66-E197-DF67B29F0DEF}"/>
          </ac:spMkLst>
        </pc:spChg>
        <pc:spChg chg="add mod">
          <ac:chgData name="Teoh, Khai Jie" userId="78c2544e-c0f5-47c6-adfe-5a8a96d7ff8c" providerId="ADAL" clId="{20E70584-DC60-4E92-B5C3-3F1EB9184D33}" dt="2025-06-17T07:32:23.406" v="2684" actId="20577"/>
          <ac:spMkLst>
            <pc:docMk/>
            <pc:sldMk cId="127880729" sldId="264"/>
            <ac:spMk id="8" creationId="{02B24B0E-9970-167A-ECF7-59BC9168A323}"/>
          </ac:spMkLst>
        </pc:spChg>
        <pc:graphicFrameChg chg="mod modGraphic">
          <ac:chgData name="Teoh, Khai Jie" userId="78c2544e-c0f5-47c6-adfe-5a8a96d7ff8c" providerId="ADAL" clId="{20E70584-DC60-4E92-B5C3-3F1EB9184D33}" dt="2025-06-17T07:32:17.866" v="2682" actId="14100"/>
          <ac:graphicFrameMkLst>
            <pc:docMk/>
            <pc:sldMk cId="127880729" sldId="264"/>
            <ac:graphicFrameMk id="2" creationId="{A8502BF0-B86D-1B61-22C0-A5C0BAA9AC56}"/>
          </ac:graphicFrameMkLst>
        </pc:graphicFrameChg>
      </pc:sldChg>
      <pc:sldChg chg="addSp delSp modSp mod">
        <pc:chgData name="Teoh, Khai Jie" userId="78c2544e-c0f5-47c6-adfe-5a8a96d7ff8c" providerId="ADAL" clId="{20E70584-DC60-4E92-B5C3-3F1EB9184D33}" dt="2025-06-17T07:39:35.122" v="2948" actId="20577"/>
        <pc:sldMkLst>
          <pc:docMk/>
          <pc:sldMk cId="691874978" sldId="265"/>
        </pc:sldMkLst>
        <pc:spChg chg="add mod">
          <ac:chgData name="Teoh, Khai Jie" userId="78c2544e-c0f5-47c6-adfe-5a8a96d7ff8c" providerId="ADAL" clId="{20E70584-DC60-4E92-B5C3-3F1EB9184D33}" dt="2025-06-17T07:39:35.122" v="2948" actId="20577"/>
          <ac:spMkLst>
            <pc:docMk/>
            <pc:sldMk cId="691874978" sldId="265"/>
            <ac:spMk id="3" creationId="{D1B0F0B1-EE11-EB1D-40D2-21DDB395DB3E}"/>
          </ac:spMkLst>
        </pc:spChg>
        <pc:graphicFrameChg chg="mod modGraphic">
          <ac:chgData name="Teoh, Khai Jie" userId="78c2544e-c0f5-47c6-adfe-5a8a96d7ff8c" providerId="ADAL" clId="{20E70584-DC60-4E92-B5C3-3F1EB9184D33}" dt="2025-06-17T07:37:20.461" v="2825" actId="14100"/>
          <ac:graphicFrameMkLst>
            <pc:docMk/>
            <pc:sldMk cId="691874978" sldId="265"/>
            <ac:graphicFrameMk id="2" creationId="{9F2BA8F5-0602-5C3C-C7AA-FE3BB157AFAC}"/>
          </ac:graphicFrameMkLst>
        </pc:graphicFrameChg>
      </pc:sldChg>
      <pc:sldChg chg="addSp delSp modSp mod">
        <pc:chgData name="Teoh, Khai Jie" userId="78c2544e-c0f5-47c6-adfe-5a8a96d7ff8c" providerId="ADAL" clId="{20E70584-DC60-4E92-B5C3-3F1EB9184D33}" dt="2025-06-17T07:50:37.717" v="3124"/>
        <pc:sldMkLst>
          <pc:docMk/>
          <pc:sldMk cId="3731232465" sldId="266"/>
        </pc:sldMkLst>
        <pc:graphicFrameChg chg="modGraphic">
          <ac:chgData name="Teoh, Khai Jie" userId="78c2544e-c0f5-47c6-adfe-5a8a96d7ff8c" providerId="ADAL" clId="{20E70584-DC60-4E92-B5C3-3F1EB9184D33}" dt="2025-06-17T07:49:29.604" v="3118" actId="255"/>
          <ac:graphicFrameMkLst>
            <pc:docMk/>
            <pc:sldMk cId="3731232465" sldId="266"/>
            <ac:graphicFrameMk id="2" creationId="{0AAE09B6-0704-CB30-B282-4C3479E058D9}"/>
          </ac:graphicFrameMkLst>
        </pc:graphicFrameChg>
      </pc:sldChg>
      <pc:sldChg chg="addSp delSp modSp mod">
        <pc:chgData name="Teoh, Khai Jie" userId="78c2544e-c0f5-47c6-adfe-5a8a96d7ff8c" providerId="ADAL" clId="{20E70584-DC60-4E92-B5C3-3F1EB9184D33}" dt="2025-06-17T07:50:39.831" v="3125"/>
        <pc:sldMkLst>
          <pc:docMk/>
          <pc:sldMk cId="989057105" sldId="267"/>
        </pc:sldMkLst>
      </pc:sldChg>
      <pc:sldChg chg="addSp delSp modSp mod">
        <pc:chgData name="Teoh, Khai Jie" userId="78c2544e-c0f5-47c6-adfe-5a8a96d7ff8c" providerId="ADAL" clId="{20E70584-DC60-4E92-B5C3-3F1EB9184D33}" dt="2025-06-17T07:21:09.594" v="2331" actId="33524"/>
        <pc:sldMkLst>
          <pc:docMk/>
          <pc:sldMk cId="4139323107" sldId="268"/>
        </pc:sldMkLst>
        <pc:spChg chg="add mod">
          <ac:chgData name="Teoh, Khai Jie" userId="78c2544e-c0f5-47c6-adfe-5a8a96d7ff8c" providerId="ADAL" clId="{20E70584-DC60-4E92-B5C3-3F1EB9184D33}" dt="2025-06-17T07:21:09.594" v="2331" actId="33524"/>
          <ac:spMkLst>
            <pc:docMk/>
            <pc:sldMk cId="4139323107" sldId="268"/>
            <ac:spMk id="3" creationId="{CF346567-387E-52A7-13F4-EC029DAFBC2F}"/>
          </ac:spMkLst>
        </pc:spChg>
        <pc:graphicFrameChg chg="mod modGraphic">
          <ac:chgData name="Teoh, Khai Jie" userId="78c2544e-c0f5-47c6-adfe-5a8a96d7ff8c" providerId="ADAL" clId="{20E70584-DC60-4E92-B5C3-3F1EB9184D33}" dt="2025-06-17T07:17:30.941" v="2073" actId="255"/>
          <ac:graphicFrameMkLst>
            <pc:docMk/>
            <pc:sldMk cId="4139323107" sldId="268"/>
            <ac:graphicFrameMk id="2" creationId="{8D93A08C-A1D3-0FC4-6F51-D70C9EAE10E0}"/>
          </ac:graphicFrameMkLst>
        </pc:graphicFrameChg>
      </pc:sldChg>
      <pc:sldChg chg="addSp delSp mod">
        <pc:chgData name="Teoh, Khai Jie" userId="78c2544e-c0f5-47c6-adfe-5a8a96d7ff8c" providerId="ADAL" clId="{20E70584-DC60-4E92-B5C3-3F1EB9184D33}" dt="2025-06-17T07:50:40.853" v="3126"/>
        <pc:sldMkLst>
          <pc:docMk/>
          <pc:sldMk cId="2373908169" sldId="269"/>
        </pc:sldMkLst>
      </pc:sldChg>
      <pc:sldChg chg="addSp delSp modSp mod">
        <pc:chgData name="Teoh, Khai Jie" userId="78c2544e-c0f5-47c6-adfe-5a8a96d7ff8c" providerId="ADAL" clId="{20E70584-DC60-4E92-B5C3-3F1EB9184D33}" dt="2025-06-17T07:41:11.608" v="2959" actId="1076"/>
        <pc:sldMkLst>
          <pc:docMk/>
          <pc:sldMk cId="653943837" sldId="271"/>
        </pc:sldMkLst>
        <pc:spChg chg="mod">
          <ac:chgData name="Teoh, Khai Jie" userId="78c2544e-c0f5-47c6-adfe-5a8a96d7ff8c" providerId="ADAL" clId="{20E70584-DC60-4E92-B5C3-3F1EB9184D33}" dt="2025-06-17T07:41:11.608" v="2959" actId="1076"/>
          <ac:spMkLst>
            <pc:docMk/>
            <pc:sldMk cId="653943837" sldId="271"/>
            <ac:spMk id="5" creationId="{C2FA7645-2B87-D310-B35F-ACD7C30930F9}"/>
          </ac:spMkLst>
        </pc:spChg>
        <pc:picChg chg="add mod ord">
          <ac:chgData name="Teoh, Khai Jie" userId="78c2544e-c0f5-47c6-adfe-5a8a96d7ff8c" providerId="ADAL" clId="{20E70584-DC60-4E92-B5C3-3F1EB9184D33}" dt="2025-06-17T07:41:01.059" v="2952" actId="167"/>
          <ac:picMkLst>
            <pc:docMk/>
            <pc:sldMk cId="653943837" sldId="271"/>
            <ac:picMk id="2" creationId="{E34733AC-949B-FA4B-C928-6731AFB2D468}"/>
          </ac:picMkLst>
        </pc:picChg>
        <pc:picChg chg="add mod ord">
          <ac:chgData name="Teoh, Khai Jie" userId="78c2544e-c0f5-47c6-adfe-5a8a96d7ff8c" providerId="ADAL" clId="{20E70584-DC60-4E92-B5C3-3F1EB9184D33}" dt="2025-06-17T07:41:08.710" v="2956" actId="167"/>
          <ac:picMkLst>
            <pc:docMk/>
            <pc:sldMk cId="653943837" sldId="271"/>
            <ac:picMk id="3" creationId="{0B328896-4566-D617-3F30-F9B7312361ED}"/>
          </ac:picMkLst>
        </pc:picChg>
      </pc:sldChg>
      <pc:sldChg chg="modSp mod">
        <pc:chgData name="Teoh, Khai Jie" userId="78c2544e-c0f5-47c6-adfe-5a8a96d7ff8c" providerId="ADAL" clId="{20E70584-DC60-4E92-B5C3-3F1EB9184D33}" dt="2025-06-17T07:27:32.219" v="2558" actId="20577"/>
        <pc:sldMkLst>
          <pc:docMk/>
          <pc:sldMk cId="3882297844" sldId="272"/>
        </pc:sldMkLst>
        <pc:spChg chg="mod">
          <ac:chgData name="Teoh, Khai Jie" userId="78c2544e-c0f5-47c6-adfe-5a8a96d7ff8c" providerId="ADAL" clId="{20E70584-DC60-4E92-B5C3-3F1EB9184D33}" dt="2025-06-17T07:27:32.219" v="2558" actId="20577"/>
          <ac:spMkLst>
            <pc:docMk/>
            <pc:sldMk cId="3882297844" sldId="272"/>
            <ac:spMk id="4" creationId="{25B93FC1-D930-D781-7638-9AAD35A421A9}"/>
          </ac:spMkLst>
        </pc:spChg>
      </pc:sldChg>
      <pc:sldChg chg="addSp delSp modSp mod ord">
        <pc:chgData name="Teoh, Khai Jie" userId="78c2544e-c0f5-47c6-adfe-5a8a96d7ff8c" providerId="ADAL" clId="{20E70584-DC60-4E92-B5C3-3F1EB9184D33}" dt="2025-06-17T07:41:20.659" v="2960"/>
        <pc:sldMkLst>
          <pc:docMk/>
          <pc:sldMk cId="161642381" sldId="273"/>
        </pc:sldMkLst>
        <pc:spChg chg="mod">
          <ac:chgData name="Teoh, Khai Jie" userId="78c2544e-c0f5-47c6-adfe-5a8a96d7ff8c" providerId="ADAL" clId="{20E70584-DC60-4E92-B5C3-3F1EB9184D33}" dt="2025-06-17T06:22:41.917" v="1076" actId="1076"/>
          <ac:spMkLst>
            <pc:docMk/>
            <pc:sldMk cId="161642381" sldId="273"/>
            <ac:spMk id="4" creationId="{5409B0FF-EB9D-EE42-BECC-97FA5B0274E9}"/>
          </ac:spMkLst>
        </pc:spChg>
        <pc:spChg chg="mod">
          <ac:chgData name="Teoh, Khai Jie" userId="78c2544e-c0f5-47c6-adfe-5a8a96d7ff8c" providerId="ADAL" clId="{20E70584-DC60-4E92-B5C3-3F1EB9184D33}" dt="2025-06-17T06:25:44.576" v="1120" actId="20577"/>
          <ac:spMkLst>
            <pc:docMk/>
            <pc:sldMk cId="161642381" sldId="273"/>
            <ac:spMk id="5" creationId="{744E38BC-970F-2411-8E03-B475DB986A71}"/>
          </ac:spMkLst>
        </pc:spChg>
      </pc:sldChg>
      <pc:sldChg chg="del">
        <pc:chgData name="Teoh, Khai Jie" userId="78c2544e-c0f5-47c6-adfe-5a8a96d7ff8c" providerId="ADAL" clId="{20E70584-DC60-4E92-B5C3-3F1EB9184D33}" dt="2025-06-17T07:40:21.345" v="2949" actId="47"/>
        <pc:sldMkLst>
          <pc:docMk/>
          <pc:sldMk cId="3043037997" sldId="274"/>
        </pc:sldMkLst>
      </pc:sldChg>
      <pc:sldChg chg="delSp modSp add del mod ord">
        <pc:chgData name="Teoh, Khai Jie" userId="78c2544e-c0f5-47c6-adfe-5a8a96d7ff8c" providerId="ADAL" clId="{20E70584-DC60-4E92-B5C3-3F1EB9184D33}" dt="2025-06-17T05:19:48.517" v="286" actId="2696"/>
        <pc:sldMkLst>
          <pc:docMk/>
          <pc:sldMk cId="1307854629" sldId="275"/>
        </pc:sldMkLst>
      </pc:sldChg>
      <pc:sldChg chg="addSp delSp modSp add mod ord">
        <pc:chgData name="Teoh, Khai Jie" userId="78c2544e-c0f5-47c6-adfe-5a8a96d7ff8c" providerId="ADAL" clId="{20E70584-DC60-4E92-B5C3-3F1EB9184D33}" dt="2025-06-17T06:15:03.116" v="980" actId="1076"/>
        <pc:sldMkLst>
          <pc:docMk/>
          <pc:sldMk cId="258458460" sldId="276"/>
        </pc:sldMkLst>
        <pc:spChg chg="add mod">
          <ac:chgData name="Teoh, Khai Jie" userId="78c2544e-c0f5-47c6-adfe-5a8a96d7ff8c" providerId="ADAL" clId="{20E70584-DC60-4E92-B5C3-3F1EB9184D33}" dt="2025-06-17T05:19:33.689" v="285" actId="20577"/>
          <ac:spMkLst>
            <pc:docMk/>
            <pc:sldMk cId="258458460" sldId="276"/>
            <ac:spMk id="3" creationId="{6B2C7D5B-7F87-E868-946A-5502FDB61B4A}"/>
          </ac:spMkLst>
        </pc:spChg>
        <pc:spChg chg="mod">
          <ac:chgData name="Teoh, Khai Jie" userId="78c2544e-c0f5-47c6-adfe-5a8a96d7ff8c" providerId="ADAL" clId="{20E70584-DC60-4E92-B5C3-3F1EB9184D33}" dt="2025-06-17T05:17:06.169" v="121" actId="20577"/>
          <ac:spMkLst>
            <pc:docMk/>
            <pc:sldMk cId="258458460" sldId="276"/>
            <ac:spMk id="4" creationId="{99F8EB00-4FB5-4351-29D2-72C443C99E7B}"/>
          </ac:spMkLst>
        </pc:spChg>
        <pc:spChg chg="add mod">
          <ac:chgData name="Teoh, Khai Jie" userId="78c2544e-c0f5-47c6-adfe-5a8a96d7ff8c" providerId="ADAL" clId="{20E70584-DC60-4E92-B5C3-3F1EB9184D33}" dt="2025-06-17T06:14:55.125" v="977" actId="1076"/>
          <ac:spMkLst>
            <pc:docMk/>
            <pc:sldMk cId="258458460" sldId="276"/>
            <ac:spMk id="6" creationId="{2773B3D9-C498-40B5-D005-15F8AB41C437}"/>
          </ac:spMkLst>
        </pc:spChg>
        <pc:graphicFrameChg chg="add mod">
          <ac:chgData name="Teoh, Khai Jie" userId="78c2544e-c0f5-47c6-adfe-5a8a96d7ff8c" providerId="ADAL" clId="{20E70584-DC60-4E92-B5C3-3F1EB9184D33}" dt="2025-06-17T06:15:03.116" v="980" actId="1076"/>
          <ac:graphicFrameMkLst>
            <pc:docMk/>
            <pc:sldMk cId="258458460" sldId="276"/>
            <ac:graphicFrameMk id="7" creationId="{192ED0B5-1AB6-C691-BBFC-31D483BDF529}"/>
          </ac:graphicFrameMkLst>
        </pc:graphicFrameChg>
      </pc:sldChg>
      <pc:sldChg chg="addSp delSp modSp add mod">
        <pc:chgData name="Teoh, Khai Jie" userId="78c2544e-c0f5-47c6-adfe-5a8a96d7ff8c" providerId="ADAL" clId="{20E70584-DC60-4E92-B5C3-3F1EB9184D33}" dt="2025-06-17T06:25:06.672" v="1077"/>
        <pc:sldMkLst>
          <pc:docMk/>
          <pc:sldMk cId="3861614170" sldId="277"/>
        </pc:sldMkLst>
        <pc:spChg chg="mod">
          <ac:chgData name="Teoh, Khai Jie" userId="78c2544e-c0f5-47c6-adfe-5a8a96d7ff8c" providerId="ADAL" clId="{20E70584-DC60-4E92-B5C3-3F1EB9184D33}" dt="2025-06-17T06:15:27.889" v="1019" actId="20577"/>
          <ac:spMkLst>
            <pc:docMk/>
            <pc:sldMk cId="3861614170" sldId="277"/>
            <ac:spMk id="4" creationId="{BE7B2808-8ACB-7A04-879A-A4C1C8669A7F}"/>
          </ac:spMkLst>
        </pc:spChg>
        <pc:spChg chg="add mod">
          <ac:chgData name="Teoh, Khai Jie" userId="78c2544e-c0f5-47c6-adfe-5a8a96d7ff8c" providerId="ADAL" clId="{20E70584-DC60-4E92-B5C3-3F1EB9184D33}" dt="2025-06-17T06:22:35.251" v="1074" actId="1076"/>
          <ac:spMkLst>
            <pc:docMk/>
            <pc:sldMk cId="3861614170" sldId="277"/>
            <ac:spMk id="8" creationId="{D679F975-0582-F223-D304-FDA3344574CD}"/>
          </ac:spMkLst>
        </pc:spChg>
        <pc:graphicFrameChg chg="mod modGraphic">
          <ac:chgData name="Teoh, Khai Jie" userId="78c2544e-c0f5-47c6-adfe-5a8a96d7ff8c" providerId="ADAL" clId="{20E70584-DC60-4E92-B5C3-3F1EB9184D33}" dt="2025-06-17T06:25:06.672" v="1077"/>
          <ac:graphicFrameMkLst>
            <pc:docMk/>
            <pc:sldMk cId="3861614170" sldId="277"/>
            <ac:graphicFrameMk id="2" creationId="{98A0D211-C84D-D82D-A1EF-3CD7998ABC77}"/>
          </ac:graphicFrameMkLst>
        </pc:graphicFrameChg>
        <pc:graphicFrameChg chg="add mod">
          <ac:chgData name="Teoh, Khai Jie" userId="78c2544e-c0f5-47c6-adfe-5a8a96d7ff8c" providerId="ADAL" clId="{20E70584-DC60-4E92-B5C3-3F1EB9184D33}" dt="2025-06-17T06:22:25.443" v="1072" actId="1076"/>
          <ac:graphicFrameMkLst>
            <pc:docMk/>
            <pc:sldMk cId="3861614170" sldId="277"/>
            <ac:graphicFrameMk id="7" creationId="{95C44B8D-718C-83A3-646B-BB57C8AF8772}"/>
          </ac:graphicFrameMkLst>
        </pc:graphicFrameChg>
        <pc:picChg chg="add mod">
          <ac:chgData name="Teoh, Khai Jie" userId="78c2544e-c0f5-47c6-adfe-5a8a96d7ff8c" providerId="ADAL" clId="{20E70584-DC60-4E92-B5C3-3F1EB9184D33}" dt="2025-06-17T06:17:01.116" v="1025" actId="1076"/>
          <ac:picMkLst>
            <pc:docMk/>
            <pc:sldMk cId="3861614170" sldId="277"/>
            <ac:picMk id="5" creationId="{D5AF923B-5E53-723C-CE1B-9C787FB2A6C1}"/>
          </ac:picMkLst>
        </pc:picChg>
      </pc:sldChg>
      <pc:sldChg chg="delSp modSp add mod">
        <pc:chgData name="Teoh, Khai Jie" userId="78c2544e-c0f5-47c6-adfe-5a8a96d7ff8c" providerId="ADAL" clId="{20E70584-DC60-4E92-B5C3-3F1EB9184D33}" dt="2025-06-17T06:14:33.564" v="975" actId="20577"/>
        <pc:sldMkLst>
          <pc:docMk/>
          <pc:sldMk cId="1372811674" sldId="278"/>
        </pc:sldMkLst>
        <pc:spChg chg="mod">
          <ac:chgData name="Teoh, Khai Jie" userId="78c2544e-c0f5-47c6-adfe-5a8a96d7ff8c" providerId="ADAL" clId="{20E70584-DC60-4E92-B5C3-3F1EB9184D33}" dt="2025-06-17T06:14:33.564" v="975" actId="20577"/>
          <ac:spMkLst>
            <pc:docMk/>
            <pc:sldMk cId="1372811674" sldId="278"/>
            <ac:spMk id="4" creationId="{15965319-DCC5-BAF1-7AB9-4EE06DE51149}"/>
          </ac:spMkLst>
        </pc:spChg>
        <pc:spChg chg="mod">
          <ac:chgData name="Teoh, Khai Jie" userId="78c2544e-c0f5-47c6-adfe-5a8a96d7ff8c" providerId="ADAL" clId="{20E70584-DC60-4E92-B5C3-3F1EB9184D33}" dt="2025-06-17T06:14:16.634" v="966"/>
          <ac:spMkLst>
            <pc:docMk/>
            <pc:sldMk cId="1372811674" sldId="278"/>
            <ac:spMk id="7" creationId="{8D5ECDA3-846F-F09E-9FA3-CB64686B9BC0}"/>
          </ac:spMkLst>
        </pc:spChg>
      </pc:sldChg>
      <pc:sldChg chg="delSp modSp add mod">
        <pc:chgData name="Teoh, Khai Jie" userId="78c2544e-c0f5-47c6-adfe-5a8a96d7ff8c" providerId="ADAL" clId="{20E70584-DC60-4E92-B5C3-3F1EB9184D33}" dt="2025-06-17T06:14:27.487" v="971" actId="20577"/>
        <pc:sldMkLst>
          <pc:docMk/>
          <pc:sldMk cId="1176947975" sldId="279"/>
        </pc:sldMkLst>
        <pc:spChg chg="mod">
          <ac:chgData name="Teoh, Khai Jie" userId="78c2544e-c0f5-47c6-adfe-5a8a96d7ff8c" providerId="ADAL" clId="{20E70584-DC60-4E92-B5C3-3F1EB9184D33}" dt="2025-06-17T06:14:27.487" v="971" actId="20577"/>
          <ac:spMkLst>
            <pc:docMk/>
            <pc:sldMk cId="1176947975" sldId="279"/>
            <ac:spMk id="4" creationId="{F2BE3F27-3132-D978-8771-1A65EF190E92}"/>
          </ac:spMkLst>
        </pc:spChg>
        <pc:spChg chg="mod">
          <ac:chgData name="Teoh, Khai Jie" userId="78c2544e-c0f5-47c6-adfe-5a8a96d7ff8c" providerId="ADAL" clId="{20E70584-DC60-4E92-B5C3-3F1EB9184D33}" dt="2025-06-17T06:14:22.029" v="968"/>
          <ac:spMkLst>
            <pc:docMk/>
            <pc:sldMk cId="1176947975" sldId="279"/>
            <ac:spMk id="7" creationId="{124ABE4E-5923-07A2-D7CA-D3C8AA4F4261}"/>
          </ac:spMkLst>
        </pc:spChg>
      </pc:sldChg>
      <pc:sldChg chg="addSp delSp modSp add mod">
        <pc:chgData name="Teoh, Khai Jie" userId="78c2544e-c0f5-47c6-adfe-5a8a96d7ff8c" providerId="ADAL" clId="{20E70584-DC60-4E92-B5C3-3F1EB9184D33}" dt="2025-06-17T07:24:39.699" v="2475" actId="20577"/>
        <pc:sldMkLst>
          <pc:docMk/>
          <pc:sldMk cId="700331537" sldId="280"/>
        </pc:sldMkLst>
        <pc:spChg chg="mod">
          <ac:chgData name="Teoh, Khai Jie" userId="78c2544e-c0f5-47c6-adfe-5a8a96d7ff8c" providerId="ADAL" clId="{20E70584-DC60-4E92-B5C3-3F1EB9184D33}" dt="2025-06-17T07:24:39.699" v="2475" actId="20577"/>
          <ac:spMkLst>
            <pc:docMk/>
            <pc:sldMk cId="700331537" sldId="280"/>
            <ac:spMk id="3" creationId="{7D825834-567D-B3CA-2524-D64C611FD259}"/>
          </ac:spMkLst>
        </pc:spChg>
        <pc:spChg chg="mod">
          <ac:chgData name="Teoh, Khai Jie" userId="78c2544e-c0f5-47c6-adfe-5a8a96d7ff8c" providerId="ADAL" clId="{20E70584-DC60-4E92-B5C3-3F1EB9184D33}" dt="2025-06-17T06:39:15.422" v="1645" actId="20577"/>
          <ac:spMkLst>
            <pc:docMk/>
            <pc:sldMk cId="700331537" sldId="280"/>
            <ac:spMk id="4" creationId="{9F3694E0-7AEE-D176-2926-8389BB569DAE}"/>
          </ac:spMkLst>
        </pc:spChg>
      </pc:sldChg>
      <pc:sldChg chg="modSp add del mod">
        <pc:chgData name="Teoh, Khai Jie" userId="78c2544e-c0f5-47c6-adfe-5a8a96d7ff8c" providerId="ADAL" clId="{20E70584-DC60-4E92-B5C3-3F1EB9184D33}" dt="2025-06-17T06:26:16.747" v="1130" actId="2696"/>
        <pc:sldMkLst>
          <pc:docMk/>
          <pc:sldMk cId="1818909030" sldId="280"/>
        </pc:sldMkLst>
      </pc:sldChg>
      <pc:sldChg chg="modSp add mod ord">
        <pc:chgData name="Teoh, Khai Jie" userId="78c2544e-c0f5-47c6-adfe-5a8a96d7ff8c" providerId="ADAL" clId="{20E70584-DC60-4E92-B5C3-3F1EB9184D33}" dt="2025-06-17T07:27:06.746" v="2541"/>
        <pc:sldMkLst>
          <pc:docMk/>
          <pc:sldMk cId="3529396631" sldId="281"/>
        </pc:sldMkLst>
        <pc:spChg chg="mod">
          <ac:chgData name="Teoh, Khai Jie" userId="78c2544e-c0f5-47c6-adfe-5a8a96d7ff8c" providerId="ADAL" clId="{20E70584-DC60-4E92-B5C3-3F1EB9184D33}" dt="2025-06-17T07:27:06.746" v="2541"/>
          <ac:spMkLst>
            <pc:docMk/>
            <pc:sldMk cId="3529396631" sldId="281"/>
            <ac:spMk id="3" creationId="{FBC50E25-8775-6661-6BA2-78B875F624FC}"/>
          </ac:spMkLst>
        </pc:spChg>
      </pc:sldChg>
      <pc:sldChg chg="modSp add mod ord">
        <pc:chgData name="Teoh, Khai Jie" userId="78c2544e-c0f5-47c6-adfe-5a8a96d7ff8c" providerId="ADAL" clId="{20E70584-DC60-4E92-B5C3-3F1EB9184D33}" dt="2025-06-17T07:47:44.699" v="3113" actId="20577"/>
        <pc:sldMkLst>
          <pc:docMk/>
          <pc:sldMk cId="430920245" sldId="282"/>
        </pc:sldMkLst>
        <pc:spChg chg="mod">
          <ac:chgData name="Teoh, Khai Jie" userId="78c2544e-c0f5-47c6-adfe-5a8a96d7ff8c" providerId="ADAL" clId="{20E70584-DC60-4E92-B5C3-3F1EB9184D33}" dt="2025-06-17T07:47:44.699" v="3113" actId="20577"/>
          <ac:spMkLst>
            <pc:docMk/>
            <pc:sldMk cId="430920245" sldId="282"/>
            <ac:spMk id="3" creationId="{DA7E6FCD-3E2A-91A4-1D1E-C1A6124A9883}"/>
          </ac:spMkLst>
        </pc:spChg>
      </pc:sldChg>
    </pc:docChg>
  </pc:docChgLst>
  <pc:docChgLst>
    <pc:chgData name="Teoh, Khai Jie" userId="78c2544e-c0f5-47c6-adfe-5a8a96d7ff8c" providerId="ADAL" clId="{FA307EB4-7CC0-40B4-B91B-5D1E2C83476D}"/>
    <pc:docChg chg="undo redo custSel addSld delSld modSld">
      <pc:chgData name="Teoh, Khai Jie" userId="78c2544e-c0f5-47c6-adfe-5a8a96d7ff8c" providerId="ADAL" clId="{FA307EB4-7CC0-40B4-B91B-5D1E2C83476D}" dt="2025-06-30T02:37:07.994" v="986" actId="20577"/>
      <pc:docMkLst>
        <pc:docMk/>
      </pc:docMkLst>
      <pc:sldChg chg="modSp mod">
        <pc:chgData name="Teoh, Khai Jie" userId="78c2544e-c0f5-47c6-adfe-5a8a96d7ff8c" providerId="ADAL" clId="{FA307EB4-7CC0-40B4-B91B-5D1E2C83476D}" dt="2025-06-25T13:16:59.644" v="2" actId="20577"/>
        <pc:sldMkLst>
          <pc:docMk/>
          <pc:sldMk cId="2086400740" sldId="257"/>
        </pc:sldMkLst>
        <pc:spChg chg="mod">
          <ac:chgData name="Teoh, Khai Jie" userId="78c2544e-c0f5-47c6-adfe-5a8a96d7ff8c" providerId="ADAL" clId="{FA307EB4-7CC0-40B4-B91B-5D1E2C83476D}" dt="2025-06-25T13:16:59.644" v="2" actId="20577"/>
          <ac:spMkLst>
            <pc:docMk/>
            <pc:sldMk cId="2086400740" sldId="257"/>
            <ac:spMk id="5" creationId="{679F4BE2-8E4A-4003-B816-9E34781F7E88}"/>
          </ac:spMkLst>
        </pc:spChg>
      </pc:sldChg>
      <pc:sldChg chg="modSp mod">
        <pc:chgData name="Teoh, Khai Jie" userId="78c2544e-c0f5-47c6-adfe-5a8a96d7ff8c" providerId="ADAL" clId="{FA307EB4-7CC0-40B4-B91B-5D1E2C83476D}" dt="2025-06-30T02:26:25.378" v="892" actId="113"/>
        <pc:sldMkLst>
          <pc:docMk/>
          <pc:sldMk cId="3541959244" sldId="263"/>
        </pc:sldMkLst>
        <pc:spChg chg="mod">
          <ac:chgData name="Teoh, Khai Jie" userId="78c2544e-c0f5-47c6-adfe-5a8a96d7ff8c" providerId="ADAL" clId="{FA307EB4-7CC0-40B4-B91B-5D1E2C83476D}" dt="2025-06-30T02:03:57.359" v="341" actId="1076"/>
          <ac:spMkLst>
            <pc:docMk/>
            <pc:sldMk cId="3541959244" sldId="263"/>
            <ac:spMk id="3" creationId="{EDEF3DC8-8628-EE2C-F3EF-4C6277A193BC}"/>
          </ac:spMkLst>
        </pc:spChg>
        <pc:graphicFrameChg chg="mod modGraphic">
          <ac:chgData name="Teoh, Khai Jie" userId="78c2544e-c0f5-47c6-adfe-5a8a96d7ff8c" providerId="ADAL" clId="{FA307EB4-7CC0-40B4-B91B-5D1E2C83476D}" dt="2025-06-30T02:26:25.378" v="892" actId="113"/>
          <ac:graphicFrameMkLst>
            <pc:docMk/>
            <pc:sldMk cId="3541959244" sldId="263"/>
            <ac:graphicFrameMk id="2" creationId="{3D1BD08C-EC0C-E390-98E5-D102AA671B1B}"/>
          </ac:graphicFrameMkLst>
        </pc:graphicFrameChg>
      </pc:sldChg>
      <pc:sldChg chg="modSp mod">
        <pc:chgData name="Teoh, Khai Jie" userId="78c2544e-c0f5-47c6-adfe-5a8a96d7ff8c" providerId="ADAL" clId="{FA307EB4-7CC0-40B4-B91B-5D1E2C83476D}" dt="2025-06-30T02:20:35.559" v="697" actId="20577"/>
        <pc:sldMkLst>
          <pc:docMk/>
          <pc:sldMk cId="691874978" sldId="265"/>
        </pc:sldMkLst>
        <pc:graphicFrameChg chg="mod modGraphic">
          <ac:chgData name="Teoh, Khai Jie" userId="78c2544e-c0f5-47c6-adfe-5a8a96d7ff8c" providerId="ADAL" clId="{FA307EB4-7CC0-40B4-B91B-5D1E2C83476D}" dt="2025-06-30T02:20:35.559" v="697" actId="20577"/>
          <ac:graphicFrameMkLst>
            <pc:docMk/>
            <pc:sldMk cId="691874978" sldId="265"/>
            <ac:graphicFrameMk id="2" creationId="{9F2BA8F5-0602-5C3C-C7AA-FE3BB157AFAC}"/>
          </ac:graphicFrameMkLst>
        </pc:graphicFrameChg>
      </pc:sldChg>
      <pc:sldChg chg="modSp mod">
        <pc:chgData name="Teoh, Khai Jie" userId="78c2544e-c0f5-47c6-adfe-5a8a96d7ff8c" providerId="ADAL" clId="{FA307EB4-7CC0-40B4-B91B-5D1E2C83476D}" dt="2025-06-30T02:06:19.881" v="553" actId="20577"/>
        <pc:sldMkLst>
          <pc:docMk/>
          <pc:sldMk cId="4139323107" sldId="268"/>
        </pc:sldMkLst>
        <pc:graphicFrameChg chg="modGraphic">
          <ac:chgData name="Teoh, Khai Jie" userId="78c2544e-c0f5-47c6-adfe-5a8a96d7ff8c" providerId="ADAL" clId="{FA307EB4-7CC0-40B4-B91B-5D1E2C83476D}" dt="2025-06-30T02:06:19.881" v="553" actId="20577"/>
          <ac:graphicFrameMkLst>
            <pc:docMk/>
            <pc:sldMk cId="4139323107" sldId="268"/>
            <ac:graphicFrameMk id="2" creationId="{8D93A08C-A1D3-0FC4-6F51-D70C9EAE10E0}"/>
          </ac:graphicFrameMkLst>
        </pc:graphicFrameChg>
      </pc:sldChg>
      <pc:sldChg chg="addSp delSp modSp mod">
        <pc:chgData name="Teoh, Khai Jie" userId="78c2544e-c0f5-47c6-adfe-5a8a96d7ff8c" providerId="ADAL" clId="{FA307EB4-7CC0-40B4-B91B-5D1E2C83476D}" dt="2025-06-30T02:37:07.994" v="986" actId="20577"/>
        <pc:sldMkLst>
          <pc:docMk/>
          <pc:sldMk cId="161642381" sldId="273"/>
        </pc:sldMkLst>
        <pc:spChg chg="mod">
          <ac:chgData name="Teoh, Khai Jie" userId="78c2544e-c0f5-47c6-adfe-5a8a96d7ff8c" providerId="ADAL" clId="{FA307EB4-7CC0-40B4-B91B-5D1E2C83476D}" dt="2025-06-30T02:37:07.994" v="986" actId="20577"/>
          <ac:spMkLst>
            <pc:docMk/>
            <pc:sldMk cId="161642381" sldId="273"/>
            <ac:spMk id="5" creationId="{744E38BC-970F-2411-8E03-B475DB986A71}"/>
          </ac:spMkLst>
        </pc:spChg>
        <pc:spChg chg="mod">
          <ac:chgData name="Teoh, Khai Jie" userId="78c2544e-c0f5-47c6-adfe-5a8a96d7ff8c" providerId="ADAL" clId="{FA307EB4-7CC0-40B4-B91B-5D1E2C83476D}" dt="2025-06-30T02:36:35.468" v="980" actId="1076"/>
          <ac:spMkLst>
            <pc:docMk/>
            <pc:sldMk cId="161642381" sldId="273"/>
            <ac:spMk id="10" creationId="{723EF9DD-3D9A-B239-0BBB-9EA5043EA16A}"/>
          </ac:spMkLst>
        </pc:spChg>
        <pc:picChg chg="add mod">
          <ac:chgData name="Teoh, Khai Jie" userId="78c2544e-c0f5-47c6-adfe-5a8a96d7ff8c" providerId="ADAL" clId="{FA307EB4-7CC0-40B4-B91B-5D1E2C83476D}" dt="2025-06-30T02:36:25.312" v="979" actId="1076"/>
          <ac:picMkLst>
            <pc:docMk/>
            <pc:sldMk cId="161642381" sldId="273"/>
            <ac:picMk id="3" creationId="{65FB7078-4464-4F70-665F-2C2C64A81425}"/>
          </ac:picMkLst>
        </pc:picChg>
        <pc:picChg chg="del">
          <ac:chgData name="Teoh, Khai Jie" userId="78c2544e-c0f5-47c6-adfe-5a8a96d7ff8c" providerId="ADAL" clId="{FA307EB4-7CC0-40B4-B91B-5D1E2C83476D}" dt="2025-06-30T02:36:05.489" v="974" actId="478"/>
          <ac:picMkLst>
            <pc:docMk/>
            <pc:sldMk cId="161642381" sldId="273"/>
            <ac:picMk id="8" creationId="{D84E6A3B-003B-8180-0588-546C87394372}"/>
          </ac:picMkLst>
        </pc:picChg>
      </pc:sldChg>
      <pc:sldChg chg="modSp mod">
        <pc:chgData name="Teoh, Khai Jie" userId="78c2544e-c0f5-47c6-adfe-5a8a96d7ff8c" providerId="ADAL" clId="{FA307EB4-7CC0-40B4-B91B-5D1E2C83476D}" dt="2025-06-30T02:02:46.660" v="336" actId="313"/>
        <pc:sldMkLst>
          <pc:docMk/>
          <pc:sldMk cId="3861614170" sldId="277"/>
        </pc:sldMkLst>
        <pc:spChg chg="mod">
          <ac:chgData name="Teoh, Khai Jie" userId="78c2544e-c0f5-47c6-adfe-5a8a96d7ff8c" providerId="ADAL" clId="{FA307EB4-7CC0-40B4-B91B-5D1E2C83476D}" dt="2025-06-30T01:54:53.839" v="90" actId="1076"/>
          <ac:spMkLst>
            <pc:docMk/>
            <pc:sldMk cId="3861614170" sldId="277"/>
            <ac:spMk id="8" creationId="{D679F975-0582-F223-D304-FDA3344574CD}"/>
          </ac:spMkLst>
        </pc:spChg>
        <pc:graphicFrameChg chg="mod modGraphic">
          <ac:chgData name="Teoh, Khai Jie" userId="78c2544e-c0f5-47c6-adfe-5a8a96d7ff8c" providerId="ADAL" clId="{FA307EB4-7CC0-40B4-B91B-5D1E2C83476D}" dt="2025-06-30T02:02:46.660" v="336" actId="313"/>
          <ac:graphicFrameMkLst>
            <pc:docMk/>
            <pc:sldMk cId="3861614170" sldId="277"/>
            <ac:graphicFrameMk id="2" creationId="{98A0D211-C84D-D82D-A1EF-3CD7998ABC77}"/>
          </ac:graphicFrameMkLst>
        </pc:graphicFrameChg>
        <pc:graphicFrameChg chg="mod">
          <ac:chgData name="Teoh, Khai Jie" userId="78c2544e-c0f5-47c6-adfe-5a8a96d7ff8c" providerId="ADAL" clId="{FA307EB4-7CC0-40B4-B91B-5D1E2C83476D}" dt="2025-06-30T01:54:49.740" v="89" actId="1076"/>
          <ac:graphicFrameMkLst>
            <pc:docMk/>
            <pc:sldMk cId="3861614170" sldId="277"/>
            <ac:graphicFrameMk id="7" creationId="{95C44B8D-718C-83A3-646B-BB57C8AF8772}"/>
          </ac:graphicFrameMkLst>
        </pc:graphicFrameChg>
      </pc:sldChg>
      <pc:sldChg chg="modSp mod">
        <pc:chgData name="Teoh, Khai Jie" userId="78c2544e-c0f5-47c6-adfe-5a8a96d7ff8c" providerId="ADAL" clId="{FA307EB4-7CC0-40B4-B91B-5D1E2C83476D}" dt="2025-06-30T02:02:36.059" v="333" actId="20577"/>
        <pc:sldMkLst>
          <pc:docMk/>
          <pc:sldMk cId="700331537" sldId="280"/>
        </pc:sldMkLst>
        <pc:spChg chg="mod">
          <ac:chgData name="Teoh, Khai Jie" userId="78c2544e-c0f5-47c6-adfe-5a8a96d7ff8c" providerId="ADAL" clId="{FA307EB4-7CC0-40B4-B91B-5D1E2C83476D}" dt="2025-06-30T02:02:36.059" v="333" actId="20577"/>
          <ac:spMkLst>
            <pc:docMk/>
            <pc:sldMk cId="700331537" sldId="280"/>
            <ac:spMk id="4" creationId="{9F3694E0-7AEE-D176-2926-8389BB569DAE}"/>
          </ac:spMkLst>
        </pc:spChg>
      </pc:sldChg>
      <pc:sldChg chg="modSp mod">
        <pc:chgData name="Teoh, Khai Jie" userId="78c2544e-c0f5-47c6-adfe-5a8a96d7ff8c" providerId="ADAL" clId="{FA307EB4-7CC0-40B4-B91B-5D1E2C83476D}" dt="2025-06-30T02:27:00.730" v="920" actId="20577"/>
        <pc:sldMkLst>
          <pc:docMk/>
          <pc:sldMk cId="3529396631" sldId="281"/>
        </pc:sldMkLst>
        <pc:spChg chg="mod">
          <ac:chgData name="Teoh, Khai Jie" userId="78c2544e-c0f5-47c6-adfe-5a8a96d7ff8c" providerId="ADAL" clId="{FA307EB4-7CC0-40B4-B91B-5D1E2C83476D}" dt="2025-06-30T02:27:00.730" v="920" actId="20577"/>
          <ac:spMkLst>
            <pc:docMk/>
            <pc:sldMk cId="3529396631" sldId="281"/>
            <ac:spMk id="3" creationId="{FBC50E25-8775-6661-6BA2-78B875F624FC}"/>
          </ac:spMkLst>
        </pc:spChg>
        <pc:spChg chg="mod">
          <ac:chgData name="Teoh, Khai Jie" userId="78c2544e-c0f5-47c6-adfe-5a8a96d7ff8c" providerId="ADAL" clId="{FA307EB4-7CC0-40B4-B91B-5D1E2C83476D}" dt="2025-06-30T02:05:54.729" v="540" actId="313"/>
          <ac:spMkLst>
            <pc:docMk/>
            <pc:sldMk cId="3529396631" sldId="281"/>
            <ac:spMk id="4" creationId="{82472351-62B2-47CA-2035-0B70237A5392}"/>
          </ac:spMkLst>
        </pc:spChg>
      </pc:sldChg>
      <pc:sldChg chg="modSp add del mod">
        <pc:chgData name="Teoh, Khai Jie" userId="78c2544e-c0f5-47c6-adfe-5a8a96d7ff8c" providerId="ADAL" clId="{FA307EB4-7CC0-40B4-B91B-5D1E2C83476D}" dt="2025-06-30T02:02:58.559" v="339" actId="47"/>
        <pc:sldMkLst>
          <pc:docMk/>
          <pc:sldMk cId="1709571978" sldId="287"/>
        </pc:sldMkLst>
      </pc:sldChg>
      <pc:sldChg chg="modSp add del mod">
        <pc:chgData name="Teoh, Khai Jie" userId="78c2544e-c0f5-47c6-adfe-5a8a96d7ff8c" providerId="ADAL" clId="{FA307EB4-7CC0-40B4-B91B-5D1E2C83476D}" dt="2025-06-30T02:02:33.872" v="331" actId="2890"/>
        <pc:sldMkLst>
          <pc:docMk/>
          <pc:sldMk cId="1724968170" sldId="289"/>
        </pc:sldMkLst>
        <pc:spChg chg="mod">
          <ac:chgData name="Teoh, Khai Jie" userId="78c2544e-c0f5-47c6-adfe-5a8a96d7ff8c" providerId="ADAL" clId="{FA307EB4-7CC0-40B4-B91B-5D1E2C83476D}" dt="2025-06-30T02:02:33.405" v="330" actId="20577"/>
          <ac:spMkLst>
            <pc:docMk/>
            <pc:sldMk cId="1724968170" sldId="289"/>
            <ac:spMk id="4" creationId="{153A5A1E-8046-5FBF-AC66-54B81533DB3B}"/>
          </ac:spMkLst>
        </pc:spChg>
      </pc:sldChg>
      <pc:sldChg chg="modSp add mod">
        <pc:chgData name="Teoh, Khai Jie" userId="78c2544e-c0f5-47c6-adfe-5a8a96d7ff8c" providerId="ADAL" clId="{FA307EB4-7CC0-40B4-B91B-5D1E2C83476D}" dt="2025-06-30T02:27:32.938" v="970" actId="20577"/>
        <pc:sldMkLst>
          <pc:docMk/>
          <pc:sldMk cId="2959098847" sldId="289"/>
        </pc:sldMkLst>
        <pc:spChg chg="mod">
          <ac:chgData name="Teoh, Khai Jie" userId="78c2544e-c0f5-47c6-adfe-5a8a96d7ff8c" providerId="ADAL" clId="{FA307EB4-7CC0-40B4-B91B-5D1E2C83476D}" dt="2025-06-30T02:27:32.938" v="970" actId="20577"/>
          <ac:spMkLst>
            <pc:docMk/>
            <pc:sldMk cId="2959098847" sldId="289"/>
            <ac:spMk id="3" creationId="{26AB9C6E-CB16-BE4C-7E85-650C69DAAC6D}"/>
          </ac:spMkLst>
        </pc:spChg>
        <pc:spChg chg="mod">
          <ac:chgData name="Teoh, Khai Jie" userId="78c2544e-c0f5-47c6-adfe-5a8a96d7ff8c" providerId="ADAL" clId="{FA307EB4-7CC0-40B4-B91B-5D1E2C83476D}" dt="2025-06-30T02:05:52.438" v="539" actId="313"/>
          <ac:spMkLst>
            <pc:docMk/>
            <pc:sldMk cId="2959098847" sldId="289"/>
            <ac:spMk id="4" creationId="{584ED2D4-C3A2-770E-0785-A7484EC4AB39}"/>
          </ac:spMkLst>
        </pc:spChg>
      </pc:sldChg>
    </pc:docChg>
  </pc:docChgLst>
  <pc:docChgLst>
    <pc:chgData name="Teoh, Khai Jie" userId="78c2544e-c0f5-47c6-adfe-5a8a96d7ff8c" providerId="ADAL" clId="{419335B8-F4DF-4024-B8EF-CB0BA883AA8E}"/>
    <pc:docChg chg="undo redo custSel addSld delSld modSld">
      <pc:chgData name="Teoh, Khai Jie" userId="78c2544e-c0f5-47c6-adfe-5a8a96d7ff8c" providerId="ADAL" clId="{419335B8-F4DF-4024-B8EF-CB0BA883AA8E}" dt="2025-06-25T12:51:10.723" v="1090" actId="20577"/>
      <pc:docMkLst>
        <pc:docMk/>
      </pc:docMkLst>
      <pc:sldChg chg="modSp mod">
        <pc:chgData name="Teoh, Khai Jie" userId="78c2544e-c0f5-47c6-adfe-5a8a96d7ff8c" providerId="ADAL" clId="{419335B8-F4DF-4024-B8EF-CB0BA883AA8E}" dt="2025-06-25T12:51:10.723" v="1090" actId="20577"/>
        <pc:sldMkLst>
          <pc:docMk/>
          <pc:sldMk cId="2086400740" sldId="257"/>
        </pc:sldMkLst>
        <pc:spChg chg="mod">
          <ac:chgData name="Teoh, Khai Jie" userId="78c2544e-c0f5-47c6-adfe-5a8a96d7ff8c" providerId="ADAL" clId="{419335B8-F4DF-4024-B8EF-CB0BA883AA8E}" dt="2025-06-25T12:51:10.723" v="1090" actId="20577"/>
          <ac:spMkLst>
            <pc:docMk/>
            <pc:sldMk cId="2086400740" sldId="257"/>
            <ac:spMk id="5" creationId="{679F4BE2-8E4A-4003-B816-9E34781F7E88}"/>
          </ac:spMkLst>
        </pc:spChg>
      </pc:sldChg>
      <pc:sldChg chg="delSp mod">
        <pc:chgData name="Teoh, Khai Jie" userId="78c2544e-c0f5-47c6-adfe-5a8a96d7ff8c" providerId="ADAL" clId="{419335B8-F4DF-4024-B8EF-CB0BA883AA8E}" dt="2025-06-25T12:46:37.814" v="893" actId="478"/>
        <pc:sldMkLst>
          <pc:docMk/>
          <pc:sldMk cId="127880729" sldId="264"/>
        </pc:sldMkLst>
      </pc:sldChg>
      <pc:sldChg chg="addSp delSp modSp mod">
        <pc:chgData name="Teoh, Khai Jie" userId="78c2544e-c0f5-47c6-adfe-5a8a96d7ff8c" providerId="ADAL" clId="{419335B8-F4DF-4024-B8EF-CB0BA883AA8E}" dt="2025-06-25T12:42:55.994" v="890" actId="20577"/>
        <pc:sldMkLst>
          <pc:docMk/>
          <pc:sldMk cId="161642381" sldId="273"/>
        </pc:sldMkLst>
        <pc:spChg chg="mod">
          <ac:chgData name="Teoh, Khai Jie" userId="78c2544e-c0f5-47c6-adfe-5a8a96d7ff8c" providerId="ADAL" clId="{419335B8-F4DF-4024-B8EF-CB0BA883AA8E}" dt="2025-06-25T12:31:05.779" v="348" actId="20577"/>
          <ac:spMkLst>
            <pc:docMk/>
            <pc:sldMk cId="161642381" sldId="273"/>
            <ac:spMk id="4" creationId="{5409B0FF-EB9D-EE42-BECC-97FA5B0274E9}"/>
          </ac:spMkLst>
        </pc:spChg>
        <pc:spChg chg="mod">
          <ac:chgData name="Teoh, Khai Jie" userId="78c2544e-c0f5-47c6-adfe-5a8a96d7ff8c" providerId="ADAL" clId="{419335B8-F4DF-4024-B8EF-CB0BA883AA8E}" dt="2025-06-25T12:42:55.994" v="890" actId="20577"/>
          <ac:spMkLst>
            <pc:docMk/>
            <pc:sldMk cId="161642381" sldId="273"/>
            <ac:spMk id="5" creationId="{744E38BC-970F-2411-8E03-B475DB986A71}"/>
          </ac:spMkLst>
        </pc:spChg>
        <pc:spChg chg="add mod">
          <ac:chgData name="Teoh, Khai Jie" userId="78c2544e-c0f5-47c6-adfe-5a8a96d7ff8c" providerId="ADAL" clId="{419335B8-F4DF-4024-B8EF-CB0BA883AA8E}" dt="2025-06-25T12:36:10.996" v="481" actId="1076"/>
          <ac:spMkLst>
            <pc:docMk/>
            <pc:sldMk cId="161642381" sldId="273"/>
            <ac:spMk id="10" creationId="{723EF9DD-3D9A-B239-0BBB-9EA5043EA16A}"/>
          </ac:spMkLst>
        </pc:spChg>
      </pc:sldChg>
      <pc:sldChg chg="modSp mod">
        <pc:chgData name="Teoh, Khai Jie" userId="78c2544e-c0f5-47c6-adfe-5a8a96d7ff8c" providerId="ADAL" clId="{419335B8-F4DF-4024-B8EF-CB0BA883AA8E}" dt="2025-06-25T12:48:51.035" v="925" actId="20577"/>
        <pc:sldMkLst>
          <pc:docMk/>
          <pc:sldMk cId="258458460" sldId="276"/>
        </pc:sldMkLst>
        <pc:spChg chg="mod">
          <ac:chgData name="Teoh, Khai Jie" userId="78c2544e-c0f5-47c6-adfe-5a8a96d7ff8c" providerId="ADAL" clId="{419335B8-F4DF-4024-B8EF-CB0BA883AA8E}" dt="2025-06-25T12:48:51.035" v="925" actId="20577"/>
          <ac:spMkLst>
            <pc:docMk/>
            <pc:sldMk cId="258458460" sldId="276"/>
            <ac:spMk id="3" creationId="{6B2C7D5B-7F87-E868-946A-5502FDB61B4A}"/>
          </ac:spMkLst>
        </pc:spChg>
      </pc:sldChg>
      <pc:sldChg chg="modSp mod">
        <pc:chgData name="Teoh, Khai Jie" userId="78c2544e-c0f5-47c6-adfe-5a8a96d7ff8c" providerId="ADAL" clId="{419335B8-F4DF-4024-B8EF-CB0BA883AA8E}" dt="2025-06-25T12:50:09.693" v="1084" actId="313"/>
        <pc:sldMkLst>
          <pc:docMk/>
          <pc:sldMk cId="1176947975" sldId="279"/>
        </pc:sldMkLst>
        <pc:spChg chg="mod">
          <ac:chgData name="Teoh, Khai Jie" userId="78c2544e-c0f5-47c6-adfe-5a8a96d7ff8c" providerId="ADAL" clId="{419335B8-F4DF-4024-B8EF-CB0BA883AA8E}" dt="2025-06-25T12:50:09.693" v="1084" actId="313"/>
          <ac:spMkLst>
            <pc:docMk/>
            <pc:sldMk cId="1176947975" sldId="279"/>
            <ac:spMk id="7" creationId="{124ABE4E-5923-07A2-D7CA-D3C8AA4F4261}"/>
          </ac:spMkLst>
        </pc:spChg>
      </pc:sldChg>
      <pc:sldChg chg="add">
        <pc:chgData name="Teoh, Khai Jie" userId="78c2544e-c0f5-47c6-adfe-5a8a96d7ff8c" providerId="ADAL" clId="{419335B8-F4DF-4024-B8EF-CB0BA883AA8E}" dt="2025-06-25T12:27:39.154" v="48"/>
        <pc:sldMkLst>
          <pc:docMk/>
          <pc:sldMk cId="1608966827" sldId="286"/>
        </pc:sldMkLst>
      </pc:sldChg>
      <pc:sldChg chg="add del">
        <pc:chgData name="Teoh, Khai Jie" userId="78c2544e-c0f5-47c6-adfe-5a8a96d7ff8c" providerId="ADAL" clId="{419335B8-F4DF-4024-B8EF-CB0BA883AA8E}" dt="2025-06-25T12:27:00.355" v="43" actId="47"/>
        <pc:sldMkLst>
          <pc:docMk/>
          <pc:sldMk cId="3959861360" sldId="286"/>
        </pc:sldMkLst>
      </pc:sldChg>
      <pc:sldChg chg="modSp add mod">
        <pc:chgData name="Teoh, Khai Jie" userId="78c2544e-c0f5-47c6-adfe-5a8a96d7ff8c" providerId="ADAL" clId="{419335B8-F4DF-4024-B8EF-CB0BA883AA8E}" dt="2025-06-25T12:39:28.200" v="692" actId="20577"/>
        <pc:sldMkLst>
          <pc:docMk/>
          <pc:sldMk cId="1709571978" sldId="287"/>
        </pc:sldMkLst>
      </pc:sldChg>
      <pc:sldChg chg="delSp modSp add mod">
        <pc:chgData name="Teoh, Khai Jie" userId="78c2544e-c0f5-47c6-adfe-5a8a96d7ff8c" providerId="ADAL" clId="{419335B8-F4DF-4024-B8EF-CB0BA883AA8E}" dt="2025-06-25T12:48:10.481" v="922"/>
        <pc:sldMkLst>
          <pc:docMk/>
          <pc:sldMk cId="3863987475" sldId="288"/>
        </pc:sldMkLst>
        <pc:spChg chg="mod">
          <ac:chgData name="Teoh, Khai Jie" userId="78c2544e-c0f5-47c6-adfe-5a8a96d7ff8c" providerId="ADAL" clId="{419335B8-F4DF-4024-B8EF-CB0BA883AA8E}" dt="2025-06-25T12:46:44.794" v="894"/>
          <ac:spMkLst>
            <pc:docMk/>
            <pc:sldMk cId="3863987475" sldId="288"/>
            <ac:spMk id="4" creationId="{E3F14538-1124-9E0A-E977-E2FEBBA0F692}"/>
          </ac:spMkLst>
        </pc:spChg>
        <pc:spChg chg="mod">
          <ac:chgData name="Teoh, Khai Jie" userId="78c2544e-c0f5-47c6-adfe-5a8a96d7ff8c" providerId="ADAL" clId="{419335B8-F4DF-4024-B8EF-CB0BA883AA8E}" dt="2025-06-25T12:48:10.481" v="922"/>
          <ac:spMkLst>
            <pc:docMk/>
            <pc:sldMk cId="3863987475" sldId="288"/>
            <ac:spMk id="10" creationId="{E9F62FD5-5852-8C52-66FB-6F027A5B1B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5DB48-D1B6-4869-81C0-BD51CF874F2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A3288-C0B5-4150-8B6E-4AE8C1BF7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8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57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AF85-249E-0860-5377-430200A2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06FC2-BCED-EEB4-17B6-BB89802DC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05306-2B60-0F03-9CC0-6B1054149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5215-FF27-079D-2799-FDF27332E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94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548A-442D-73DC-491F-7910034EC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435CC-568C-BA12-6DB2-1151DD3D1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C9CD9-9B0B-691F-4CC1-FEA74D237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21967-CD8D-9876-8474-BAAF940D5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59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6A0A-7C8D-B0BA-5AE0-8CA0C180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C4E22-F57F-80B7-A41D-10175695F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45F3F-B98F-D57D-F1BB-653DF1228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40DB9-DAD3-F75A-2F9E-A4EDC3ACB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06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83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A4CF-7440-1D57-9A2C-BC83FEFA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18767-69E2-8CD7-EB65-3D3623185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4EBDA-D09A-283D-3638-452E7B2EB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8C08A-8C87-6FB2-0D66-AA01419A4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16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20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4F60-6DA3-7E2C-87E8-C5ED4778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6A777-25BC-2A6B-2B09-A0F48A8C2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95602-652D-D261-E088-6571047E3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07537-652A-AAD2-2928-920A5C5F5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68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A53EA-F091-984F-D904-0E33A323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C27AC-2FAD-E652-8EC2-9358E9310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E2B02-C87C-F4A7-10FE-F1E233557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CF9CC-900E-FFBE-63BE-6914E5A2E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91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3C5C-79F7-461A-E5FD-63AF54FC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8E583-38B4-C449-19A9-F7098E448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26679-AF1A-8057-397B-AED4E8133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DBA45-5C92-160B-0B96-1AD9B9D78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82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9CB7-8DB6-EF8B-3543-A37529FF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8F26F-DD46-6610-1DD1-777F41C4D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C311-9374-EDB6-D69B-3CB6668C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58148-8EC3-A5DB-39A5-5BF1DC1EF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04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80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12D1-256E-081A-33A5-61D2D766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B25B2-A7A6-7C31-0446-E875F0C19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3DF3E-599F-5048-9F36-98E329AF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uservar</a:t>
            </a:r>
            <a:r>
              <a:rPr lang="en-US"/>
              <a:t> example:</a:t>
            </a:r>
          </a:p>
          <a:p>
            <a:r>
              <a:rPr lang="en-US" err="1"/>
              <a:t>U|SCVars.SC_INTRO_METHOD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F95D-5129-9D30-06C0-F5DFC75C2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02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3E69-28E5-C9F5-1CE5-6A96B14E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3E9D7-A2B0-64E0-1D5F-DB48F56A3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3076F-6AB3-233B-381E-DCC724D2C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1A6-59A8-0F05-7575-DBFED6D77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4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52FA-5401-DCAD-050B-09C1E230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B3436-0E30-5C41-2430-96083A0B6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75A20-8164-E9EB-7672-A926A33ED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AB942-9E3F-8E04-E775-22EB2DACA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A3288-C0B5-4150-8B6E-4AE8C1BF7E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9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CF93-C7C4-0583-C940-59669C3F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36E3C-447E-57DD-E303-3496B851F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1AB2-3EC2-2FC9-97C9-B9A8F04F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6F019-82A9-F495-CEC6-E761EF96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F8670-BBEA-F48A-7D95-0E3B7B79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687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F707-141E-DE4B-D770-D5CF651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05BE4-CE43-DAFC-C596-B02EC0F6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C987-7212-A6C9-C175-EEE130D9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F99D9-74A0-04CE-2A73-357451A4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13564-1C63-720B-DA2E-975E1365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79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A6C8-FC6D-B265-423E-036ABEC4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0D7F6-2E2D-11BB-15A1-7085048C4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70E19-3A19-4C7C-FD81-D1C76B91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C64B-9D94-310C-3492-F70BDF27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6858-E971-8C7B-BEF3-4EF74B2A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918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0CC5-A872-CCD7-6917-12BF5D28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DF0E-C636-EA3D-72E3-6C0E891E3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04B55-9386-00BA-212E-454E5F180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618ED-1F0C-EBB5-183E-3A6FD8F3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C907A-D8A1-6864-CA66-DC63464D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41FEA-B16B-2457-7041-A78F5F29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726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12C2-9D09-0979-15F2-8F678390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6D365-4F50-1725-362D-278D50F6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3997F-EEE5-F007-B7EB-D84000DFA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CDAA8-CEBC-DC53-569B-E48A2FCB2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CA448-96BF-D941-F931-3F21358A1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8C788-548B-A8E4-2379-06B33078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8C067-C04B-6BDE-668A-3D92B5C9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549BF-3373-FFD0-1869-EF521F04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95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EBCE-736F-89F4-C0FB-CB259E07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21BF4-3C5A-CBB9-1102-09B08A82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7AEF0-3965-3B1E-D6BF-BCD2AA11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9D563-4E6B-957C-1D71-446FFD09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12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99F2F-CB31-DC26-839F-BFED4754A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3C57E-3E6E-6142-D8F2-B0EFA376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19C23-6DF6-7E63-C635-73D4BC1E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034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439C-5E68-D441-57FC-2FA90CD0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FCB81-EB3F-DDC2-66DF-71A150D5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CD1B2-FA17-E0C1-C30F-BFB8CA255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3372D-698D-C7D6-BA8C-CE761EB9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0F282-F402-8AB6-A65B-F0BED62B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0F1C8-A2F2-F7AA-73BA-A705D33E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729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CC03-06CB-B7ED-7EBB-00D252489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7BB91-C5E2-CCB6-C178-CC6399309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112CD-6F0D-6853-314C-67A0C5B3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3E059-DE55-29BB-AFDD-344AAE86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E9CB6-72CC-2012-63CD-120AC480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61781-D724-ED34-7F6F-0426F3A8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685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C10C-0174-C876-9074-6966ACAF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6F84-E908-4132-7344-0AA2431A5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D2E2-583C-1437-2D27-8000E994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0302D-39E5-86A3-0A0B-84483595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F412-7393-8169-1915-5931D0D6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78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91CB6-D1D9-B1A5-1C7E-A1A9DF4B1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C349A-D762-E633-6B43-45B169B2D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0E76D-6E4B-BB72-8F1B-77A170DB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ABAFB-FEC5-AD61-074E-47367BF1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35EDF-84F4-0AB7-5C5E-37648000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9047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18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77F0E-2AC1-8E22-1A8E-4A690234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0A2C3-D0FA-91FF-0303-1AE57EB90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DB42-4440-89E8-CA30-CD791CA9A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C7F32-7552-4792-98CF-BF7759F90CD9}" type="datetimeFigureOut">
              <a:rPr lang="en-MY" smtClean="0"/>
              <a:t>11/8/2025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BAD8-31B9-2EF6-0407-253BBB4F4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38250-8A2E-AA11-9DC5-BDBEF91A0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3174B-5C6E-45D3-971C-F9C1C928CA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193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it-us/PrimeWiki/_wiki/wikis/PrimeWiki.wiki/141109/Contex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.azure.com/mit-us/PrimeWiki/_wiki/wikis/PrimeWiki.wiki/141119/ResetPolicy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01" y="1047730"/>
            <a:ext cx="10187398" cy="3465564"/>
          </a:xfrm>
        </p:spPr>
        <p:txBody>
          <a:bodyPr/>
          <a:lstStyle/>
          <a:p>
            <a:r>
              <a:rPr lang="en-US" sz="4800" dirty="0"/>
              <a:t>[PRIME]</a:t>
            </a:r>
            <a:br>
              <a:rPr lang="en-US" sz="4800" dirty="0"/>
            </a:br>
            <a:r>
              <a:rPr lang="en-US" sz="4800" dirty="0" err="1"/>
              <a:t>FuseRead</a:t>
            </a:r>
            <a:r>
              <a:rPr lang="en-US" sz="4800" dirty="0"/>
              <a:t> and </a:t>
            </a:r>
            <a:r>
              <a:rPr lang="en-US" sz="4800" dirty="0" err="1"/>
              <a:t>FuseBurn</a:t>
            </a:r>
            <a:br>
              <a:rPr lang="en-US" sz="4800" dirty="0"/>
            </a:br>
            <a:r>
              <a:rPr lang="en-US" sz="4800" dirty="0"/>
              <a:t>File-based </a:t>
            </a:r>
            <a:r>
              <a:rPr lang="en-US" sz="4800" dirty="0" err="1"/>
              <a:t>MiniFlow</a:t>
            </a:r>
            <a:br>
              <a:rPr lang="en-US" sz="4800" dirty="0"/>
            </a:br>
            <a:r>
              <a:rPr lang="en-US" sz="4800" dirty="0"/>
              <a:t>User Guide (v2)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3638-2740-781B-05F1-ED2FEBBD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F8EB00-4FB5-4351-29D2-72C443C99E7B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800"/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C7D5B-7F87-E868-946A-5502FDB61B4A}"/>
              </a:ext>
            </a:extLst>
          </p:cNvPr>
          <p:cNvSpPr txBox="1"/>
          <p:nvPr/>
        </p:nvSpPr>
        <p:spPr>
          <a:xfrm>
            <a:off x="109728" y="819139"/>
            <a:ext cx="117330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Allow user to create flow with Json file without the need to reload test program.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TestMethod will execute Mini Flow instead of </a:t>
            </a:r>
            <a:r>
              <a:rPr lang="en-US" sz="1400" dirty="0" err="1"/>
              <a:t>CustomExecute</a:t>
            </a:r>
            <a:r>
              <a:rPr lang="en-US" sz="1400" dirty="0"/>
              <a:t> (or Any User Code Extension).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User can create tests with supported mini flow API and control the next step/action depending on test execute result and OnTrue/OnFalse setting.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3B3D9-C498-40B5-D005-15F8AB41C437}"/>
              </a:ext>
            </a:extLst>
          </p:cNvPr>
          <p:cNvSpPr txBox="1"/>
          <p:nvPr/>
        </p:nvSpPr>
        <p:spPr>
          <a:xfrm>
            <a:off x="0" y="1810956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800" dirty="0"/>
              <a:t>Mini Flow API and Supported TestMethod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2ED0B5-1AB6-C691-BBFC-31D483BDF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09888"/>
              </p:ext>
            </p:extLst>
          </p:nvPr>
        </p:nvGraphicFramePr>
        <p:xfrm>
          <a:off x="228357" y="2532976"/>
          <a:ext cx="11495764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036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3865846">
                  <a:extLst>
                    <a:ext uri="{9D8B030D-6E8A-4147-A177-3AD203B41FA5}">
                      <a16:colId xmlns:a16="http://schemas.microsoft.com/office/drawing/2014/main" val="3866061615"/>
                    </a:ext>
                  </a:extLst>
                </a:gridCol>
                <a:gridCol w="2873941">
                  <a:extLst>
                    <a:ext uri="{9D8B030D-6E8A-4147-A177-3AD203B41FA5}">
                      <a16:colId xmlns:a16="http://schemas.microsoft.com/office/drawing/2014/main" val="3379126282"/>
                    </a:ext>
                  </a:extLst>
                </a:gridCol>
                <a:gridCol w="2873941">
                  <a:extLst>
                    <a:ext uri="{9D8B030D-6E8A-4147-A177-3AD203B41FA5}">
                      <a16:colId xmlns:a16="http://schemas.microsoft.com/office/drawing/2014/main" val="802687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Mini Flow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FuseReadMaskULTDecode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FuseBurnMask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FuseBurnSspec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SetStorage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 dirty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CompareStorage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3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CallBack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35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/>
                        <a:t>Datalog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00B050"/>
                          </a:solidFill>
                          <a:effectLst/>
                          <a:latin typeface="Segoe Sans"/>
                        </a:rPr>
                        <a:t>✔</a:t>
                      </a:r>
                      <a:endParaRPr lang="en-US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97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ReadMask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256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ULTDecode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684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MaskBurn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45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SspecBurn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6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65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err="1"/>
                        <a:t>ULTEncode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rgbClr val="FF0000"/>
                          </a:solidFill>
                          <a:effectLst/>
                          <a:latin typeface="Segoe Sans"/>
                        </a:rPr>
                        <a:t>✘</a:t>
                      </a:r>
                      <a:endParaRPr lang="en-US" sz="14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Sans"/>
                          <a:ea typeface="+mn-ea"/>
                          <a:cs typeface="+mn-cs"/>
                        </a:rPr>
                        <a:t>✔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157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5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1CBE-0113-CCAF-357F-6C088886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62FED9-4631-7F78-8744-BBAEA82C4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69768"/>
              </p:ext>
            </p:extLst>
          </p:nvPr>
        </p:nvGraphicFramePr>
        <p:xfrm>
          <a:off x="228600" y="891116"/>
          <a:ext cx="1173375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885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876822">
                  <a:extLst>
                    <a:ext uri="{9D8B030D-6E8A-4147-A177-3AD203B41FA5}">
                      <a16:colId xmlns:a16="http://schemas.microsoft.com/office/drawing/2014/main" val="3866061615"/>
                    </a:ext>
                  </a:extLst>
                </a:gridCol>
                <a:gridCol w="2774515">
                  <a:extLst>
                    <a:ext uri="{9D8B030D-6E8A-4147-A177-3AD203B41FA5}">
                      <a16:colId xmlns:a16="http://schemas.microsoft.com/office/drawing/2014/main" val="3779860647"/>
                    </a:ext>
                  </a:extLst>
                </a:gridCol>
                <a:gridCol w="6513535">
                  <a:extLst>
                    <a:ext uri="{9D8B030D-6E8A-4147-A177-3AD203B41FA5}">
                      <a16:colId xmlns:a16="http://schemas.microsoft.com/office/drawing/2014/main" val="3379126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 Instance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err="1"/>
                        <a:t>MiniFlowFile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Mini flow full file path.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“~HDMT_TPL_DIR/</a:t>
                      </a:r>
                      <a:r>
                        <a:rPr lang="en-US" err="1"/>
                        <a:t>TestPrograms</a:t>
                      </a:r>
                      <a:r>
                        <a:rPr lang="en-US"/>
                        <a:t>/Modules/Fuse/</a:t>
                      </a:r>
                      <a:r>
                        <a:rPr lang="en-US" err="1"/>
                        <a:t>InputFiles</a:t>
                      </a:r>
                      <a:r>
                        <a:rPr lang="en-US"/>
                        <a:t>/</a:t>
                      </a:r>
                      <a:r>
                        <a:rPr lang="en-US" err="1"/>
                        <a:t>MiniFlowFile.json</a:t>
                      </a:r>
                      <a:r>
                        <a:rPr lang="en-US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err="1"/>
                        <a:t>MiniFlowTest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/>
                        <a:t>Mini flow test to execute.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“</a:t>
                      </a:r>
                      <a:r>
                        <a:rPr lang="en-US" dirty="0" err="1"/>
                        <a:t>ValidMiniFlowName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321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C747EF2-1312-10C6-18D7-646C4DF79B55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Test Instance Setup</a:t>
            </a:r>
            <a:endParaRPr lang="en-MY" sz="2800" b="1"/>
          </a:p>
        </p:txBody>
      </p:sp>
    </p:spTree>
    <p:extLst>
      <p:ext uri="{BB962C8B-B14F-4D97-AF65-F5344CB8AC3E}">
        <p14:creationId xmlns:p14="http://schemas.microsoft.com/office/powerpoint/2010/main" val="283195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3C56-4F96-B95F-2E12-98B6237B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BE3F27-3132-D978-8771-1A65EF190E92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Test Instance Setup (</a:t>
            </a:r>
            <a:r>
              <a:rPr lang="en-US" sz="2800" dirty="0" err="1"/>
              <a:t>Prime</a:t>
            </a:r>
            <a:r>
              <a:rPr lang="en-US" sz="2800" b="1" dirty="0" err="1"/>
              <a:t>FuseReadMaskUltDecode</a:t>
            </a:r>
            <a:r>
              <a:rPr lang="en-US" sz="2800" dirty="0" err="1"/>
              <a:t>TestMethod</a:t>
            </a:r>
            <a:r>
              <a:rPr lang="en-US" sz="2800" dirty="0"/>
              <a:t>)</a:t>
            </a:r>
            <a:endParaRPr lang="en-MY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ABE4E-5923-07A2-D7CA-D3C8AA4F4261}"/>
              </a:ext>
            </a:extLst>
          </p:cNvPr>
          <p:cNvSpPr txBox="1"/>
          <p:nvPr/>
        </p:nvSpPr>
        <p:spPr>
          <a:xfrm>
            <a:off x="229489" y="806613"/>
            <a:ext cx="1173302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Example </a:t>
            </a:r>
            <a:r>
              <a:rPr lang="en-US" sz="1400" b="1" u="sng" dirty="0" err="1"/>
              <a:t>PrimeFuseReadMaskUltDecodeTestMethod</a:t>
            </a:r>
            <a:endParaRPr lang="en-US" sz="1400" b="1" u="sng" dirty="0"/>
          </a:p>
          <a:p>
            <a:r>
              <a:rPr lang="en-US" sz="800" dirty="0"/>
              <a:t>Test </a:t>
            </a:r>
            <a:r>
              <a:rPr lang="en-US" sz="800" b="1" dirty="0" err="1">
                <a:solidFill>
                  <a:srgbClr val="00B050"/>
                </a:solidFill>
              </a:rPr>
              <a:t>PrimeFuseReadMaskUltDecodeTestMethod</a:t>
            </a:r>
            <a:r>
              <a:rPr lang="en-US" sz="800" dirty="0"/>
              <a:t> MiniFlow_StorageCompare_P1</a:t>
            </a:r>
          </a:p>
          <a:p>
            <a:r>
              <a:rPr lang="en-US" sz="800" dirty="0"/>
              <a:t>{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ConfigurationFile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FuseRead</a:t>
            </a:r>
            <a:r>
              <a:rPr lang="en-US" sz="800" dirty="0"/>
              <a:t>/Modules/</a:t>
            </a:r>
            <a:r>
              <a:rPr lang="en-US" sz="800" dirty="0" err="1"/>
              <a:t>FuseRead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</a:t>
            </a:r>
            <a:r>
              <a:rPr lang="en-US" sz="800" dirty="0" err="1"/>
              <a:t>Hdmt</a:t>
            </a:r>
            <a:r>
              <a:rPr lang="en-US" sz="800" dirty="0"/>
              <a:t>/scenario27.fuseRead.json";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ConfigName</a:t>
            </a:r>
            <a:r>
              <a:rPr lang="en-US" sz="800" dirty="0"/>
              <a:t> = "Config27";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RegisterName</a:t>
            </a:r>
            <a:r>
              <a:rPr lang="en-US" sz="800" dirty="0"/>
              <a:t> = "CPU3,CPU4";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ExecutionMode</a:t>
            </a:r>
            <a:r>
              <a:rPr lang="en-US" sz="800" dirty="0"/>
              <a:t> = "</a:t>
            </a:r>
            <a:r>
              <a:rPr lang="en-US" sz="800" dirty="0" err="1"/>
              <a:t>SimulationMode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Patlist</a:t>
            </a:r>
            <a:r>
              <a:rPr lang="en-US" sz="800" dirty="0"/>
              <a:t> = "</a:t>
            </a:r>
            <a:r>
              <a:rPr lang="en-US" sz="800" dirty="0" err="1"/>
              <a:t>ctv_plist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PrePlist</a:t>
            </a:r>
            <a:r>
              <a:rPr lang="en-US" sz="800" dirty="0"/>
              <a:t> = "";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LevelsTc</a:t>
            </a:r>
            <a:r>
              <a:rPr lang="en-US" sz="800" dirty="0"/>
              <a:t> = "</a:t>
            </a:r>
            <a:r>
              <a:rPr lang="en-US" sz="800" dirty="0" err="1"/>
              <a:t>FuseRead</a:t>
            </a:r>
            <a:r>
              <a:rPr lang="en-US" sz="800" dirty="0"/>
              <a:t>::</a:t>
            </a:r>
            <a:r>
              <a:rPr lang="en-US" sz="800" dirty="0" err="1"/>
              <a:t>basic_func_lvl_nom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TimingsTc</a:t>
            </a:r>
            <a:r>
              <a:rPr lang="en-US" sz="800" dirty="0"/>
              <a:t> = "</a:t>
            </a:r>
            <a:r>
              <a:rPr lang="en-US" sz="800" dirty="0" err="1"/>
              <a:t>FuseRead</a:t>
            </a:r>
            <a:r>
              <a:rPr lang="en-US" sz="800" dirty="0"/>
              <a:t>::basic_func_timing_10MHz_20MHz";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LogLevel</a:t>
            </a:r>
            <a:r>
              <a:rPr lang="en-US" sz="800" dirty="0"/>
              <a:t> = "Enabled";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DieIdNames</a:t>
            </a:r>
            <a:r>
              <a:rPr lang="en-US" sz="800" dirty="0"/>
              <a:t> = "U2.U1,NA";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PostUltExecuteMaskName</a:t>
            </a:r>
            <a:r>
              <a:rPr lang="en-US" sz="800" dirty="0"/>
              <a:t> = "";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PackageEfuse</a:t>
            </a:r>
            <a:r>
              <a:rPr lang="en-US" sz="800" dirty="0"/>
              <a:t> = "U2.U1";</a:t>
            </a:r>
          </a:p>
          <a:p>
            <a:endParaRPr lang="en-US" sz="800" dirty="0"/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FuseRead</a:t>
            </a:r>
            <a:r>
              <a:rPr lang="en-US" sz="800" dirty="0"/>
              <a:t>/Modules/</a:t>
            </a:r>
            <a:r>
              <a:rPr lang="en-US" sz="800" dirty="0" err="1"/>
              <a:t>FuseRead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</a:t>
            </a:r>
            <a:r>
              <a:rPr lang="en-US" sz="800" dirty="0" err="1"/>
              <a:t>Hdmt</a:t>
            </a:r>
            <a:r>
              <a:rPr lang="en-US" sz="800" dirty="0"/>
              <a:t>/</a:t>
            </a:r>
            <a:r>
              <a:rPr lang="en-US" sz="800" dirty="0" err="1"/>
              <a:t>MiniFlow</a:t>
            </a:r>
            <a:r>
              <a:rPr lang="en-US" sz="800" dirty="0"/>
              <a:t>/</a:t>
            </a:r>
            <a:r>
              <a:rPr lang="en-US" sz="800" dirty="0" err="1"/>
              <a:t>MiniFlowCompareStorageA.json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MiniFlowName</a:t>
            </a:r>
            <a:r>
              <a:rPr lang="en-US" sz="800" dirty="0"/>
              <a:t> = "</a:t>
            </a:r>
            <a:r>
              <a:rPr lang="en-US" sz="800" dirty="0" err="1"/>
              <a:t>ValidMiniFlowName</a:t>
            </a:r>
            <a:r>
              <a:rPr lang="en-US" sz="800" dirty="0"/>
              <a:t>";</a:t>
            </a:r>
          </a:p>
          <a:p>
            <a:r>
              <a:rPr lang="en-US" sz="800" dirty="0"/>
              <a:t>}</a:t>
            </a:r>
          </a:p>
          <a:p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using Mini Flow, </a:t>
            </a:r>
            <a:r>
              <a:rPr lang="en-US" sz="1400" b="1" dirty="0">
                <a:solidFill>
                  <a:srgbClr val="C00000"/>
                </a:solidFill>
              </a:rPr>
              <a:t>PassingMaskName</a:t>
            </a:r>
            <a:r>
              <a:rPr lang="en-US" sz="1400" dirty="0"/>
              <a:t> and </a:t>
            </a:r>
            <a:r>
              <a:rPr lang="en-US" sz="1400" b="1" dirty="0" err="1">
                <a:solidFill>
                  <a:srgbClr val="C00000"/>
                </a:solidFill>
              </a:rPr>
              <a:t>FailingMaskName</a:t>
            </a:r>
            <a:r>
              <a:rPr lang="en-US" sz="1400" dirty="0"/>
              <a:t> required to be removed.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Registers that defined with test instance parameter “</a:t>
            </a:r>
            <a:r>
              <a:rPr lang="en-US" sz="1400" dirty="0" err="1"/>
              <a:t>RegisterName</a:t>
            </a:r>
            <a:r>
              <a:rPr lang="en-US" sz="1400" dirty="0"/>
              <a:t>” (CPU3 and CPU4) will be execute the same mini flow.</a:t>
            </a:r>
          </a:p>
        </p:txBody>
      </p:sp>
    </p:spTree>
    <p:extLst>
      <p:ext uri="{BB962C8B-B14F-4D97-AF65-F5344CB8AC3E}">
        <p14:creationId xmlns:p14="http://schemas.microsoft.com/office/powerpoint/2010/main" val="117694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EC79-D403-257D-ED9C-D4558A7F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965319-DCC5-BAF1-7AB9-4EE06DE51149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Test Instance Setup (</a:t>
            </a:r>
            <a:r>
              <a:rPr lang="en-US" sz="2800" dirty="0" err="1"/>
              <a:t>Prime</a:t>
            </a:r>
            <a:r>
              <a:rPr lang="en-US" sz="2800" b="1" dirty="0" err="1"/>
              <a:t>FuseBurn</a:t>
            </a:r>
            <a:r>
              <a:rPr lang="en-US" sz="2800" b="1" dirty="0"/>
              <a:t>*</a:t>
            </a:r>
            <a:r>
              <a:rPr lang="en-US" sz="2800" dirty="0"/>
              <a:t>TestMethod)</a:t>
            </a:r>
            <a:endParaRPr lang="en-MY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ECDA3-846F-F09E-9FA3-CB64686B9BC0}"/>
              </a:ext>
            </a:extLst>
          </p:cNvPr>
          <p:cNvSpPr txBox="1"/>
          <p:nvPr/>
        </p:nvSpPr>
        <p:spPr>
          <a:xfrm>
            <a:off x="229489" y="794087"/>
            <a:ext cx="1173302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Example </a:t>
            </a:r>
            <a:r>
              <a:rPr lang="en-US" sz="1400" b="1" u="sng" dirty="0" err="1"/>
              <a:t>PrimeFuseBurnMaskTestMethod</a:t>
            </a:r>
            <a:endParaRPr lang="en-US" sz="1400" b="1" u="sng" dirty="0"/>
          </a:p>
          <a:p>
            <a:r>
              <a:rPr lang="en-US" sz="800" dirty="0"/>
              <a:t>Test </a:t>
            </a:r>
            <a:r>
              <a:rPr lang="en-US" sz="800" b="1" dirty="0" err="1">
                <a:solidFill>
                  <a:srgbClr val="00B050"/>
                </a:solidFill>
              </a:rPr>
              <a:t>PrimeFuseBurnMaskTestMethod</a:t>
            </a:r>
            <a:r>
              <a:rPr lang="en-US" sz="800" dirty="0"/>
              <a:t> MiniFlow_Burn_P1</a:t>
            </a:r>
          </a:p>
          <a:p>
            <a:r>
              <a:rPr lang="en-US" sz="800" dirty="0"/>
              <a:t>{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ConfigurationFile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FuseBurn</a:t>
            </a:r>
            <a:r>
              <a:rPr lang="en-US" sz="800" dirty="0"/>
              <a:t>/Modules/</a:t>
            </a:r>
            <a:r>
              <a:rPr lang="en-US" sz="800" dirty="0" err="1"/>
              <a:t>FuseBurn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/scenario1.fuseBurn.json";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ConfigName</a:t>
            </a:r>
            <a:r>
              <a:rPr lang="en-US" sz="800" dirty="0"/>
              <a:t> = "Config1";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RegisterNames</a:t>
            </a:r>
            <a:r>
              <a:rPr lang="en-US" sz="800" dirty="0"/>
              <a:t> = "CPU0";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Patlist</a:t>
            </a:r>
            <a:r>
              <a:rPr lang="en-US" sz="800" dirty="0"/>
              <a:t> = "</a:t>
            </a:r>
            <a:r>
              <a:rPr lang="en-US" sz="800" dirty="0" err="1"/>
              <a:t>ctv_plist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LevelsTc</a:t>
            </a:r>
            <a:r>
              <a:rPr lang="en-US" sz="800" dirty="0"/>
              <a:t> = "</a:t>
            </a:r>
            <a:r>
              <a:rPr lang="en-US" sz="800" dirty="0" err="1"/>
              <a:t>FuseBurn</a:t>
            </a:r>
            <a:r>
              <a:rPr lang="en-US" sz="800" dirty="0"/>
              <a:t>::</a:t>
            </a:r>
            <a:r>
              <a:rPr lang="en-US" sz="800" dirty="0" err="1"/>
              <a:t>basic_func_lvl_nom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TimingsTc</a:t>
            </a:r>
            <a:r>
              <a:rPr lang="en-US" sz="800" dirty="0"/>
              <a:t> = "</a:t>
            </a:r>
            <a:r>
              <a:rPr lang="en-US" sz="800" dirty="0" err="1"/>
              <a:t>FuseBurn</a:t>
            </a:r>
            <a:r>
              <a:rPr lang="en-US" sz="800" dirty="0"/>
              <a:t>::basic_func_timing_10MHz_20MHz";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LogLevel</a:t>
            </a:r>
            <a:r>
              <a:rPr lang="en-US" sz="800" dirty="0"/>
              <a:t> = "Enabled";</a:t>
            </a:r>
          </a:p>
          <a:p>
            <a:endParaRPr lang="en-US" sz="800" dirty="0"/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FuseBurn</a:t>
            </a:r>
            <a:r>
              <a:rPr lang="en-US" sz="800" dirty="0"/>
              <a:t>/Modules/</a:t>
            </a:r>
            <a:r>
              <a:rPr lang="en-US" sz="800" dirty="0" err="1"/>
              <a:t>FuseBurn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</a:t>
            </a:r>
            <a:r>
              <a:rPr lang="en-US" sz="800" dirty="0" err="1"/>
              <a:t>MiniFlow</a:t>
            </a:r>
            <a:r>
              <a:rPr lang="en-US" sz="800" dirty="0"/>
              <a:t>/</a:t>
            </a:r>
            <a:r>
              <a:rPr lang="en-US" sz="800" dirty="0" err="1"/>
              <a:t>MiniFlowExecuteBurnMask.json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MiniFlowName</a:t>
            </a:r>
            <a:r>
              <a:rPr lang="en-US" sz="800" dirty="0"/>
              <a:t> = "</a:t>
            </a:r>
            <a:r>
              <a:rPr lang="en-US" sz="800" dirty="0" err="1"/>
              <a:t>ValidMiniFlowName</a:t>
            </a:r>
            <a:r>
              <a:rPr lang="en-US" sz="800" dirty="0"/>
              <a:t>";</a:t>
            </a:r>
          </a:p>
          <a:p>
            <a:r>
              <a:rPr lang="en-US" sz="800" dirty="0"/>
              <a:t>}</a:t>
            </a:r>
            <a:endParaRPr lang="en-US" dirty="0"/>
          </a:p>
          <a:p>
            <a:r>
              <a:rPr lang="en-US" sz="1400" dirty="0"/>
              <a:t>When using Mini Flow, </a:t>
            </a:r>
            <a:r>
              <a:rPr lang="en-US" sz="1400" b="1" dirty="0" err="1">
                <a:solidFill>
                  <a:srgbClr val="C00000"/>
                </a:solidFill>
              </a:rPr>
              <a:t>MaskNames</a:t>
            </a:r>
            <a:r>
              <a:rPr lang="en-US" sz="1400" dirty="0"/>
              <a:t> required to be removed.</a:t>
            </a:r>
          </a:p>
          <a:p>
            <a:endParaRPr lang="en-US" dirty="0"/>
          </a:p>
          <a:p>
            <a:r>
              <a:rPr lang="en-US" sz="1400" b="1" u="sng" dirty="0"/>
              <a:t>Example </a:t>
            </a:r>
            <a:r>
              <a:rPr lang="en-US" sz="1400" b="1" u="sng" dirty="0" err="1"/>
              <a:t>PrimeFuseBurnSspecTestMethod</a:t>
            </a:r>
            <a:br>
              <a:rPr lang="en-US" dirty="0"/>
            </a:br>
            <a:r>
              <a:rPr lang="en-US" sz="800" dirty="0"/>
              <a:t>Test </a:t>
            </a:r>
            <a:r>
              <a:rPr lang="en-US" sz="800" b="1" dirty="0" err="1">
                <a:solidFill>
                  <a:srgbClr val="00B050"/>
                </a:solidFill>
              </a:rPr>
              <a:t>PrimeFuseBurnSspecTestMethod</a:t>
            </a:r>
            <a:r>
              <a:rPr lang="en-US" sz="800" dirty="0"/>
              <a:t> MiniFlow_Sspec_StorageCompare_P1</a:t>
            </a:r>
          </a:p>
          <a:p>
            <a:r>
              <a:rPr lang="en-US" sz="800" dirty="0"/>
              <a:t>{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ConfigurationFile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FuseBurn</a:t>
            </a:r>
            <a:r>
              <a:rPr lang="en-US" sz="800" dirty="0"/>
              <a:t>/Modules/</a:t>
            </a:r>
            <a:r>
              <a:rPr lang="en-US" sz="800" dirty="0" err="1"/>
              <a:t>FuseBurn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/scenario1_sspec.fuseBurn.json";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ConfigName</a:t>
            </a:r>
            <a:r>
              <a:rPr lang="en-US" sz="800" dirty="0"/>
              <a:t> = "Config1";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RegisterNames</a:t>
            </a:r>
            <a:r>
              <a:rPr lang="en-US" sz="800" dirty="0"/>
              <a:t> = "CPU0";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Patlist</a:t>
            </a:r>
            <a:r>
              <a:rPr lang="en-US" sz="800" dirty="0"/>
              <a:t> = "</a:t>
            </a:r>
            <a:r>
              <a:rPr lang="en-US" sz="800" dirty="0" err="1"/>
              <a:t>ctv_plist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LevelsTc</a:t>
            </a:r>
            <a:r>
              <a:rPr lang="en-US" sz="800" dirty="0"/>
              <a:t> = "</a:t>
            </a:r>
            <a:r>
              <a:rPr lang="en-US" sz="800" dirty="0" err="1"/>
              <a:t>FuseBurn</a:t>
            </a:r>
            <a:r>
              <a:rPr lang="en-US" sz="800" dirty="0"/>
              <a:t>::</a:t>
            </a:r>
            <a:r>
              <a:rPr lang="en-US" sz="800" dirty="0" err="1"/>
              <a:t>basic_func_lvl_nom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TimingsTc</a:t>
            </a:r>
            <a:r>
              <a:rPr lang="en-US" sz="800" dirty="0"/>
              <a:t> = "</a:t>
            </a:r>
            <a:r>
              <a:rPr lang="en-US" sz="800" dirty="0" err="1"/>
              <a:t>FuseBurn</a:t>
            </a:r>
            <a:r>
              <a:rPr lang="en-US" sz="800" dirty="0"/>
              <a:t>::basic_func_timing_10MHz_20MHz";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LogLevel</a:t>
            </a:r>
            <a:r>
              <a:rPr lang="en-US" sz="800" dirty="0"/>
              <a:t> = "Enabled";</a:t>
            </a:r>
          </a:p>
          <a:p>
            <a:endParaRPr lang="en-US" sz="800" dirty="0"/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MiniFlowFile</a:t>
            </a:r>
            <a:r>
              <a:rPr lang="en-US" sz="800" dirty="0"/>
              <a:t> = "~HDMT_TPL_DIR/</a:t>
            </a:r>
            <a:r>
              <a:rPr lang="en-US" sz="800" dirty="0" err="1"/>
              <a:t>TestPrograms</a:t>
            </a:r>
            <a:r>
              <a:rPr lang="en-US" sz="800" dirty="0"/>
              <a:t>/</a:t>
            </a:r>
            <a:r>
              <a:rPr lang="en-US" sz="800" dirty="0" err="1"/>
              <a:t>FuseBurn</a:t>
            </a:r>
            <a:r>
              <a:rPr lang="en-US" sz="800" dirty="0"/>
              <a:t>/Modules/</a:t>
            </a:r>
            <a:r>
              <a:rPr lang="en-US" sz="800" dirty="0" err="1"/>
              <a:t>FuseBurn</a:t>
            </a:r>
            <a:r>
              <a:rPr lang="en-US" sz="800" dirty="0"/>
              <a:t>/</a:t>
            </a:r>
            <a:r>
              <a:rPr lang="en-US" sz="800" dirty="0" err="1"/>
              <a:t>InputFiles</a:t>
            </a:r>
            <a:r>
              <a:rPr lang="en-US" sz="800" dirty="0"/>
              <a:t>/</a:t>
            </a:r>
            <a:r>
              <a:rPr lang="en-US" sz="800" dirty="0" err="1"/>
              <a:t>MiniFlow</a:t>
            </a:r>
            <a:r>
              <a:rPr lang="en-US" sz="800" dirty="0"/>
              <a:t>/</a:t>
            </a:r>
            <a:r>
              <a:rPr lang="en-US" sz="800" dirty="0" err="1"/>
              <a:t>MiniFlowCompareStorageSspecA.json</a:t>
            </a:r>
            <a:r>
              <a:rPr lang="en-US" sz="800" dirty="0"/>
              <a:t>";</a:t>
            </a:r>
          </a:p>
          <a:p>
            <a:r>
              <a:rPr lang="en-US" sz="800" dirty="0"/>
              <a:t>    </a:t>
            </a:r>
            <a:r>
              <a:rPr lang="en-US" sz="800" b="1" dirty="0" err="1">
                <a:solidFill>
                  <a:srgbClr val="00B050"/>
                </a:solidFill>
              </a:rPr>
              <a:t>MiniFlowName</a:t>
            </a:r>
            <a:r>
              <a:rPr lang="en-US" sz="800" dirty="0"/>
              <a:t> = "</a:t>
            </a:r>
            <a:r>
              <a:rPr lang="en-US" sz="800" dirty="0" err="1"/>
              <a:t>ValidMiniFlowName</a:t>
            </a:r>
            <a:r>
              <a:rPr lang="en-US" sz="800" dirty="0"/>
              <a:t>";</a:t>
            </a:r>
          </a:p>
          <a:p>
            <a:r>
              <a:rPr lang="en-US" sz="800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1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5761-DBC9-F406-48F9-C67913E3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B2808-8ACB-7A04-879A-A4C1C8669A7F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800" b="1"/>
              <a:t>Mini Flow File Setup (Json)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0D211-C84D-D82D-A1EF-3CD7998AB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206570"/>
              </p:ext>
            </p:extLst>
          </p:nvPr>
        </p:nvGraphicFramePr>
        <p:xfrm>
          <a:off x="4593920" y="889348"/>
          <a:ext cx="7213599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249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5345350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Json Attribute (Required)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“</a:t>
                      </a:r>
                      <a:r>
                        <a:rPr lang="en-US" sz="1400" dirty="0" err="1"/>
                        <a:t>MiniFlowName</a:t>
                      </a:r>
                      <a:r>
                        <a:rPr lang="en-US" sz="14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TestMethod will execute test instance parameter “</a:t>
                      </a:r>
                      <a:r>
                        <a:rPr lang="en-US" sz="1400" dirty="0" err="1"/>
                        <a:t>MiniFlowTest</a:t>
                      </a:r>
                      <a:r>
                        <a:rPr lang="en-US" sz="1400" dirty="0"/>
                        <a:t>” that match this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“</a:t>
                      </a:r>
                      <a:r>
                        <a:rPr lang="en-US" sz="1400" err="1"/>
                        <a:t>TestConfigurations</a:t>
                      </a:r>
                      <a:r>
                        <a:rPr lang="en-US" sz="140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Setup(s)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59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“Name”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identifier.</a:t>
                      </a:r>
                    </a:p>
                    <a:p>
                      <a:r>
                        <a:rPr lang="en-US" sz="1400" dirty="0"/>
                        <a:t>Use for “OnTrue”/”</a:t>
                      </a:r>
                      <a:r>
                        <a:rPr lang="en-US" sz="1400" dirty="0" err="1"/>
                        <a:t>OnFalse</a:t>
                      </a:r>
                      <a:r>
                        <a:rPr lang="en-US" sz="1400" dirty="0"/>
                        <a:t>”.</a:t>
                      </a:r>
                    </a:p>
                    <a:p>
                      <a:r>
                        <a:rPr lang="en-US" sz="1400" dirty="0"/>
                        <a:t>Cannot have duplicate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74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“</a:t>
                      </a:r>
                      <a:r>
                        <a:rPr lang="en-US" sz="1400" dirty="0" err="1"/>
                        <a:t>ExecuteMode</a:t>
                      </a:r>
                      <a:r>
                        <a:rPr lang="en-US" sz="14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MiniFlow</a:t>
                      </a:r>
                      <a:r>
                        <a:rPr lang="en-US" sz="1400" dirty="0"/>
                        <a:t> API to execute.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25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“Param1” “Param2”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parameter for </a:t>
                      </a:r>
                      <a:r>
                        <a:rPr lang="en-US" sz="1400" dirty="0" err="1"/>
                        <a:t>MiniFlow</a:t>
                      </a:r>
                      <a:r>
                        <a:rPr lang="en-US" sz="1400" dirty="0"/>
                        <a:t> API.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3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“</a:t>
                      </a:r>
                      <a:r>
                        <a:rPr lang="en-US" sz="1400" err="1"/>
                        <a:t>OnTrue</a:t>
                      </a:r>
                      <a:r>
                        <a:rPr lang="en-US" sz="140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Action when current Test execute return True.</a:t>
                      </a:r>
                    </a:p>
                    <a:p>
                      <a:r>
                        <a:rPr lang="en-US" sz="1400" dirty="0"/>
                        <a:t>Can be test “Name” or “</a:t>
                      </a:r>
                      <a:r>
                        <a:rPr lang="en-US" sz="1400" dirty="0" err="1">
                          <a:hlinkClick r:id="rId3" action="ppaction://hlinksldjump"/>
                        </a:rPr>
                        <a:t>ExitPort</a:t>
                      </a:r>
                      <a:r>
                        <a:rPr lang="en-US" sz="1400" dirty="0"/>
                        <a:t>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9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“</a:t>
                      </a:r>
                      <a:r>
                        <a:rPr lang="en-US" sz="1400" err="1"/>
                        <a:t>OnFalse</a:t>
                      </a:r>
                      <a:r>
                        <a:rPr lang="en-US" sz="140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Action when current Test execute return False.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Can be test “Name” or “</a:t>
                      </a:r>
                      <a:r>
                        <a:rPr lang="en-US" sz="1400" dirty="0" err="1">
                          <a:hlinkClick r:id="rId3" action="ppaction://hlinksldjump"/>
                        </a:rPr>
                        <a:t>ExitPort</a:t>
                      </a:r>
                      <a:r>
                        <a:rPr lang="en-US" sz="1400" dirty="0"/>
                        <a:t>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Json Attribute (Optional)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Explanation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53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DataType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 parameter when “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ExecuteMode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 is “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CompareStorage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5374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AF923B-5E53-723C-CE1B-9C787FB2A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06" y="889348"/>
            <a:ext cx="4024178" cy="5840707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5C44B8D-718C-83A3-646B-BB57C8AF8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895917"/>
              </p:ext>
            </p:extLst>
          </p:nvPr>
        </p:nvGraphicFramePr>
        <p:xfrm>
          <a:off x="4593920" y="6142482"/>
          <a:ext cx="885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885911" imgH="514350" progId="Package">
                  <p:embed/>
                </p:oleObj>
              </mc:Choice>
              <mc:Fallback>
                <p:oleObj name="Packager Shell Object" showAsIcon="1" r:id="rId5" imgW="885911" imgH="514350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5C44B8D-718C-83A3-646B-BB57C8AF87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3920" y="6142482"/>
                        <a:ext cx="885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rrow: Left 7">
            <a:extLst>
              <a:ext uri="{FF2B5EF4-FFF2-40B4-BE49-F238E27FC236}">
                <a16:creationId xmlns:a16="http://schemas.microsoft.com/office/drawing/2014/main" id="{D679F975-0582-F223-D304-FDA3344574CD}"/>
              </a:ext>
            </a:extLst>
          </p:cNvPr>
          <p:cNvSpPr/>
          <p:nvPr/>
        </p:nvSpPr>
        <p:spPr>
          <a:xfrm>
            <a:off x="5479745" y="6142482"/>
            <a:ext cx="1754036" cy="45283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File</a:t>
            </a:r>
          </a:p>
        </p:txBody>
      </p:sp>
    </p:spTree>
    <p:extLst>
      <p:ext uri="{BB962C8B-B14F-4D97-AF65-F5344CB8AC3E}">
        <p14:creationId xmlns:p14="http://schemas.microsoft.com/office/powerpoint/2010/main" val="386161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B77C-ACBF-3EA3-76A6-971BE601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0B79-5A93-46A8-E3CD-2FBD381A58E0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Common API for </a:t>
            </a:r>
            <a:r>
              <a:rPr lang="en-US" sz="2800" err="1"/>
              <a:t>FuseRead</a:t>
            </a:r>
            <a:r>
              <a:rPr lang="en-US" sz="2800"/>
              <a:t> and </a:t>
            </a:r>
            <a:r>
              <a:rPr lang="en-US" sz="2800" err="1"/>
              <a:t>FuseBurn</a:t>
            </a:r>
            <a:r>
              <a:rPr lang="en-US" sz="2800"/>
              <a:t> : </a:t>
            </a:r>
            <a:r>
              <a:rPr lang="en-US" sz="2800" b="1" err="1"/>
              <a:t>SetStorage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54D2-5A64-0BC0-6FD0-FA2DDE1B0C3A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93A08C-A1D3-0FC4-6F51-D70C9EAE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42305"/>
              </p:ext>
            </p:extLst>
          </p:nvPr>
        </p:nvGraphicFramePr>
        <p:xfrm>
          <a:off x="228600" y="891116"/>
          <a:ext cx="11614149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4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884853">
                  <a:extLst>
                    <a:ext uri="{9D8B030D-6E8A-4147-A177-3AD203B41FA5}">
                      <a16:colId xmlns:a16="http://schemas.microsoft.com/office/drawing/2014/main" val="4283153854"/>
                    </a:ext>
                  </a:extLst>
                </a:gridCol>
                <a:gridCol w="4323934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2470912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SetStorage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Support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Set Storage to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Set Static String to Storage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Data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String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Supported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S</a:t>
                      </a:r>
                      <a:r>
                        <a:rPr lang="en-US" sz="1200" dirty="0" err="1"/>
                        <a:t>haredStorage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S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U</a:t>
                      </a:r>
                      <a:r>
                        <a:rPr lang="en-US" sz="1200" dirty="0" err="1"/>
                        <a:t>serVar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U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FF (</a:t>
                      </a: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Storage to 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SharedStorage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S|</a:t>
                      </a:r>
                      <a:r>
                        <a:rPr lang="en-US" sz="1200" err="1"/>
                        <a:t>Key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Context</a:t>
                      </a:r>
                      <a:br>
                        <a:rPr lang="en-US" sz="1200" b="0"/>
                      </a:br>
                      <a:r>
                        <a:rPr lang="en-US" sz="1200" b="0"/>
                        <a:t>(Default </a:t>
                      </a:r>
                      <a:r>
                        <a:rPr lang="en-US" sz="1200" b="0" err="1"/>
                        <a:t>ResetPolicy</a:t>
                      </a:r>
                      <a:r>
                        <a:rPr lang="en-US" sz="1200" b="0"/>
                        <a:t>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"RESET_AT_DEVICE_START“)</a:t>
                      </a:r>
                      <a:endParaRPr lang="en-US" sz="1200" b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S|</a:t>
                      </a:r>
                      <a:r>
                        <a:rPr lang="en-US" sz="1200" err="1"/>
                        <a:t>Key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>
                          <a:hlinkClick r:id="rId3"/>
                        </a:rPr>
                        <a:t>Context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>
                          <a:solidFill>
                            <a:srgbClr val="7030A0"/>
                          </a:solidFill>
                          <a:hlinkClick r:id="rId4"/>
                        </a:rPr>
                        <a:t>ResetPolicy</a:t>
                      </a:r>
                      <a:endParaRPr lang="en-US" sz="1200">
                        <a:solidFill>
                          <a:srgbClr val="7030A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Uservar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U|</a:t>
                      </a:r>
                      <a:r>
                        <a:rPr lang="en-US" sz="1200" err="1"/>
                        <a:t>CollectionName.VarName</a:t>
                      </a:r>
                      <a:endParaRPr lang="en-US" sz="1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DFF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D|</a:t>
                      </a:r>
                      <a:r>
                        <a:rPr lang="en-US" sz="1200" err="1"/>
                        <a:t>DFFName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DieID|OpType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to 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(Dynamic)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Get from 1 of 3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Literal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346567-387E-52A7-13F4-EC029DAFBC2F}"/>
              </a:ext>
            </a:extLst>
          </p:cNvPr>
          <p:cNvSpPr txBox="1"/>
          <p:nvPr/>
        </p:nvSpPr>
        <p:spPr>
          <a:xfrm>
            <a:off x="228600" y="3347888"/>
            <a:ext cx="117330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Retrieved Data (Param2) can set to storage (Param1).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to set (Param2) not exist or is empty.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set data to storage (Param1).</a:t>
            </a:r>
          </a:p>
        </p:txBody>
      </p:sp>
    </p:spTree>
    <p:extLst>
      <p:ext uri="{BB962C8B-B14F-4D97-AF65-F5344CB8AC3E}">
        <p14:creationId xmlns:p14="http://schemas.microsoft.com/office/powerpoint/2010/main" val="413932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C40E-2B3D-8CD5-5D47-E6EE0676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694E0-7AEE-D176-2926-8389BB569DAE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BE8DA-1DAA-C709-15E7-4D20693634C8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25834-567D-B3CA-2524-D64C611FD259}"/>
              </a:ext>
            </a:extLst>
          </p:cNvPr>
          <p:cNvSpPr txBox="1"/>
          <p:nvPr/>
        </p:nvSpPr>
        <p:spPr>
          <a:xfrm>
            <a:off x="229489" y="847487"/>
            <a:ext cx="1173302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set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C00000"/>
                </a:solidFill>
              </a:rPr>
              <a:t>static value.</a:t>
            </a:r>
            <a:endParaRPr lang="en-US" sz="1400" dirty="0"/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"</a:t>
            </a:r>
            <a:r>
              <a:rPr lang="en-US" sz="1000" b="1" dirty="0" err="1">
                <a:solidFill>
                  <a:srgbClr val="7030A0"/>
                </a:solidFill>
              </a:rPr>
              <a:t>SetStorage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 err="1">
                <a:solidFill>
                  <a:srgbClr val="FFC000"/>
                </a:solidFill>
              </a:rPr>
              <a:t>U</a:t>
            </a:r>
            <a:r>
              <a:rPr lang="en-US" sz="1000" dirty="0" err="1"/>
              <a:t>|SCVars.SC_INTRO_METHOD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“ENG",</a:t>
            </a:r>
          </a:p>
          <a:p>
            <a:r>
              <a:rPr lang="en-US" sz="1000" dirty="0"/>
              <a:t>          "OnTrue": “</a:t>
            </a:r>
            <a:r>
              <a:rPr lang="en-US" sz="1000" dirty="0" err="1"/>
              <a:t>MyTestNext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"2"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set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S</a:t>
            </a:r>
            <a:r>
              <a:rPr lang="en-US" sz="1400" b="1" dirty="0" err="1">
                <a:solidFill>
                  <a:srgbClr val="C00000"/>
                </a:solidFill>
              </a:rPr>
              <a:t>haredStorage</a:t>
            </a:r>
            <a:r>
              <a:rPr lang="en-US" sz="1400" b="1" dirty="0">
                <a:solidFill>
                  <a:srgbClr val="C00000"/>
                </a:solidFill>
              </a:rPr>
              <a:t> value</a:t>
            </a:r>
            <a:r>
              <a:rPr lang="en-US" sz="1400" b="1" dirty="0"/>
              <a:t>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SetStorage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|FUSEUFGL.S_U2U1_FULLBINARY",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|fusestring_CPU0|DUT",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033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FB70F-BEB1-B442-217A-C97E587A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02CDA-EC29-76CC-563D-42465CB86057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Common API for </a:t>
            </a:r>
            <a:r>
              <a:rPr lang="en-US" sz="2800" err="1"/>
              <a:t>FuseRead</a:t>
            </a:r>
            <a:r>
              <a:rPr lang="en-US" sz="2800"/>
              <a:t> and </a:t>
            </a:r>
            <a:r>
              <a:rPr lang="en-US" sz="2800" err="1"/>
              <a:t>FuseBurn</a:t>
            </a:r>
            <a:r>
              <a:rPr lang="en-US" sz="2800"/>
              <a:t> : </a:t>
            </a:r>
            <a:r>
              <a:rPr lang="en-US" sz="2800" b="1" err="1"/>
              <a:t>CompareStorage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46258-320E-B721-6F33-58B6736C0C0C}"/>
              </a:ext>
            </a:extLst>
          </p:cNvPr>
          <p:cNvSpPr txBox="1"/>
          <p:nvPr/>
        </p:nvSpPr>
        <p:spPr>
          <a:xfrm>
            <a:off x="7797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1BD08C-EC0C-E390-98E5-D102AA671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08264"/>
              </p:ext>
            </p:extLst>
          </p:nvPr>
        </p:nvGraphicFramePr>
        <p:xfrm>
          <a:off x="228601" y="891116"/>
          <a:ext cx="1158239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16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078616">
                  <a:extLst>
                    <a:ext uri="{9D8B030D-6E8A-4147-A177-3AD203B41FA5}">
                      <a16:colId xmlns:a16="http://schemas.microsoft.com/office/drawing/2014/main" val="831985389"/>
                    </a:ext>
                  </a:extLst>
                </a:gridCol>
                <a:gridCol w="2477853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2473657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  <a:gridCol w="2473657">
                  <a:extLst>
                    <a:ext uri="{9D8B030D-6E8A-4147-A177-3AD203B41FA5}">
                      <a16:colId xmlns:a16="http://schemas.microsoft.com/office/drawing/2014/main" val="54588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Param2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DataType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CompareStorage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Compare Storage to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Compare Storage to Static String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Data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String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Supported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S</a:t>
                      </a:r>
                      <a:r>
                        <a:rPr lang="en-US" sz="1200" dirty="0" err="1"/>
                        <a:t>haredStorage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S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U</a:t>
                      </a:r>
                      <a:r>
                        <a:rPr lang="en-US" sz="1200" dirty="0" err="1"/>
                        <a:t>serVar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U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FF (</a:t>
                      </a: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Storage to Compare (Actual)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SharedStorage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S|</a:t>
                      </a:r>
                      <a:r>
                        <a:rPr lang="en-US" sz="1200" err="1"/>
                        <a:t>Key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Context</a:t>
                      </a:r>
                      <a:endParaRPr lang="en-US" sz="1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Uservar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U|</a:t>
                      </a:r>
                      <a:r>
                        <a:rPr lang="en-US" sz="1200" err="1"/>
                        <a:t>CollectionName.VarName</a:t>
                      </a:r>
                      <a:endParaRPr lang="en-US" sz="1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DFF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D|</a:t>
                      </a:r>
                      <a:r>
                        <a:rPr lang="en-US" sz="1200" err="1"/>
                        <a:t>DFFName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DieID|OpType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to Compare (Expected)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(Dynamic) Get from 1 of 3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Literal String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Support ‘s’ (skip) character.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When is “Literal”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Do literal string comparison.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It is not case sensitive.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2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When is “Binary” (</a:t>
                      </a:r>
                      <a:r>
                        <a:rPr lang="en-US" sz="1200" b="1" dirty="0"/>
                        <a:t>Default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Apply data format check for Param1 and Param2.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Do bit by bit comparison.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EF3DC8-8628-EE2C-F3EF-4C6277A193BC}"/>
              </a:ext>
            </a:extLst>
          </p:cNvPr>
          <p:cNvSpPr txBox="1"/>
          <p:nvPr/>
        </p:nvSpPr>
        <p:spPr>
          <a:xfrm>
            <a:off x="229489" y="3972728"/>
            <a:ext cx="117330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Actual Data (Param1) matched Expected Data (Param2).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Actual Data (Param1) not exist or is empty or contain invalid character (allowed 01u).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Expected Data (Param2) not exist or is empty or contain invalid character (allowed 01s).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Compare result having mismatch.</a:t>
            </a:r>
          </a:p>
        </p:txBody>
      </p:sp>
    </p:spTree>
    <p:extLst>
      <p:ext uri="{BB962C8B-B14F-4D97-AF65-F5344CB8AC3E}">
        <p14:creationId xmlns:p14="http://schemas.microsoft.com/office/powerpoint/2010/main" val="354195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D146-17A7-2D24-DF29-359DBE96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72351-62B2-47CA-2035-0B70237A5392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 (Binary Comparison)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1636B-DF2E-9B6C-C01B-A4442E8F71C7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50E25-8775-6661-6BA2-78B875F624FC}"/>
              </a:ext>
            </a:extLst>
          </p:cNvPr>
          <p:cNvSpPr txBox="1"/>
          <p:nvPr/>
        </p:nvSpPr>
        <p:spPr>
          <a:xfrm>
            <a:off x="229489" y="847487"/>
            <a:ext cx="1173302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compare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 expected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C00000"/>
                </a:solidFill>
              </a:rPr>
              <a:t>static value</a:t>
            </a:r>
            <a:r>
              <a:rPr lang="en-US" sz="1400" dirty="0"/>
              <a:t>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CompareStorage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>
                <a:solidFill>
                  <a:srgbClr val="FFC000"/>
                </a:solidFill>
              </a:rPr>
              <a:t>U</a:t>
            </a:r>
            <a:r>
              <a:rPr lang="en-US" sz="1000" dirty="0"/>
              <a:t>|FUSEUFGL.S_U2U1_FULLBINARY",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“00110101001010101010100000110101001010101010100000",</a:t>
            </a:r>
          </a:p>
          <a:p>
            <a:r>
              <a:rPr lang="en-US" sz="1000" dirty="0"/>
              <a:t>          "OnTrue": “</a:t>
            </a:r>
            <a:r>
              <a:rPr lang="en-US" sz="1000" dirty="0" err="1"/>
              <a:t>MyTestNext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"2"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compare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 expected </a:t>
            </a:r>
            <a:r>
              <a:rPr lang="en-US" sz="1400" b="1" dirty="0" err="1">
                <a:solidFill>
                  <a:srgbClr val="FFC000"/>
                </a:solidFill>
              </a:rPr>
              <a:t>S</a:t>
            </a:r>
            <a:r>
              <a:rPr lang="en-US" sz="1400" b="1" dirty="0" err="1">
                <a:solidFill>
                  <a:srgbClr val="C00000"/>
                </a:solidFill>
              </a:rPr>
              <a:t>haredStorage</a:t>
            </a:r>
            <a:r>
              <a:rPr lang="en-US" sz="1400" b="1" dirty="0">
                <a:solidFill>
                  <a:srgbClr val="C00000"/>
                </a:solidFill>
              </a:rPr>
              <a:t> value</a:t>
            </a:r>
            <a:r>
              <a:rPr lang="en-US" sz="1400" b="1" dirty="0"/>
              <a:t>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SetStorage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</a:t>
            </a:r>
            <a:r>
              <a:rPr lang="en-US" sz="1000" dirty="0"/>
              <a:t>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>
                <a:solidFill>
                  <a:srgbClr val="FFC000"/>
                </a:solidFill>
              </a:rPr>
              <a:t>U</a:t>
            </a:r>
            <a:r>
              <a:rPr lang="en-US" sz="1000" dirty="0"/>
              <a:t>|FUSEUFGL.S_U2U1_FULLBINARY",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|fusestring_CPU0|DUT",</a:t>
            </a:r>
          </a:p>
          <a:p>
            <a:pPr>
              <a:defRPr/>
            </a:pPr>
            <a:r>
              <a:rPr lang="en-US" sz="1000" dirty="0">
                <a:solidFill>
                  <a:prstClr val="black"/>
                </a:solidFill>
                <a:latin typeface="Aptos" panose="02110004020202020204"/>
              </a:rPr>
              <a:t>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en-US" sz="1000" b="1" dirty="0" err="1">
                <a:solidFill>
                  <a:srgbClr val="00B0F0"/>
                </a:solidFill>
              </a:rPr>
              <a:t>DataType</a:t>
            </a:r>
            <a:r>
              <a:rPr lang="en-US" sz="1000" dirty="0"/>
              <a:t>":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"</a:t>
            </a:r>
            <a:r>
              <a:rPr lang="en-US" sz="1000" b="1" dirty="0">
                <a:solidFill>
                  <a:srgbClr val="00B0F0"/>
                </a:solidFill>
              </a:rPr>
              <a:t>Binary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en-US" sz="1000" dirty="0"/>
              <a:t>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9396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CAEA-642A-A390-0059-4357D03B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4ED2D4-C3A2-770E-0785-A7484EC4AB39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 (Literal Comparison)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67452-963F-5C4A-4979-4C63AC8A4485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B9C6E-CB16-BE4C-7E85-650C69DAAC6D}"/>
              </a:ext>
            </a:extLst>
          </p:cNvPr>
          <p:cNvSpPr txBox="1"/>
          <p:nvPr/>
        </p:nvSpPr>
        <p:spPr>
          <a:xfrm>
            <a:off x="229489" y="847487"/>
            <a:ext cx="117330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compare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 expected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C00000"/>
                </a:solidFill>
              </a:rPr>
              <a:t>static (</a:t>
            </a:r>
            <a:r>
              <a:rPr lang="en-US" sz="1400" b="1" dirty="0">
                <a:solidFill>
                  <a:srgbClr val="00B0F0"/>
                </a:solidFill>
              </a:rPr>
              <a:t>literal</a:t>
            </a:r>
            <a:r>
              <a:rPr lang="en-US" sz="1400" b="1" dirty="0">
                <a:solidFill>
                  <a:srgbClr val="C00000"/>
                </a:solidFill>
              </a:rPr>
              <a:t>) value</a:t>
            </a:r>
            <a:r>
              <a:rPr lang="en-US" sz="1400" dirty="0"/>
              <a:t>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CompareStorage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 err="1">
                <a:solidFill>
                  <a:srgbClr val="FFC000"/>
                </a:solidFill>
              </a:rPr>
              <a:t>U</a:t>
            </a:r>
            <a:r>
              <a:rPr lang="en-US" sz="1000" dirty="0" err="1"/>
              <a:t>|SCVars.SC_INTRO_METHOD</a:t>
            </a:r>
            <a:r>
              <a:rPr lang="en-US" sz="1000" dirty="0"/>
              <a:t> 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“PROD",</a:t>
            </a:r>
          </a:p>
          <a:p>
            <a:r>
              <a:rPr lang="en-US" sz="1000" dirty="0"/>
              <a:t>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en-US" sz="1000" b="1" dirty="0" err="1">
                <a:solidFill>
                  <a:srgbClr val="00B0F0"/>
                </a:solidFill>
              </a:rPr>
              <a:t>DataType</a:t>
            </a:r>
            <a:r>
              <a:rPr lang="en-US" sz="1000" dirty="0"/>
              <a:t>":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"</a:t>
            </a:r>
            <a:r>
              <a:rPr lang="en-US" sz="1000" b="1" dirty="0">
                <a:solidFill>
                  <a:srgbClr val="00B0F0"/>
                </a:solidFill>
              </a:rPr>
              <a:t>Literal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"OnTrue": “</a:t>
            </a:r>
            <a:r>
              <a:rPr lang="en-US" sz="1000" dirty="0" err="1"/>
              <a:t>MyProdTest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"OnFalse": "MyTest2"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“MyTest2",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CompareStorage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 err="1">
                <a:solidFill>
                  <a:srgbClr val="FFC000"/>
                </a:solidFill>
              </a:rPr>
              <a:t>U</a:t>
            </a:r>
            <a:r>
              <a:rPr lang="en-US" sz="1000" dirty="0" err="1"/>
              <a:t>|SCVars.SC_INTRO_METHOD</a:t>
            </a:r>
            <a:r>
              <a:rPr lang="en-US" sz="1000" dirty="0"/>
              <a:t> 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“ENG",</a:t>
            </a:r>
          </a:p>
          <a:p>
            <a:r>
              <a:rPr lang="en-US" sz="1000" dirty="0"/>
              <a:t>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en-US" sz="1000" b="1" dirty="0" err="1">
                <a:solidFill>
                  <a:srgbClr val="00B0F0"/>
                </a:solidFill>
              </a:rPr>
              <a:t>DataType</a:t>
            </a:r>
            <a:r>
              <a:rPr lang="en-US" sz="1000" dirty="0"/>
              <a:t>":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"</a:t>
            </a:r>
            <a:r>
              <a:rPr lang="en-US" sz="1000" b="1" dirty="0">
                <a:solidFill>
                  <a:srgbClr val="00B0F0"/>
                </a:solidFill>
              </a:rPr>
              <a:t>Literal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OnTrue</a:t>
            </a:r>
            <a:r>
              <a:rPr lang="en-US" sz="1000" dirty="0"/>
              <a:t>": “</a:t>
            </a:r>
            <a:r>
              <a:rPr lang="en-US" sz="1000" dirty="0" err="1"/>
              <a:t>MyEngTest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"OnFalse": "2"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compare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 expected </a:t>
            </a:r>
            <a:r>
              <a:rPr lang="en-US" sz="1400" b="1" dirty="0" err="1">
                <a:solidFill>
                  <a:srgbClr val="FFC000"/>
                </a:solidFill>
              </a:rPr>
              <a:t>S</a:t>
            </a:r>
            <a:r>
              <a:rPr lang="en-US" sz="1400" b="1" dirty="0" err="1">
                <a:solidFill>
                  <a:srgbClr val="C00000"/>
                </a:solidFill>
              </a:rPr>
              <a:t>haredStorage</a:t>
            </a:r>
            <a:r>
              <a:rPr lang="en-US" sz="1400" b="1" dirty="0">
                <a:solidFill>
                  <a:srgbClr val="C00000"/>
                </a:solidFill>
              </a:rPr>
              <a:t> value</a:t>
            </a:r>
            <a:r>
              <a:rPr lang="en-US" sz="1400" b="1" dirty="0"/>
              <a:t>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SetStorage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</a:t>
            </a:r>
            <a:r>
              <a:rPr lang="en-US" sz="1000" dirty="0"/>
              <a:t>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>
                <a:solidFill>
                  <a:srgbClr val="FFC000"/>
                </a:solidFill>
              </a:rPr>
              <a:t>U</a:t>
            </a:r>
            <a:r>
              <a:rPr lang="en-US" sz="1000" dirty="0"/>
              <a:t>|FUSEUFGL.S_U2U1_FULLBINARY",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|fusestring_CPU0|DUT",</a:t>
            </a:r>
            <a:endParaRPr lang="en-US" sz="100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Aptos" panose="02110004020202020204"/>
              </a:rPr>
              <a:t>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en-US" sz="1000" b="1" dirty="0" err="1">
                <a:solidFill>
                  <a:srgbClr val="00B0F0"/>
                </a:solidFill>
              </a:rPr>
              <a:t>DataType</a:t>
            </a:r>
            <a:r>
              <a:rPr lang="en-US" sz="1000" dirty="0"/>
              <a:t>":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"</a:t>
            </a:r>
            <a:r>
              <a:rPr lang="en-US" sz="1000" b="1" dirty="0">
                <a:solidFill>
                  <a:srgbClr val="00B0F0"/>
                </a:solidFill>
              </a:rPr>
              <a:t>Literal</a:t>
            </a:r>
            <a:r>
              <a:rPr lang="en-US" sz="1000" dirty="0"/>
              <a:t>",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909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F18E-8C6D-CF7B-1126-DBCC6BB1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B93FC1-D930-D781-7638-9AAD35A421A9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err="1"/>
              <a:t>CompareStorage</a:t>
            </a:r>
            <a:r>
              <a:rPr lang="en-US" sz="2800" b="1"/>
              <a:t> </a:t>
            </a:r>
            <a:r>
              <a:rPr lang="en-US" sz="2800"/>
              <a:t>execution scenario</a:t>
            </a:r>
            <a:endParaRPr lang="en-MY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21509-C23F-BD51-24F0-F3B4939DCEB3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8FF719-B539-3C2E-9660-B4E4FB46B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989113"/>
              </p:ext>
            </p:extLst>
          </p:nvPr>
        </p:nvGraphicFramePr>
        <p:xfrm>
          <a:off x="228600" y="891116"/>
          <a:ext cx="1161415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426">
                  <a:extLst>
                    <a:ext uri="{9D8B030D-6E8A-4147-A177-3AD203B41FA5}">
                      <a16:colId xmlns:a16="http://schemas.microsoft.com/office/drawing/2014/main" val="2853833204"/>
                    </a:ext>
                  </a:extLst>
                </a:gridCol>
                <a:gridCol w="786026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976809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751088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Execute</a:t>
                      </a:r>
                    </a:p>
                    <a:p>
                      <a:r>
                        <a:rPr lang="en-US" sz="140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Console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0000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0</a:t>
                      </a:r>
                      <a:r>
                        <a:rPr lang="en-US" sz="1200" b="1">
                          <a:solidFill>
                            <a:srgbClr val="7030A0"/>
                          </a:solidFill>
                        </a:rPr>
                        <a:t>ss</a:t>
                      </a:r>
                      <a:r>
                        <a:rPr lang="en-US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  <a:p>
                      <a:r>
                        <a:rPr lang="en-US" sz="1200" err="1"/>
                        <a:t>OnTrue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CompareStorage</a:t>
                      </a:r>
                      <a:r>
                        <a:rPr lang="en-US" sz="1200"/>
                        <a:t>=[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  <a:r>
                        <a:rPr lang="en-US" sz="120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0110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0</a:t>
                      </a:r>
                      <a:r>
                        <a:rPr lang="en-US" sz="1200" b="1">
                          <a:solidFill>
                            <a:srgbClr val="7030A0"/>
                          </a:solidFill>
                        </a:rPr>
                        <a:t>ss</a:t>
                      </a:r>
                      <a:r>
                        <a:rPr lang="en-US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OnTrue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CompareStorage</a:t>
                      </a:r>
                      <a:r>
                        <a:rPr lang="en-US" sz="1200"/>
                        <a:t>=[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  <a:r>
                        <a:rPr lang="en-US" sz="1200"/>
                        <a:t>]</a:t>
                      </a:r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5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r>
                        <a:rPr lang="en-US" sz="1200" b="1" kern="120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OnTrue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CompareStorage</a:t>
                      </a:r>
                      <a:r>
                        <a:rPr lang="en-US" sz="1200"/>
                        <a:t>=[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</a:rPr>
                        <a:t>Pass</a:t>
                      </a:r>
                      <a:r>
                        <a:rPr lang="en-US" sz="120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07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endParaRPr lang="pt-BR" sz="1200"/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endParaRPr lang="pt-BR" sz="1200"/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1200"/>
                        <a:t>00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sz="1200" b="1">
                          <a:solidFill>
                            <a:srgbClr val="7030A0"/>
                          </a:solidFill>
                        </a:rPr>
                        <a:t>ss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 b="1">
                        <a:solidFill>
                          <a:srgbClr val="FF0000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 b="1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Fail</a:t>
                      </a:r>
                    </a:p>
                    <a:p>
                      <a:r>
                        <a:rPr lang="en-US" sz="1200" err="1"/>
                        <a:t>OnFalse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CompareStorage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Reason=[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Mismatch Data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 Data=[1001]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 Data=[0ss0]</a:t>
                      </a:r>
                    </a:p>
                    <a:p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CompareStorage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Reason=[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Mismatch Data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 Data=[000u]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 Data=[0000]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54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0ss0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Fail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OnFalse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CompareStorage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Reason=[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Mismatch Length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ExpectedData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Length=[4], </a:t>
                      </a:r>
                      <a:r>
                        <a:rPr lang="en-US" sz="12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ActualData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Length=[5]]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 Data=[00001]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 Data=[0ss0]</a:t>
                      </a:r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734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Actual Data (param1)</a:t>
                      </a:r>
                    </a:p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pt-BR" sz="1200"/>
                        <a:t>Expected Data (param2)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Fail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/>
                        <a:t>OnFalse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CompareStorage</a:t>
                      </a:r>
                      <a:r>
                        <a:rPr lang="en-US" sz="1200"/>
                        <a:t>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lang="en-US" sz="1200"/>
                        <a:t>] Reason=[</a:t>
                      </a:r>
                      <a:r>
                        <a:rPr lang="en-US" sz="1200" b="1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Invalid Format</a:t>
                      </a:r>
                      <a:r>
                        <a:rPr lang="en-US" sz="1200"/>
                        <a:t>, only binary format allow and ‘u’]</a:t>
                      </a:r>
                    </a:p>
                    <a:p>
                      <a:r>
                        <a:rPr lang="en-US" sz="1200"/>
                        <a:t>Actual Data=[000s]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6295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2569F6-60AA-5667-4EA3-D1AE2F7ACB00}"/>
              </a:ext>
            </a:extLst>
          </p:cNvPr>
          <p:cNvSpPr txBox="1"/>
          <p:nvPr/>
        </p:nvSpPr>
        <p:spPr>
          <a:xfrm>
            <a:off x="228600" y="5674528"/>
            <a:ext cx="629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**The Fail case scenario will return False, not throw Exception.</a:t>
            </a:r>
          </a:p>
        </p:txBody>
      </p:sp>
    </p:spTree>
    <p:extLst>
      <p:ext uri="{BB962C8B-B14F-4D97-AF65-F5344CB8AC3E}">
        <p14:creationId xmlns:p14="http://schemas.microsoft.com/office/powerpoint/2010/main" val="388229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FE4E-71F7-D2D7-F36A-C3B1E758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82EFB8-E67C-0B66-E197-DF67B29F0DEF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Common API for </a:t>
            </a:r>
            <a:r>
              <a:rPr lang="en-US" sz="2800" err="1"/>
              <a:t>FuseRead</a:t>
            </a:r>
            <a:r>
              <a:rPr lang="en-US" sz="2800"/>
              <a:t> and </a:t>
            </a:r>
            <a:r>
              <a:rPr lang="en-US" sz="2800" err="1"/>
              <a:t>FuseBurn</a:t>
            </a:r>
            <a:r>
              <a:rPr lang="en-US" sz="2800"/>
              <a:t> : </a:t>
            </a:r>
            <a:r>
              <a:rPr lang="en-US" sz="2800" b="1" err="1"/>
              <a:t>CallBack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DCFB6-4C36-9A23-A5E0-88A889244F62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502BF0-B86D-1B61-22C0-A5C0BAA9A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46994"/>
              </p:ext>
            </p:extLst>
          </p:nvPr>
        </p:nvGraphicFramePr>
        <p:xfrm>
          <a:off x="228601" y="891116"/>
          <a:ext cx="116141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3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650350">
                  <a:extLst>
                    <a:ext uri="{9D8B030D-6E8A-4147-A177-3AD203B41FA5}">
                      <a16:colId xmlns:a16="http://schemas.microsoft.com/office/drawing/2014/main" val="1623789692"/>
                    </a:ext>
                  </a:extLst>
                </a:gridCol>
                <a:gridCol w="3159400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15404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CallBack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Execute callback function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CallBack</a:t>
                      </a:r>
                      <a:r>
                        <a:rPr lang="en-US" sz="120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CallBack</a:t>
                      </a:r>
                      <a:r>
                        <a:rPr lang="en-US" sz="1200"/>
                        <a:t>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B24B0E-9970-167A-ECF7-59BC9168A323}"/>
              </a:ext>
            </a:extLst>
          </p:cNvPr>
          <p:cNvSpPr txBox="1"/>
          <p:nvPr/>
        </p:nvSpPr>
        <p:spPr>
          <a:xfrm>
            <a:off x="228600" y="1704104"/>
            <a:ext cx="116141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Callback.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Callback not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Callback execute fail.</a:t>
            </a:r>
          </a:p>
        </p:txBody>
      </p:sp>
    </p:spTree>
    <p:extLst>
      <p:ext uri="{BB962C8B-B14F-4D97-AF65-F5344CB8AC3E}">
        <p14:creationId xmlns:p14="http://schemas.microsoft.com/office/powerpoint/2010/main" val="12788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230D-80CA-C834-C9C7-283F8612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F14538-1124-9E0A-E977-E2FEBBA0F692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B2257-EB1D-5D39-D553-A729A49D9D53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62FD5-5852-8C52-66FB-6F027A5B1B44}"/>
              </a:ext>
            </a:extLst>
          </p:cNvPr>
          <p:cNvSpPr txBox="1"/>
          <p:nvPr/>
        </p:nvSpPr>
        <p:spPr>
          <a:xfrm>
            <a:off x="288925" y="923173"/>
            <a:ext cx="1161414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execute callback </a:t>
            </a:r>
            <a:r>
              <a:rPr lang="en-US" sz="1400" dirty="0"/>
              <a:t>“</a:t>
            </a:r>
            <a:r>
              <a:rPr lang="en-US" sz="1400" b="1" dirty="0" err="1">
                <a:solidFill>
                  <a:srgbClr val="0070C0"/>
                </a:solidFill>
              </a:rPr>
              <a:t>PrimeSetSimulationString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C00000"/>
                </a:solidFill>
              </a:rPr>
              <a:t>CPU0@1111100000,PCH0@0000011111</a:t>
            </a:r>
            <a:r>
              <a:rPr lang="en-US" sz="1400" dirty="0"/>
              <a:t>)”.</a:t>
            </a:r>
            <a:endParaRPr lang="en-US" sz="1400" b="1" dirty="0"/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CallBack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</a:t>
            </a:r>
            <a:r>
              <a:rPr lang="en-US" sz="1000" dirty="0"/>
              <a:t>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 err="1">
                <a:solidFill>
                  <a:srgbClr val="FFC000"/>
                </a:solidFill>
              </a:rPr>
              <a:t>PrimeSetSimulationString</a:t>
            </a:r>
            <a:r>
              <a:rPr lang="en-US" sz="1000" dirty="0"/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"CPU0@1111100000,PCH0@0000011111“,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want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callback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</a:t>
            </a:r>
            <a:r>
              <a:rPr lang="en-US" sz="1400" b="1" dirty="0" err="1">
                <a:solidFill>
                  <a:srgbClr val="0070C0"/>
                </a:solidFill>
              </a:rPr>
              <a:t>PrimePostProcessUltDecode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lang="en-US" sz="1400" b="1" dirty="0">
                <a:solidFill>
                  <a:srgbClr val="C00000"/>
                </a:solidFill>
              </a:rPr>
              <a:t>U2.U1,true,true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)”.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execute next test. When OnFalse,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CallBack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PrimePostProcessUltDecode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 U2.U1,true,true “,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OnTrue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"OnFalse":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987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D371-E8DD-3AD2-B68D-8BE7517D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9BE6FE-9B83-D74C-1CEE-64688665C489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Common API for </a:t>
            </a:r>
            <a:r>
              <a:rPr lang="en-US" sz="2800" err="1"/>
              <a:t>FuseRead</a:t>
            </a:r>
            <a:r>
              <a:rPr lang="en-US" sz="2800"/>
              <a:t> and </a:t>
            </a:r>
            <a:r>
              <a:rPr lang="en-US" sz="2800" err="1"/>
              <a:t>FuseBurn</a:t>
            </a:r>
            <a:r>
              <a:rPr lang="en-US" sz="2800"/>
              <a:t> : </a:t>
            </a:r>
            <a:r>
              <a:rPr lang="en-US" sz="2800" b="1" err="1"/>
              <a:t>Datalog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160A3-5EA2-69F6-CC1F-BEB2EF3C6F0D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2BA8F5-0602-5C3C-C7AA-FE3BB157A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4347"/>
              </p:ext>
            </p:extLst>
          </p:nvPr>
        </p:nvGraphicFramePr>
        <p:xfrm>
          <a:off x="228601" y="891116"/>
          <a:ext cx="11614149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3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650350">
                  <a:extLst>
                    <a:ext uri="{9D8B030D-6E8A-4147-A177-3AD203B41FA5}">
                      <a16:colId xmlns:a16="http://schemas.microsoft.com/office/drawing/2014/main" val="4056789317"/>
                    </a:ext>
                  </a:extLst>
                </a:gridCol>
                <a:gridCol w="3159400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15404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Datalog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This does not affect existing test method printing, it is additional </a:t>
                      </a:r>
                      <a:r>
                        <a:rPr lang="en-US" sz="1200" dirty="0"/>
                        <a:t>print to ITUFF as </a:t>
                      </a:r>
                      <a:r>
                        <a:rPr lang="en-US" sz="1200" dirty="0">
                          <a:solidFill>
                            <a:srgbClr val="7030A0"/>
                          </a:solidFill>
                        </a:rPr>
                        <a:t>2_comnt</a:t>
                      </a:r>
                      <a:endParaRPr lang="en-US" sz="1200" dirty="0"/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Support</a:t>
                      </a:r>
                      <a:endParaRPr lang="en-US" sz="1200" dirty="0">
                        <a:solidFill>
                          <a:srgbClr val="7030A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Static String to print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Get Storage to print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Supported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S</a:t>
                      </a:r>
                      <a:r>
                        <a:rPr lang="en-US" sz="1200" dirty="0" err="1"/>
                        <a:t>haredStorage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S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err="1"/>
                        <a:t>U</a:t>
                      </a:r>
                      <a:r>
                        <a:rPr lang="en-US" sz="1200" dirty="0" err="1"/>
                        <a:t>serVar</a:t>
                      </a:r>
                      <a:r>
                        <a:rPr lang="en-US" sz="1200" dirty="0"/>
                        <a:t> (</a:t>
                      </a:r>
                      <a:r>
                        <a:rPr lang="en-US" sz="1200" b="1" dirty="0"/>
                        <a:t>U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FF (</a:t>
                      </a:r>
                      <a:r>
                        <a:rPr lang="en-US" sz="1200" b="1" dirty="0"/>
                        <a:t>D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Storage to Get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SharedStorage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S|</a:t>
                      </a:r>
                      <a:r>
                        <a:rPr lang="en-US" sz="1200" err="1"/>
                        <a:t>Key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Context</a:t>
                      </a:r>
                      <a:endParaRPr lang="en-US" sz="1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/>
                        <a:t>Uservar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U|</a:t>
                      </a:r>
                      <a:r>
                        <a:rPr lang="en-US" sz="1200" err="1"/>
                        <a:t>CollectionName.VarName</a:t>
                      </a:r>
                      <a:endParaRPr lang="en-US" sz="1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DFF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err="1"/>
                        <a:t>D|</a:t>
                      </a:r>
                      <a:r>
                        <a:rPr lang="en-US" sz="1200" err="1"/>
                        <a:t>DFFName</a:t>
                      </a:r>
                      <a:r>
                        <a:rPr lang="en-US" sz="1200" b="1" err="1"/>
                        <a:t>|</a:t>
                      </a:r>
                      <a:r>
                        <a:rPr lang="en-US" sz="1200" err="1"/>
                        <a:t>DieID|OpType</a:t>
                      </a:r>
                      <a:endParaRPr lang="en-US" sz="120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Literal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B0F0B1-EE11-EB1D-40D2-21DDB395DB3E}"/>
              </a:ext>
            </a:extLst>
          </p:cNvPr>
          <p:cNvSpPr txBox="1"/>
          <p:nvPr/>
        </p:nvSpPr>
        <p:spPr>
          <a:xfrm>
            <a:off x="229489" y="3492925"/>
            <a:ext cx="117330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Able to write Data (Param1) to </a:t>
            </a:r>
            <a:r>
              <a:rPr lang="en-US" sz="1400" dirty="0" err="1"/>
              <a:t>ituff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Static Data (Param1) is empty or contain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Storage Data (Param1) not exist or is empty or contain space.</a:t>
            </a:r>
          </a:p>
        </p:txBody>
      </p:sp>
    </p:spTree>
    <p:extLst>
      <p:ext uri="{BB962C8B-B14F-4D97-AF65-F5344CB8AC3E}">
        <p14:creationId xmlns:p14="http://schemas.microsoft.com/office/powerpoint/2010/main" val="691874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D534-6214-4847-E9C1-005C9AEA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2F130F-C409-6111-CFDE-44D49E3D4862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Usage Scenario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CA556-BA6A-5730-D995-4B55F121BA26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E6FCD-3E2A-91A4-1D1E-C1A6124A9883}"/>
              </a:ext>
            </a:extLst>
          </p:cNvPr>
          <p:cNvSpPr txBox="1"/>
          <p:nvPr/>
        </p:nvSpPr>
        <p:spPr>
          <a:xfrm>
            <a:off x="229489" y="847487"/>
            <a:ext cx="1173302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compare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with expected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C00000"/>
                </a:solidFill>
              </a:rPr>
              <a:t>static value</a:t>
            </a:r>
            <a:r>
              <a:rPr lang="en-US" sz="1400" dirty="0"/>
              <a:t> then </a:t>
            </a:r>
            <a:r>
              <a:rPr lang="en-US" sz="1400" b="1" dirty="0" err="1">
                <a:solidFill>
                  <a:srgbClr val="7030A0"/>
                </a:solidFill>
              </a:rPr>
              <a:t>datalog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0070C0"/>
                </a:solidFill>
              </a:rPr>
              <a:t>actual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U</a:t>
            </a:r>
            <a:r>
              <a:rPr lang="en-US" sz="1400" b="1" dirty="0" err="1">
                <a:solidFill>
                  <a:srgbClr val="0070C0"/>
                </a:solidFill>
              </a:rPr>
              <a:t>servar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name and value.</a:t>
            </a:r>
          </a:p>
          <a:p>
            <a:r>
              <a:rPr lang="en-US" sz="1400" dirty="0"/>
              <a:t>When OnTrue, execute next test. When </a:t>
            </a:r>
            <a:r>
              <a:rPr lang="en-US" sz="1400" dirty="0" err="1"/>
              <a:t>OnFalse</a:t>
            </a:r>
            <a:r>
              <a:rPr lang="en-US" sz="1400" dirty="0"/>
              <a:t>, exit fail port.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CompareStorage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>
                <a:solidFill>
                  <a:srgbClr val="FFC000"/>
                </a:solidFill>
              </a:rPr>
              <a:t>U</a:t>
            </a:r>
            <a:r>
              <a:rPr lang="en-US" sz="1000" dirty="0"/>
              <a:t>|FUSEUFGL.S_U2U1_FULLBINARY",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“00110101001010101010100000110101001010101010100000",</a:t>
            </a:r>
          </a:p>
          <a:p>
            <a:r>
              <a:rPr lang="en-US" sz="1000" dirty="0"/>
              <a:t>          "OnTrue": “</a:t>
            </a:r>
            <a:r>
              <a:rPr lang="en-US" sz="1000" dirty="0" err="1"/>
              <a:t>MyDatalogUserVarName</a:t>
            </a:r>
            <a:r>
              <a:rPr lang="en-US" sz="1000" dirty="0"/>
              <a:t>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"2"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</a:t>
            </a:r>
            <a:r>
              <a:rPr lang="en-US" sz="1000" dirty="0" err="1"/>
              <a:t>MyDatalogUserVarName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>
                <a:solidFill>
                  <a:srgbClr val="7030A0"/>
                </a:solidFill>
              </a:rPr>
              <a:t>Datalog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"FUSEUFGL.S_U2U1_FULLBINARY",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</a:t>
            </a:r>
            <a:r>
              <a:rPr lang="en-US" sz="1000" dirty="0" err="1"/>
              <a:t>MyDatalogUserVarValue</a:t>
            </a:r>
            <a:r>
              <a:rPr lang="en-US" sz="1000" dirty="0"/>
              <a:t>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“3"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</a:t>
            </a:r>
            <a:r>
              <a:rPr lang="en-US" sz="1000" dirty="0" err="1"/>
              <a:t>MyDatalogUserVarValue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>
                <a:solidFill>
                  <a:srgbClr val="7030A0"/>
                </a:solidFill>
              </a:rPr>
              <a:t>Datalog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"</a:t>
            </a:r>
            <a:r>
              <a:rPr lang="en-US" sz="1000" b="1" dirty="0">
                <a:solidFill>
                  <a:srgbClr val="FFC000"/>
                </a:solidFill>
              </a:rPr>
              <a:t>U</a:t>
            </a:r>
            <a:r>
              <a:rPr lang="en-US" sz="1000" dirty="0"/>
              <a:t>|FUSEUFGL.S_U2U1_FULLBINARY",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“4"</a:t>
            </a:r>
          </a:p>
          <a:p>
            <a:r>
              <a:rPr lang="en-US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0920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CE51-229B-970A-44F3-4AD27225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B2601-CA7A-2B96-995F-659D82CDE6C9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API for </a:t>
            </a:r>
            <a:r>
              <a:rPr lang="en-US" sz="2800" err="1"/>
              <a:t>FuseRead</a:t>
            </a:r>
            <a:r>
              <a:rPr lang="en-US" sz="2800"/>
              <a:t> (</a:t>
            </a:r>
            <a:r>
              <a:rPr lang="en-US" sz="2800" err="1"/>
              <a:t>FuseReadMaskULTDecode</a:t>
            </a:r>
            <a:r>
              <a:rPr lang="en-US" sz="2800"/>
              <a:t>):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CFD5-6A23-A668-3971-577F41787127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AE09B6-0704-CB30-B282-4C3479E05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447242"/>
              </p:ext>
            </p:extLst>
          </p:nvPr>
        </p:nvGraphicFramePr>
        <p:xfrm>
          <a:off x="228601" y="891116"/>
          <a:ext cx="11614149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062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3026738">
                  <a:extLst>
                    <a:ext uri="{9D8B030D-6E8A-4147-A177-3AD203B41FA5}">
                      <a16:colId xmlns:a16="http://schemas.microsoft.com/office/drawing/2014/main" val="1703484399"/>
                    </a:ext>
                  </a:extLst>
                </a:gridCol>
                <a:gridCol w="3026738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021611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ReadMask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Execute Mask.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Mask Name to Execute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Must be valid name in “</a:t>
                      </a:r>
                      <a:r>
                        <a:rPr lang="en-US" sz="1200" err="1"/>
                        <a:t>ConfigurationFile</a:t>
                      </a:r>
                      <a:r>
                        <a:rPr lang="en-US" sz="1200"/>
                        <a:t>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Only 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single</a:t>
                      </a:r>
                      <a:r>
                        <a:rPr lang="en-US" sz="1200"/>
                        <a:t> mask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A40F83-304F-7830-91B7-E9D87C5C4A6C}"/>
              </a:ext>
            </a:extLst>
          </p:cNvPr>
          <p:cNvSpPr txBox="1"/>
          <p:nvPr/>
        </p:nvSpPr>
        <p:spPr>
          <a:xfrm>
            <a:off x="228601" y="2140149"/>
            <a:ext cx="116141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mask.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Fuse String and Mask Value is matched.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 to execute mask not meet.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Fuse String and Mask Value is not matched.</a:t>
            </a:r>
          </a:p>
        </p:txBody>
      </p:sp>
    </p:spTree>
    <p:extLst>
      <p:ext uri="{BB962C8B-B14F-4D97-AF65-F5344CB8AC3E}">
        <p14:creationId xmlns:p14="http://schemas.microsoft.com/office/powerpoint/2010/main" val="373123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9CC6-89B0-3139-C21A-A4E6BF1C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BBCE2-3747-6322-1A6D-ADC2F13D8210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Usage Scenario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C9397-220F-1604-E127-3EA7D403B960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941DB-3A61-EB48-CC8E-B3256DE54AEC}"/>
              </a:ext>
            </a:extLst>
          </p:cNvPr>
          <p:cNvSpPr txBox="1"/>
          <p:nvPr/>
        </p:nvSpPr>
        <p:spPr>
          <a:xfrm>
            <a:off x="229489" y="847487"/>
            <a:ext cx="1173302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execute </a:t>
            </a:r>
            <a:r>
              <a:rPr lang="en-US" sz="1400" dirty="0"/>
              <a:t>multiple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b="1" dirty="0" err="1">
                <a:solidFill>
                  <a:srgbClr val="7030A0"/>
                </a:solidFill>
              </a:rPr>
              <a:t>PassingMask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70C0"/>
                </a:solidFill>
              </a:rPr>
              <a:t>MaskP1, MaskP2</a:t>
            </a:r>
            <a:r>
              <a:rPr lang="en-US" sz="1400" dirty="0"/>
              <a:t>).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ReadMask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“MaskP1",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“MyTest2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"2"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“MyTest2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ReadMask</a:t>
            </a:r>
            <a:r>
              <a:rPr lang="en-US" sz="1000" b="1" dirty="0">
                <a:solidFill>
                  <a:srgbClr val="7030A0"/>
                </a:solidFill>
              </a:rPr>
              <a:t> 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“MaskP2",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“1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“3"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want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multiple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FailingMask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MaskF1, MaskF2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ReadMask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“MaskF1",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“2",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"MyTest2"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“MyTest2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ReadMask</a:t>
            </a:r>
            <a:r>
              <a:rPr lang="en-US" sz="1000" b="1" dirty="0">
                <a:solidFill>
                  <a:srgbClr val="7030A0"/>
                </a:solidFill>
              </a:rPr>
              <a:t> 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“MaskF2",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“3",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“1"</a:t>
            </a:r>
          </a:p>
          <a:p>
            <a:r>
              <a:rPr lang="en-US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537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6427-0D55-1AF2-C6E3-A161339C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B3BE75-682A-AA49-9A1C-7306F65A1898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API for </a:t>
            </a:r>
            <a:r>
              <a:rPr lang="en-US" sz="2800" dirty="0" err="1"/>
              <a:t>FuseRead</a:t>
            </a:r>
            <a:r>
              <a:rPr lang="en-US" sz="2800" dirty="0"/>
              <a:t> (</a:t>
            </a:r>
            <a:r>
              <a:rPr lang="en-US" sz="2800" dirty="0" err="1"/>
              <a:t>FuseReadMaskULTDecode</a:t>
            </a:r>
            <a:r>
              <a:rPr lang="en-US" sz="2800" dirty="0"/>
              <a:t>): </a:t>
            </a:r>
            <a:r>
              <a:rPr lang="en-US" sz="2800" b="1" dirty="0" err="1"/>
              <a:t>ULTDecode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9E884-62C4-14F0-B947-A5FD9DDA5FDA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FEF247-437C-3478-04FA-126E02024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54793"/>
              </p:ext>
            </p:extLst>
          </p:nvPr>
        </p:nvGraphicFramePr>
        <p:xfrm>
          <a:off x="228601" y="891116"/>
          <a:ext cx="11614149" cy="1097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062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3026738">
                  <a:extLst>
                    <a:ext uri="{9D8B030D-6E8A-4147-A177-3AD203B41FA5}">
                      <a16:colId xmlns:a16="http://schemas.microsoft.com/office/drawing/2014/main" val="1703484399"/>
                    </a:ext>
                  </a:extLst>
                </a:gridCol>
                <a:gridCol w="3026738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021611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145255">
                <a:tc>
                  <a:txBody>
                    <a:bodyPr/>
                    <a:lstStyle/>
                    <a:p>
                      <a:r>
                        <a:rPr lang="en-US" sz="1200" err="1"/>
                        <a:t>MiniFlow</a:t>
                      </a:r>
                      <a:r>
                        <a:rPr lang="en-US" sz="120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82311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 err="1"/>
                        <a:t>ULT</a:t>
                      </a:r>
                      <a:r>
                        <a:rPr lang="en-US" sz="1200" dirty="0" err="1">
                          <a:solidFill>
                            <a:srgbClr val="7030A0"/>
                          </a:solidFill>
                        </a:rPr>
                        <a:t>Decode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Execute Decode.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 “”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606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340C738-4314-B1B9-4F2A-ED05AD743DE0}"/>
              </a:ext>
            </a:extLst>
          </p:cNvPr>
          <p:cNvSpPr txBox="1"/>
          <p:nvPr/>
        </p:nvSpPr>
        <p:spPr>
          <a:xfrm>
            <a:off x="228600" y="2064350"/>
            <a:ext cx="116141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</a:t>
            </a:r>
            <a:r>
              <a:rPr lang="en-US" sz="1400" dirty="0" err="1"/>
              <a:t>ULTDecode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 to execute </a:t>
            </a:r>
            <a:r>
              <a:rPr lang="en-US" sz="1400" dirty="0" err="1"/>
              <a:t>ULTDecode</a:t>
            </a:r>
            <a:r>
              <a:rPr lang="en-US" sz="1400" dirty="0"/>
              <a:t> not meet (Fuse Read </a:t>
            </a:r>
            <a:r>
              <a:rPr lang="en-US" sz="1400" dirty="0" err="1"/>
              <a:t>ConfigurationFile</a:t>
            </a:r>
            <a:r>
              <a:rPr lang="en-US" sz="1400" dirty="0"/>
              <a:t> and Test Instance Parameters).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execute </a:t>
            </a:r>
            <a:r>
              <a:rPr lang="en-US" sz="1400" dirty="0" err="1"/>
              <a:t>ULTDecode</a:t>
            </a:r>
            <a:r>
              <a:rPr lang="en-US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E8D05-AD11-67E7-C338-D288B08A2941}"/>
              </a:ext>
            </a:extLst>
          </p:cNvPr>
          <p:cNvSpPr txBox="1"/>
          <p:nvPr/>
        </p:nvSpPr>
        <p:spPr>
          <a:xfrm>
            <a:off x="228600" y="4423454"/>
            <a:ext cx="116141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want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ULTDecode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OnTrue, execute next test. When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ULTDecode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3D2FF-ACCE-3DAD-BB9F-61352AEB738D}"/>
              </a:ext>
            </a:extLst>
          </p:cNvPr>
          <p:cNvSpPr txBox="1"/>
          <p:nvPr/>
        </p:nvSpPr>
        <p:spPr>
          <a:xfrm>
            <a:off x="0" y="3821670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</p:spTree>
    <p:extLst>
      <p:ext uri="{BB962C8B-B14F-4D97-AF65-F5344CB8AC3E}">
        <p14:creationId xmlns:p14="http://schemas.microsoft.com/office/powerpoint/2010/main" val="3418037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2DC5-440E-5E2A-AB8F-6E10EEA8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920BF4-611A-61BB-35C6-CD854881C50D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API for </a:t>
            </a:r>
            <a:r>
              <a:rPr lang="en-US" sz="2800" dirty="0" err="1"/>
              <a:t>FuseBurnMask</a:t>
            </a:r>
            <a:r>
              <a:rPr lang="en-US" sz="2800" dirty="0"/>
              <a:t>: </a:t>
            </a:r>
            <a:r>
              <a:rPr lang="en-US" sz="2800" b="1" dirty="0" err="1"/>
              <a:t>MaskBurn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C3A92-D816-D340-173F-E273AFAE9A17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69C8DB-086A-83F6-ADC8-1E8106A42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77936"/>
              </p:ext>
            </p:extLst>
          </p:nvPr>
        </p:nvGraphicFramePr>
        <p:xfrm>
          <a:off x="228601" y="891116"/>
          <a:ext cx="11614149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3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650350">
                  <a:extLst>
                    <a:ext uri="{9D8B030D-6E8A-4147-A177-3AD203B41FA5}">
                      <a16:colId xmlns:a16="http://schemas.microsoft.com/office/drawing/2014/main" val="508590071"/>
                    </a:ext>
                  </a:extLst>
                </a:gridCol>
                <a:gridCol w="3159400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15404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MiniFlow</a:t>
                      </a:r>
                      <a:r>
                        <a:rPr lang="en-US" sz="1200" dirty="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“</a:t>
                      </a:r>
                      <a:r>
                        <a:rPr lang="en-US" sz="1200" dirty="0" err="1">
                          <a:solidFill>
                            <a:srgbClr val="7030A0"/>
                          </a:solidFill>
                        </a:rPr>
                        <a:t>Mask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Burn</a:t>
                      </a:r>
                      <a:r>
                        <a:rPr lang="en-US" sz="1200" dirty="0"/>
                        <a:t>”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Execute fuse burn mask.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Mask Name to Execute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Must be valid name in “</a:t>
                      </a:r>
                      <a:r>
                        <a:rPr lang="en-US" sz="1200" err="1"/>
                        <a:t>ConfigurationFile</a:t>
                      </a:r>
                      <a:r>
                        <a:rPr lang="en-US" sz="1200"/>
                        <a:t>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Only 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single</a:t>
                      </a:r>
                      <a:r>
                        <a:rPr lang="en-US" sz="1200"/>
                        <a:t> mask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CD95CD-8C43-E19C-DE76-67F918FD0F98}"/>
              </a:ext>
            </a:extLst>
          </p:cNvPr>
          <p:cNvSpPr txBox="1"/>
          <p:nvPr/>
        </p:nvSpPr>
        <p:spPr>
          <a:xfrm>
            <a:off x="228601" y="2091445"/>
            <a:ext cx="116141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mask.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 to execute mask not meet.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13231-7366-AC4D-8F20-66933B84BC41}"/>
              </a:ext>
            </a:extLst>
          </p:cNvPr>
          <p:cNvSpPr txBox="1"/>
          <p:nvPr/>
        </p:nvSpPr>
        <p:spPr>
          <a:xfrm>
            <a:off x="169164" y="3969382"/>
            <a:ext cx="1173302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 want to </a:t>
            </a:r>
            <a:r>
              <a:rPr lang="en-US" sz="1400" b="1" dirty="0">
                <a:solidFill>
                  <a:srgbClr val="7030A0"/>
                </a:solidFill>
              </a:rPr>
              <a:t>execute </a:t>
            </a:r>
            <a:r>
              <a:rPr lang="en-US" sz="1400" dirty="0"/>
              <a:t>multiple</a:t>
            </a:r>
            <a:r>
              <a:rPr lang="en-US" sz="1400" b="1" dirty="0">
                <a:solidFill>
                  <a:srgbClr val="7030A0"/>
                </a:solidFill>
              </a:rPr>
              <a:t> burn mask 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70C0"/>
                </a:solidFill>
              </a:rPr>
              <a:t>burn_0_full_string, burn_1_full_string</a:t>
            </a:r>
            <a:r>
              <a:rPr lang="en-US" sz="1400" dirty="0"/>
              <a:t>).</a:t>
            </a:r>
          </a:p>
          <a:p>
            <a:r>
              <a:rPr lang="en-US" sz="1000" dirty="0"/>
              <a:t> {</a:t>
            </a:r>
          </a:p>
          <a:p>
            <a:r>
              <a:rPr lang="en-US" sz="1000" dirty="0"/>
              <a:t>          "Name": “MyTest1",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MaskBurn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“burn_0_full_string",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“MyTest2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"2"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      "Name": “MyTest2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ExecuteMode</a:t>
            </a:r>
            <a:r>
              <a:rPr lang="en-US" sz="1000" dirty="0"/>
              <a:t>": “</a:t>
            </a:r>
            <a:r>
              <a:rPr lang="en-US" sz="1000" b="1" dirty="0" err="1">
                <a:solidFill>
                  <a:srgbClr val="7030A0"/>
                </a:solidFill>
              </a:rPr>
              <a:t>MaskBurn</a:t>
            </a:r>
            <a:r>
              <a:rPr lang="en-US" sz="1000" b="1" dirty="0">
                <a:solidFill>
                  <a:srgbClr val="7030A0"/>
                </a:solidFill>
              </a:rPr>
              <a:t> </a:t>
            </a:r>
            <a:r>
              <a:rPr lang="en-US" sz="1000" dirty="0"/>
              <a:t>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0070C0"/>
                </a:solidFill>
              </a:rPr>
              <a:t>Param1</a:t>
            </a:r>
            <a:r>
              <a:rPr lang="en-US" sz="1000" dirty="0"/>
              <a:t>": “burn_1_full_string",</a:t>
            </a:r>
          </a:p>
          <a:p>
            <a:r>
              <a:rPr lang="en-US" sz="1000" dirty="0"/>
              <a:t>          "</a:t>
            </a:r>
            <a:r>
              <a:rPr lang="en-US" sz="1000" b="1" dirty="0">
                <a:solidFill>
                  <a:srgbClr val="C00000"/>
                </a:solidFill>
              </a:rPr>
              <a:t>Param2</a:t>
            </a:r>
            <a:r>
              <a:rPr lang="en-US" sz="1000" dirty="0"/>
              <a:t>": “",</a:t>
            </a:r>
          </a:p>
          <a:p>
            <a:r>
              <a:rPr lang="en-US" sz="1000" dirty="0"/>
              <a:t>          "OnTrue": “1 ",</a:t>
            </a:r>
          </a:p>
          <a:p>
            <a:r>
              <a:rPr lang="en-US" sz="1000" dirty="0"/>
              <a:t>          "</a:t>
            </a:r>
            <a:r>
              <a:rPr lang="en-US" sz="1000" dirty="0" err="1"/>
              <a:t>OnFalse</a:t>
            </a:r>
            <a:r>
              <a:rPr lang="en-US" sz="1000" dirty="0"/>
              <a:t>": “3"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D0370-17EE-D8B5-B01B-03FE6DEC041D}"/>
              </a:ext>
            </a:extLst>
          </p:cNvPr>
          <p:cNvSpPr txBox="1"/>
          <p:nvPr/>
        </p:nvSpPr>
        <p:spPr>
          <a:xfrm>
            <a:off x="0" y="3429000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</p:spTree>
    <p:extLst>
      <p:ext uri="{BB962C8B-B14F-4D97-AF65-F5344CB8AC3E}">
        <p14:creationId xmlns:p14="http://schemas.microsoft.com/office/powerpoint/2010/main" val="989057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75B8-D7D7-FD4D-6192-C97721F4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B746F0-1B39-8163-8854-DC25B25AC8F6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API for </a:t>
            </a:r>
            <a:r>
              <a:rPr lang="en-US" sz="2800" dirty="0" err="1"/>
              <a:t>FuseBurnSspec</a:t>
            </a:r>
            <a:r>
              <a:rPr lang="en-US" sz="2800" dirty="0"/>
              <a:t>: </a:t>
            </a:r>
            <a:r>
              <a:rPr lang="en-US" sz="2800" b="1" dirty="0" err="1"/>
              <a:t>SspecBurn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D1E54-A77E-CAAB-E81C-236C02FDC8D6}"/>
              </a:ext>
            </a:extLst>
          </p:cNvPr>
          <p:cNvSpPr txBox="1"/>
          <p:nvPr/>
        </p:nvSpPr>
        <p:spPr>
          <a:xfrm>
            <a:off x="109728" y="832104"/>
            <a:ext cx="11733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1F2996-08E6-D492-447C-5DD692AFC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39539"/>
              </p:ext>
            </p:extLst>
          </p:nvPr>
        </p:nvGraphicFramePr>
        <p:xfrm>
          <a:off x="228601" y="891116"/>
          <a:ext cx="116141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3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650350">
                  <a:extLst>
                    <a:ext uri="{9D8B030D-6E8A-4147-A177-3AD203B41FA5}">
                      <a16:colId xmlns:a16="http://schemas.microsoft.com/office/drawing/2014/main" val="1786374973"/>
                    </a:ext>
                  </a:extLst>
                </a:gridCol>
                <a:gridCol w="3159400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15404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MiniFlow</a:t>
                      </a:r>
                      <a:r>
                        <a:rPr lang="en-US" sz="1200" dirty="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rgbClr val="7030A0"/>
                          </a:solidFill>
                        </a:rPr>
                        <a:t>Sspec</a:t>
                      </a:r>
                      <a:r>
                        <a:rPr lang="en-US" sz="1200" dirty="0" err="1"/>
                        <a:t>Burn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Execute </a:t>
                      </a:r>
                      <a:r>
                        <a:rPr lang="en-US" sz="1200" dirty="0" err="1"/>
                        <a:t>Sspec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61E01F-1F30-F552-5123-A623D255BAA3}"/>
              </a:ext>
            </a:extLst>
          </p:cNvPr>
          <p:cNvSpPr txBox="1"/>
          <p:nvPr/>
        </p:nvSpPr>
        <p:spPr>
          <a:xfrm>
            <a:off x="228601" y="1691808"/>
            <a:ext cx="116141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</a:t>
            </a:r>
            <a:r>
              <a:rPr lang="en-US" sz="1400" dirty="0" err="1"/>
              <a:t>sspec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 to execute </a:t>
            </a:r>
            <a:r>
              <a:rPr lang="en-US" sz="1400" dirty="0" err="1"/>
              <a:t>sspec</a:t>
            </a:r>
            <a:r>
              <a:rPr lang="en-US" sz="1400" dirty="0"/>
              <a:t> not meet.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E7D10-2FCD-858F-9FB4-0CA0AF21CCA3}"/>
              </a:ext>
            </a:extLst>
          </p:cNvPr>
          <p:cNvSpPr txBox="1"/>
          <p:nvPr/>
        </p:nvSpPr>
        <p:spPr>
          <a:xfrm>
            <a:off x="228601" y="3962373"/>
            <a:ext cx="116141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want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Sspec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OnTrue, execute next test. When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SspecBurn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008B5-0051-D82E-026A-A7E1FF40C066}"/>
              </a:ext>
            </a:extLst>
          </p:cNvPr>
          <p:cNvSpPr txBox="1"/>
          <p:nvPr/>
        </p:nvSpPr>
        <p:spPr>
          <a:xfrm>
            <a:off x="0" y="325797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</p:spTree>
    <p:extLst>
      <p:ext uri="{BB962C8B-B14F-4D97-AF65-F5344CB8AC3E}">
        <p14:creationId xmlns:p14="http://schemas.microsoft.com/office/powerpoint/2010/main" val="2373908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D3C-18FE-3DD7-25D4-B7CECE2D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CD9A1C-8AEF-4CBE-79E9-041D7C167CEC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API for </a:t>
            </a:r>
            <a:r>
              <a:rPr lang="en-US" sz="2800" dirty="0" err="1"/>
              <a:t>FuseBurnMask</a:t>
            </a:r>
            <a:r>
              <a:rPr lang="en-US" sz="2800" dirty="0"/>
              <a:t> and </a:t>
            </a:r>
            <a:r>
              <a:rPr lang="en-US" sz="2800" dirty="0" err="1"/>
              <a:t>FuseBurnSspec</a:t>
            </a:r>
            <a:r>
              <a:rPr lang="en-US" sz="2800" dirty="0"/>
              <a:t>: </a:t>
            </a:r>
            <a:r>
              <a:rPr lang="en-US" sz="2800" b="1" dirty="0" err="1"/>
              <a:t>ULTEncode</a:t>
            </a:r>
            <a:r>
              <a:rPr lang="en-US" sz="2800" dirty="0"/>
              <a:t> </a:t>
            </a:r>
            <a:endParaRPr lang="en-MY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5438F-0E4B-7C8E-8CCF-5ECF5E548A5A}"/>
              </a:ext>
            </a:extLst>
          </p:cNvPr>
          <p:cNvSpPr txBox="1"/>
          <p:nvPr/>
        </p:nvSpPr>
        <p:spPr>
          <a:xfrm>
            <a:off x="109728" y="891116"/>
            <a:ext cx="11733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78FC5A-D3F4-BF20-23FF-3A15B19F0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02899"/>
              </p:ext>
            </p:extLst>
          </p:nvPr>
        </p:nvGraphicFramePr>
        <p:xfrm>
          <a:off x="228601" y="891116"/>
          <a:ext cx="11614149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350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  <a:gridCol w="2650350">
                  <a:extLst>
                    <a:ext uri="{9D8B030D-6E8A-4147-A177-3AD203B41FA5}">
                      <a16:colId xmlns:a16="http://schemas.microsoft.com/office/drawing/2014/main" val="508590071"/>
                    </a:ext>
                  </a:extLst>
                </a:gridCol>
                <a:gridCol w="3159400">
                  <a:extLst>
                    <a:ext uri="{9D8B030D-6E8A-4147-A177-3AD203B41FA5}">
                      <a16:colId xmlns:a16="http://schemas.microsoft.com/office/drawing/2014/main" val="2485126605"/>
                    </a:ext>
                  </a:extLst>
                </a:gridCol>
                <a:gridCol w="3154049">
                  <a:extLst>
                    <a:ext uri="{9D8B030D-6E8A-4147-A177-3AD203B41FA5}">
                      <a16:colId xmlns:a16="http://schemas.microsoft.com/office/drawing/2014/main" val="239553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MiniFlow</a:t>
                      </a:r>
                      <a:r>
                        <a:rPr lang="en-US" sz="1200" dirty="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 err="1"/>
                        <a:t>ULT</a:t>
                      </a:r>
                      <a:r>
                        <a:rPr lang="en-US" sz="1200" dirty="0" err="1">
                          <a:solidFill>
                            <a:srgbClr val="7030A0"/>
                          </a:solidFill>
                        </a:rPr>
                        <a:t>Encode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Execute encode.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/>
                        <a:t>“”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“”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606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27B94E-9443-8B5A-938D-6A7026E1F94A}"/>
              </a:ext>
            </a:extLst>
          </p:cNvPr>
          <p:cNvSpPr txBox="1"/>
          <p:nvPr/>
        </p:nvSpPr>
        <p:spPr>
          <a:xfrm>
            <a:off x="228600" y="1719156"/>
            <a:ext cx="116141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Execute Result</a:t>
            </a:r>
          </a:p>
          <a:p>
            <a:r>
              <a:rPr lang="en-US" sz="1400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 execute </a:t>
            </a:r>
            <a:r>
              <a:rPr lang="en-US" sz="1400" dirty="0" err="1"/>
              <a:t>ULTEncode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 to execute </a:t>
            </a:r>
            <a:r>
              <a:rPr lang="en-US" sz="1400" dirty="0" err="1"/>
              <a:t>ULTEncode</a:t>
            </a:r>
            <a:r>
              <a:rPr lang="en-US" sz="1400" dirty="0"/>
              <a:t> not meet.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execute </a:t>
            </a:r>
            <a:r>
              <a:rPr lang="en-US" sz="1400" dirty="0" err="1"/>
              <a:t>ULTDecode</a:t>
            </a:r>
            <a:r>
              <a:rPr lang="en-US" sz="14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265AD-8B09-AE90-D879-6E3443108F97}"/>
              </a:ext>
            </a:extLst>
          </p:cNvPr>
          <p:cNvSpPr txBox="1"/>
          <p:nvPr/>
        </p:nvSpPr>
        <p:spPr>
          <a:xfrm>
            <a:off x="228601" y="4147634"/>
            <a:ext cx="116141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want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ULTEncode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OnTrue, execute next test. When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exit port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"Name": “MyTest1",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ExecuteMode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ULTEncode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Param2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“",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"OnTrue":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MyTestNext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255E2-4D57-C4C9-9434-9D9F06361756}"/>
              </a:ext>
            </a:extLst>
          </p:cNvPr>
          <p:cNvSpPr txBox="1"/>
          <p:nvPr/>
        </p:nvSpPr>
        <p:spPr>
          <a:xfrm>
            <a:off x="0" y="3538407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Usage Scenario</a:t>
            </a:r>
            <a:endParaRPr lang="en-MY" sz="2800" b="1" dirty="0"/>
          </a:p>
        </p:txBody>
      </p:sp>
    </p:spTree>
    <p:extLst>
      <p:ext uri="{BB962C8B-B14F-4D97-AF65-F5344CB8AC3E}">
        <p14:creationId xmlns:p14="http://schemas.microsoft.com/office/powerpoint/2010/main" val="149317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F659-5071-5C0B-FD40-0E8C60EC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FE6B32-21ED-01D0-B20F-E8E4483C2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01" y="1047730"/>
            <a:ext cx="10187398" cy="3465564"/>
          </a:xfrm>
        </p:spPr>
        <p:txBody>
          <a:bodyPr/>
          <a:lstStyle/>
          <a:p>
            <a:r>
              <a:rPr lang="en-US" sz="480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204964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0096-6DF9-12EF-58AD-33DF50E2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5F256-C569-2B37-F9B3-676FB15BC46F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Exit Port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07C0C-D18C-AEFB-89FA-58DFB1284838}"/>
              </a:ext>
            </a:extLst>
          </p:cNvPr>
          <p:cNvSpPr txBox="1"/>
          <p:nvPr/>
        </p:nvSpPr>
        <p:spPr>
          <a:xfrm>
            <a:off x="109728" y="832104"/>
            <a:ext cx="1173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Based Mini Flow only support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 port (follow TestMethod).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Request TMM for expanding port.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AD0B13-14F1-E120-EF20-43063A5A7120}"/>
              </a:ext>
            </a:extLst>
          </p:cNvPr>
          <p:cNvGraphicFramePr>
            <a:graphicFrameLocks noGrp="1"/>
          </p:cNvGraphicFramePr>
          <p:nvPr/>
        </p:nvGraphicFramePr>
        <p:xfrm>
          <a:off x="214138" y="1678985"/>
          <a:ext cx="49232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529">
                  <a:extLst>
                    <a:ext uri="{9D8B030D-6E8A-4147-A177-3AD203B41FA5}">
                      <a16:colId xmlns:a16="http://schemas.microsoft.com/office/drawing/2014/main" val="2853833204"/>
                    </a:ext>
                  </a:extLst>
                </a:gridCol>
                <a:gridCol w="2858709">
                  <a:extLst>
                    <a:ext uri="{9D8B030D-6E8A-4147-A177-3AD203B41FA5}">
                      <a16:colId xmlns:a16="http://schemas.microsoft.com/office/drawing/2014/main" val="129233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39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/>
                        <a:t>0, 2-9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90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606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144FE19-AE31-2BDB-A4D1-5C6A0B5E3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8" y="2912994"/>
            <a:ext cx="4925112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27BE8-194A-A911-F7C1-26530190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281" y="2912994"/>
            <a:ext cx="4334480" cy="195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C18EE-5781-82CD-D2B7-30BD03FA2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281" y="4905102"/>
            <a:ext cx="433448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6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AD1B-94A1-D95D-B8CE-F956B00B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28896-4566-D617-3F30-F9B73123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8" y="4213272"/>
            <a:ext cx="6744641" cy="19814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4733AC-949B-FA4B-C928-6731AFB2D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38" y="1360261"/>
            <a:ext cx="10526594" cy="1905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E0944C-FB12-91FA-4642-24A47CC26D33}"/>
              </a:ext>
            </a:extLst>
          </p:cNvPr>
          <p:cNvSpPr txBox="1"/>
          <p:nvPr/>
        </p:nvSpPr>
        <p:spPr>
          <a:xfrm>
            <a:off x="0" y="20116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err="1"/>
              <a:t>SharedStorage</a:t>
            </a:r>
            <a:endParaRPr lang="en-MY" sz="28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A7645-2B87-D310-B35F-ACD7C30930F9}"/>
              </a:ext>
            </a:extLst>
          </p:cNvPr>
          <p:cNvSpPr txBox="1"/>
          <p:nvPr/>
        </p:nvSpPr>
        <p:spPr>
          <a:xfrm>
            <a:off x="109728" y="832104"/>
            <a:ext cx="117330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Context: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ResetPolicy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5394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D9BC0383493248AC11EEBE8A7BBAB5" ma:contentTypeVersion="8" ma:contentTypeDescription="Create a new document." ma:contentTypeScope="" ma:versionID="5209c0925116fa51cc69b3bf371c953b">
  <xsd:schema xmlns:xsd="http://www.w3.org/2001/XMLSchema" xmlns:xs="http://www.w3.org/2001/XMLSchema" xmlns:p="http://schemas.microsoft.com/office/2006/metadata/properties" xmlns:ns2="e7b519f9-fa2b-437a-a65b-464f78e87740" targetNamespace="http://schemas.microsoft.com/office/2006/metadata/properties" ma:root="true" ma:fieldsID="bca0a751d8fd7b8588e5ecd0eb9b414b" ns2:_="">
    <xsd:import namespace="e7b519f9-fa2b-437a-a65b-464f78e877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b519f9-fa2b-437a-a65b-464f78e877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142DE2-5970-49A2-8AEC-68858998F6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18835-E1D9-4B51-B60B-D6807E9EDBA5}">
  <ds:schemaRefs>
    <ds:schemaRef ds:uri="http://schemas.microsoft.com/office/2006/documentManagement/types"/>
    <ds:schemaRef ds:uri="http://purl.org/dc/elements/1.1/"/>
    <ds:schemaRef ds:uri="http://www.w3.org/XML/1998/namespace"/>
    <ds:schemaRef ds:uri="e7b519f9-fa2b-437a-a65b-464f78e87740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A32B3D7-9A4B-4363-A526-A137AFB7BCAB}">
  <ds:schemaRefs>
    <ds:schemaRef ds:uri="e7b519f9-fa2b-437a-a65b-464f78e877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3274</Words>
  <Application>Microsoft Office PowerPoint</Application>
  <PresentationFormat>Widescreen</PresentationFormat>
  <Paragraphs>698</Paragraphs>
  <Slides>25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Segoe Sans</vt:lpstr>
      <vt:lpstr>Aptos</vt:lpstr>
      <vt:lpstr>Aptos Display</vt:lpstr>
      <vt:lpstr>Arial</vt:lpstr>
      <vt:lpstr>Intel Clear</vt:lpstr>
      <vt:lpstr>Office Theme</vt:lpstr>
      <vt:lpstr>Packager Shell Object</vt:lpstr>
      <vt:lpstr>[PRIME] FuseRead and FuseBurn File-based MiniFlow User Guide (v2)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Khai.Jie.Teoh@intel.com</dc:creator>
  <cp:lastModifiedBy>Teoh, Khai Jie</cp:lastModifiedBy>
  <cp:revision>3</cp:revision>
  <dcterms:created xsi:type="dcterms:W3CDTF">2025-03-05T02:56:27Z</dcterms:created>
  <dcterms:modified xsi:type="dcterms:W3CDTF">2025-08-11T01:10:53Z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0x01010076D9BC0383493248AC11EEBE8A7BBAB5</vt:lpwstr>
  </property>
  <property fmtid="{D5CDD505-2E9C-101B-9397-08002B2CF9AE}" pid="3" name="MediaServiceImageTags">
    <vt:lpwstr/>
  </property>
</Properties>
</file>